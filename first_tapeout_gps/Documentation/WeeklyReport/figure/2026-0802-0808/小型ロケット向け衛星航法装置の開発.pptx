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handoutMasterIdLst>
    <p:handoutMasterId r:id="rId36"/>
  </p:handoutMasterIdLst>
  <p:sldIdLst>
    <p:sldId id="258" r:id="rId5"/>
    <p:sldId id="283" r:id="rId6"/>
    <p:sldId id="311" r:id="rId7"/>
    <p:sldId id="300" r:id="rId8"/>
    <p:sldId id="264" r:id="rId9"/>
    <p:sldId id="278" r:id="rId10"/>
    <p:sldId id="286" r:id="rId11"/>
    <p:sldId id="299" r:id="rId12"/>
    <p:sldId id="287" r:id="rId13"/>
    <p:sldId id="289" r:id="rId14"/>
    <p:sldId id="307" r:id="rId15"/>
    <p:sldId id="301" r:id="rId16"/>
    <p:sldId id="302" r:id="rId17"/>
    <p:sldId id="303" r:id="rId18"/>
    <p:sldId id="309" r:id="rId19"/>
    <p:sldId id="306" r:id="rId20"/>
    <p:sldId id="312" r:id="rId21"/>
    <p:sldId id="284" r:id="rId22"/>
    <p:sldId id="274" r:id="rId23"/>
    <p:sldId id="304" r:id="rId24"/>
    <p:sldId id="313" r:id="rId25"/>
    <p:sldId id="314" r:id="rId26"/>
    <p:sldId id="315" r:id="rId27"/>
    <p:sldId id="316" r:id="rId28"/>
    <p:sldId id="317" r:id="rId29"/>
    <p:sldId id="318" r:id="rId30"/>
    <p:sldId id="319" r:id="rId31"/>
    <p:sldId id="321" r:id="rId32"/>
    <p:sldId id="320" r:id="rId33"/>
    <p:sldId id="322" r:id="rId34"/>
  </p:sldIdLst>
  <p:sldSz cx="12192000" cy="6858000"/>
  <p:notesSz cx="6858000" cy="9144000"/>
  <p:defaultTex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61" userDrawn="1">
          <p15:clr>
            <a:srgbClr val="A4A3A4"/>
          </p15:clr>
        </p15:guide>
        <p15:guide id="3" pos="3840" userDrawn="1">
          <p15:clr>
            <a:srgbClr val="A4A3A4"/>
          </p15:clr>
        </p15:guide>
        <p15:guide id="4" pos="7219" userDrawn="1">
          <p15:clr>
            <a:srgbClr val="A4A3A4"/>
          </p15:clr>
        </p15:guide>
        <p15:guide id="5" orient="horz" pos="408" userDrawn="1">
          <p15:clr>
            <a:srgbClr val="A4A3A4"/>
          </p15:clr>
        </p15:guide>
        <p15:guide id="6" orient="horz" pos="1389"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43AAC7"/>
    <a:srgbClr val="231F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23" autoAdjust="0"/>
    <p:restoredTop sz="96619" autoAdjust="0"/>
  </p:normalViewPr>
  <p:slideViewPr>
    <p:cSldViewPr snapToGrid="0" showGuides="1">
      <p:cViewPr>
        <p:scale>
          <a:sx n="144" d="100"/>
          <a:sy n="144" d="100"/>
        </p:scale>
        <p:origin x="-800" y="-840"/>
      </p:cViewPr>
      <p:guideLst>
        <p:guide orient="horz" pos="2160"/>
        <p:guide pos="461"/>
        <p:guide pos="3840"/>
        <p:guide pos="7219"/>
        <p:guide orient="horz" pos="408"/>
        <p:guide orient="horz" pos="1389"/>
      </p:guideLst>
    </p:cSldViewPr>
  </p:slideViewPr>
  <p:notesTextViewPr>
    <p:cViewPr>
      <p:scale>
        <a:sx n="50" d="100"/>
        <a:sy n="50" d="100"/>
      </p:scale>
      <p:origin x="0" y="0"/>
    </p:cViewPr>
  </p:notesTextViewPr>
  <p:notesViewPr>
    <p:cSldViewPr snapToGrid="0">
      <p:cViewPr varScale="1">
        <p:scale>
          <a:sx n="81" d="100"/>
          <a:sy n="81" d="100"/>
        </p:scale>
        <p:origin x="397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75127BB8-36A9-6BFA-7007-D84F312706E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ja-JP" altLang="en-US">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355923C2-8767-F856-585C-DC1948C11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52E8A41-1659-4706-83DE-E07F2D9A6AE0}" type="datetime1">
              <a:rPr lang="ja-JP" altLang="en-US" smtClean="0">
                <a:latin typeface="Meiryo UI" panose="020B0604030504040204" pitchFamily="50" charset="-128"/>
                <a:ea typeface="Meiryo UI" panose="020B0604030504040204" pitchFamily="50" charset="-128"/>
              </a:rPr>
              <a:t>2026/8/10</a:t>
            </a:fld>
            <a:endParaRPr lang="ja-JP" altLang="en-US">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BA68407F-B311-7FF6-2ACB-3FAF0BF3AB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ja-JP" altLang="en-US">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C7B6A444-69DF-AE10-DCD7-A23AEE20CA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3BF5047-6CED-44CC-A86C-D48A653D0A7A}" type="slidenum">
              <a:rPr lang="en-US" altLang="ja-JP" smtClean="0">
                <a:latin typeface="Meiryo UI" panose="020B0604030504040204" pitchFamily="50" charset="-128"/>
                <a:ea typeface="Meiryo UI" panose="020B0604030504040204" pitchFamily="50" charset="-128"/>
              </a:rPr>
              <a:t>‹#›</a:t>
            </a:fld>
            <a:endParaRPr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5739144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aseline="0">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aseline="0">
                <a:latin typeface="Meiryo UI" panose="020B0604030504040204" pitchFamily="50" charset="-128"/>
                <a:ea typeface="Meiryo UI" panose="020B0604030504040204" pitchFamily="50" charset="-128"/>
              </a:defRPr>
            </a:lvl1pPr>
          </a:lstStyle>
          <a:p>
            <a:fld id="{B3BAE70A-B114-4390-BC1E-BC88BAFD1623}" type="datetime1">
              <a:rPr lang="ja-JP" altLang="en-US" smtClean="0"/>
              <a:pPr/>
              <a:t>2026/8/10</a:t>
            </a:fld>
            <a:endParaRPr lang="ja-JP" altLang="en-US">
              <a:latin typeface="Meiryo UI" panose="020B0604030504040204" pitchFamily="50" charset="-128"/>
              <a:ea typeface="Meiryo UI" panose="020B0604030504040204" pitchFamily="50" charset="-128"/>
            </a:endParaRPr>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ja-JP" altLang="en-US" noProof="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aseline="0">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aseline="0">
                <a:latin typeface="Meiryo UI" panose="020B0604030504040204" pitchFamily="50" charset="-128"/>
                <a:ea typeface="Meiryo UI" panose="020B0604030504040204" pitchFamily="50" charset="-128"/>
              </a:defRPr>
            </a:lvl1pPr>
          </a:lstStyle>
          <a:p>
            <a:fld id="{339D21CC-DD94-204E-93C8-E1AAF3084C8D}" type="slidenum">
              <a:rPr lang="en-US" altLang="ja-JP" smtClean="0"/>
              <a:pPr/>
              <a:t>‹#›</a:t>
            </a:fld>
            <a:endParaRPr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4051006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baseline="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sz="1200" kern="1200" baseline="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sz="1200" kern="1200" baseline="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sz="1200" kern="1200" baseline="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sz="1200" kern="1200" baseline="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sz="100" dirty="0"/>
          </a:p>
        </p:txBody>
      </p:sp>
      <p:sp>
        <p:nvSpPr>
          <p:cNvPr id="4" name="スライド番号プレースホルダー 3"/>
          <p:cNvSpPr>
            <a:spLocks noGrp="1"/>
          </p:cNvSpPr>
          <p:nvPr>
            <p:ph type="sldNum" sz="quarter" idx="5"/>
          </p:nvPr>
        </p:nvSpPr>
        <p:spPr/>
        <p:txBody>
          <a:bodyPr rtlCol="0"/>
          <a:lstStyle/>
          <a:p>
            <a:pPr rtl="0"/>
            <a:fld id="{339D21CC-DD94-204E-93C8-E1AAF3084C8D}" type="slidenum">
              <a:rPr lang="en-US" altLang="ja-JP" smtClean="0"/>
              <a:t>1</a:t>
            </a:fld>
            <a:endParaRPr lang="ja-JP" altLang="en-US"/>
          </a:p>
        </p:txBody>
      </p:sp>
    </p:spTree>
    <p:extLst>
      <p:ext uri="{BB962C8B-B14F-4D97-AF65-F5344CB8AC3E}">
        <p14:creationId xmlns:p14="http://schemas.microsoft.com/office/powerpoint/2010/main" val="1833048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5"/>
          </p:nvPr>
        </p:nvSpPr>
        <p:spPr/>
        <p:txBody>
          <a:bodyPr rtlCol="0"/>
          <a:lstStyle/>
          <a:p>
            <a:pPr rtl="0"/>
            <a:fld id="{339D21CC-DD94-204E-93C8-E1AAF3084C8D}" type="slidenum">
              <a:rPr lang="en-US" altLang="ja-JP" smtClean="0"/>
              <a:t>2</a:t>
            </a:fld>
            <a:endParaRPr lang="ja-JP" altLang="en-US"/>
          </a:p>
        </p:txBody>
      </p:sp>
    </p:spTree>
    <p:extLst>
      <p:ext uri="{BB962C8B-B14F-4D97-AF65-F5344CB8AC3E}">
        <p14:creationId xmlns:p14="http://schemas.microsoft.com/office/powerpoint/2010/main" val="141593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1FE11-0AF2-C70D-60D3-A553649452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EEC331-7140-5105-6B72-CBC322CB34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4B60FCB-3D5A-817D-629E-E3E5769E5A9C}"/>
              </a:ext>
            </a:extLst>
          </p:cNvPr>
          <p:cNvSpPr>
            <a:spLocks noGrp="1"/>
          </p:cNvSpPr>
          <p:nvPr>
            <p:ph type="body" idx="1"/>
          </p:nvPr>
        </p:nvSpPr>
        <p:spPr/>
        <p:txBody>
          <a:bodyPr rtlCol="0"/>
          <a:lstStyle/>
          <a:p>
            <a:pPr rtl="0"/>
            <a:endParaRPr lang="ja-JP" altLang="en-US"/>
          </a:p>
        </p:txBody>
      </p:sp>
      <p:sp>
        <p:nvSpPr>
          <p:cNvPr id="4" name="スライド番号プレースホルダー 3">
            <a:extLst>
              <a:ext uri="{FF2B5EF4-FFF2-40B4-BE49-F238E27FC236}">
                <a16:creationId xmlns:a16="http://schemas.microsoft.com/office/drawing/2014/main" id="{92D02139-11A8-FACC-7F88-1D29E1EFD1C4}"/>
              </a:ext>
            </a:extLst>
          </p:cNvPr>
          <p:cNvSpPr>
            <a:spLocks noGrp="1"/>
          </p:cNvSpPr>
          <p:nvPr>
            <p:ph type="sldNum" sz="quarter" idx="5"/>
          </p:nvPr>
        </p:nvSpPr>
        <p:spPr/>
        <p:txBody>
          <a:bodyPr rtlCol="0"/>
          <a:lstStyle/>
          <a:p>
            <a:pPr rtl="0"/>
            <a:fld id="{339D21CC-DD94-204E-93C8-E1AAF3084C8D}" type="slidenum">
              <a:rPr lang="en-US" altLang="ja-JP" smtClean="0"/>
              <a:t>3</a:t>
            </a:fld>
            <a:endParaRPr lang="ja-JP" altLang="en-US"/>
          </a:p>
        </p:txBody>
      </p:sp>
    </p:spTree>
    <p:extLst>
      <p:ext uri="{BB962C8B-B14F-4D97-AF65-F5344CB8AC3E}">
        <p14:creationId xmlns:p14="http://schemas.microsoft.com/office/powerpoint/2010/main" val="2842199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5"/>
          </p:nvPr>
        </p:nvSpPr>
        <p:spPr/>
        <p:txBody>
          <a:bodyPr rtlCol="0"/>
          <a:lstStyle/>
          <a:p>
            <a:pPr rtl="0"/>
            <a:fld id="{339D21CC-DD94-204E-93C8-E1AAF3084C8D}" type="slidenum">
              <a:rPr lang="en-US" altLang="ja-JP" smtClean="0"/>
              <a:t>5</a:t>
            </a:fld>
            <a:endParaRPr lang="ja-JP" altLang="en-US"/>
          </a:p>
        </p:txBody>
      </p:sp>
    </p:spTree>
    <p:extLst>
      <p:ext uri="{BB962C8B-B14F-4D97-AF65-F5344CB8AC3E}">
        <p14:creationId xmlns:p14="http://schemas.microsoft.com/office/powerpoint/2010/main" val="2018274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5"/>
          </p:nvPr>
        </p:nvSpPr>
        <p:spPr/>
        <p:txBody>
          <a:bodyPr rtlCol="0"/>
          <a:lstStyle/>
          <a:p>
            <a:pPr rtl="0"/>
            <a:fld id="{339D21CC-DD94-204E-93C8-E1AAF3084C8D}" type="slidenum">
              <a:rPr lang="en-US" altLang="ja-JP" smtClean="0"/>
              <a:t>6</a:t>
            </a:fld>
            <a:endParaRPr lang="ja-JP" altLang="en-US"/>
          </a:p>
        </p:txBody>
      </p:sp>
    </p:spTree>
    <p:extLst>
      <p:ext uri="{BB962C8B-B14F-4D97-AF65-F5344CB8AC3E}">
        <p14:creationId xmlns:p14="http://schemas.microsoft.com/office/powerpoint/2010/main" val="137684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39D21CC-DD94-204E-93C8-E1AAF3084C8D}" type="slidenum">
              <a:rPr lang="en-US" altLang="ja-JP" smtClean="0"/>
              <a:pPr/>
              <a:t>7</a:t>
            </a:fld>
            <a:endParaRPr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75991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a:p>
        </p:txBody>
      </p:sp>
      <p:sp>
        <p:nvSpPr>
          <p:cNvPr id="4" name="スライド番号プレースホルダー 3"/>
          <p:cNvSpPr>
            <a:spLocks noGrp="1"/>
          </p:cNvSpPr>
          <p:nvPr>
            <p:ph type="sldNum" sz="quarter" idx="5"/>
          </p:nvPr>
        </p:nvSpPr>
        <p:spPr/>
        <p:txBody>
          <a:bodyPr rtlCol="0"/>
          <a:lstStyle/>
          <a:p>
            <a:pPr rtl="0"/>
            <a:fld id="{339D21CC-DD94-204E-93C8-E1AAF3084C8D}" type="slidenum">
              <a:rPr lang="en-US" altLang="ja-JP" smtClean="0"/>
              <a:t>18</a:t>
            </a:fld>
            <a:endParaRPr lang="ja-JP" altLang="en-US"/>
          </a:p>
        </p:txBody>
      </p:sp>
    </p:spTree>
    <p:extLst>
      <p:ext uri="{BB962C8B-B14F-4D97-AF65-F5344CB8AC3E}">
        <p14:creationId xmlns:p14="http://schemas.microsoft.com/office/powerpoint/2010/main" val="1026340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dirty="0"/>
          </a:p>
        </p:txBody>
      </p:sp>
      <p:sp>
        <p:nvSpPr>
          <p:cNvPr id="4" name="スライド番号プレースホルダー 3"/>
          <p:cNvSpPr>
            <a:spLocks noGrp="1"/>
          </p:cNvSpPr>
          <p:nvPr>
            <p:ph type="sldNum" sz="quarter" idx="5"/>
          </p:nvPr>
        </p:nvSpPr>
        <p:spPr/>
        <p:txBody>
          <a:bodyPr rtlCol="0"/>
          <a:lstStyle/>
          <a:p>
            <a:pPr rtl="0"/>
            <a:fld id="{339D21CC-DD94-204E-93C8-E1AAF3084C8D}" type="slidenum">
              <a:rPr lang="en-US" altLang="ja-JP" smtClean="0"/>
              <a:t>19</a:t>
            </a:fld>
            <a:endParaRPr lang="ja-JP" altLang="en-US"/>
          </a:p>
        </p:txBody>
      </p:sp>
    </p:spTree>
    <p:extLst>
      <p:ext uri="{BB962C8B-B14F-4D97-AF65-F5344CB8AC3E}">
        <p14:creationId xmlns:p14="http://schemas.microsoft.com/office/powerpoint/2010/main" val="11986873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svg"/><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9.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8" name="グラフィック 7">
            <a:extLst>
              <a:ext uri="{FF2B5EF4-FFF2-40B4-BE49-F238E27FC236}">
                <a16:creationId xmlns:a16="http://schemas.microsoft.com/office/drawing/2014/main" id="{1B4A24E8-C109-4F3A-CEE5-84689AA13B22}"/>
              </a:ext>
            </a:extLst>
          </p:cNvPr>
          <p:cNvPicPr>
            <a:picLocks noChangeAspect="1"/>
          </p:cNvPicPr>
          <p:nvPr userDrawn="1"/>
        </p:nvPicPr>
        <p:blipFill>
          <a:blip>
            <a:extLst>
              <a:ext uri="{96DAC541-7B7A-43D3-8B79-37D633B846F1}">
                <asvg:svgBlip xmlns:asvg="http://schemas.microsoft.com/office/drawing/2016/SVG/main" r:embed="rId2"/>
              </a:ext>
            </a:extLst>
          </a:blip>
          <a:srcRect r="70949" b="27959"/>
          <a:stretch>
            <a:fillRect/>
          </a:stretch>
        </p:blipFill>
        <p:spPr>
          <a:xfrm>
            <a:off x="9830598" y="1496755"/>
            <a:ext cx="2361462" cy="5361246"/>
          </a:xfrm>
          <a:custGeom>
            <a:avLst/>
            <a:gdLst>
              <a:gd name="connsiteX0" fmla="*/ 0 w 2361462"/>
              <a:gd name="connsiteY0" fmla="*/ 0 h 5361246"/>
              <a:gd name="connsiteX1" fmla="*/ 2361462 w 2361462"/>
              <a:gd name="connsiteY1" fmla="*/ 0 h 5361246"/>
              <a:gd name="connsiteX2" fmla="*/ 2361462 w 2361462"/>
              <a:gd name="connsiteY2" fmla="*/ 5361246 h 5361246"/>
              <a:gd name="connsiteX3" fmla="*/ 0 w 2361462"/>
              <a:gd name="connsiteY3" fmla="*/ 5361246 h 5361246"/>
            </a:gdLst>
            <a:ahLst/>
            <a:cxnLst>
              <a:cxn ang="0">
                <a:pos x="connsiteX0" y="connsiteY0"/>
              </a:cxn>
              <a:cxn ang="0">
                <a:pos x="connsiteX1" y="connsiteY1"/>
              </a:cxn>
              <a:cxn ang="0">
                <a:pos x="connsiteX2" y="connsiteY2"/>
              </a:cxn>
              <a:cxn ang="0">
                <a:pos x="connsiteX3" y="connsiteY3"/>
              </a:cxn>
            </a:cxnLst>
            <a:rect l="l" t="t" r="r" b="b"/>
            <a:pathLst>
              <a:path w="2361462" h="5361246">
                <a:moveTo>
                  <a:pt x="0" y="0"/>
                </a:moveTo>
                <a:lnTo>
                  <a:pt x="2361462" y="0"/>
                </a:lnTo>
                <a:lnTo>
                  <a:pt x="2361462" y="5361246"/>
                </a:lnTo>
                <a:lnTo>
                  <a:pt x="0" y="5361246"/>
                </a:lnTo>
                <a:close/>
              </a:path>
            </a:pathLst>
          </a:custGeom>
        </p:spPr>
      </p:pic>
      <p:pic>
        <p:nvPicPr>
          <p:cNvPr id="10" name="グラフィック 9">
            <a:extLst>
              <a:ext uri="{FF2B5EF4-FFF2-40B4-BE49-F238E27FC236}">
                <a16:creationId xmlns:a16="http://schemas.microsoft.com/office/drawing/2014/main" id="{69497D1C-2169-2658-B8BB-0495216A4BA3}"/>
              </a:ext>
            </a:extLst>
          </p:cNvPr>
          <p:cNvPicPr>
            <a:picLocks noChangeAspect="1"/>
          </p:cNvPicPr>
          <p:nvPr userDrawn="1"/>
        </p:nvPicPr>
        <p:blipFill>
          <a:blip>
            <a:extLst>
              <a:ext uri="{96DAC541-7B7A-43D3-8B79-37D633B846F1}">
                <asvg:svgBlip xmlns:asvg="http://schemas.microsoft.com/office/drawing/2016/SVG/main" r:embed="rId3"/>
              </a:ext>
            </a:extLst>
          </a:blip>
          <a:srcRect r="80421" b="19612"/>
          <a:stretch>
            <a:fillRect/>
          </a:stretch>
        </p:blipFill>
        <p:spPr>
          <a:xfrm>
            <a:off x="10352634" y="2036470"/>
            <a:ext cx="1839366" cy="4821530"/>
          </a:xfrm>
          <a:custGeom>
            <a:avLst/>
            <a:gdLst>
              <a:gd name="connsiteX0" fmla="*/ 0 w 1777810"/>
              <a:gd name="connsiteY0" fmla="*/ 0 h 4821530"/>
              <a:gd name="connsiteX1" fmla="*/ 1777810 w 1777810"/>
              <a:gd name="connsiteY1" fmla="*/ 0 h 4821530"/>
              <a:gd name="connsiteX2" fmla="*/ 1777810 w 1777810"/>
              <a:gd name="connsiteY2" fmla="*/ 4821530 h 4821530"/>
              <a:gd name="connsiteX3" fmla="*/ 0 w 1777810"/>
              <a:gd name="connsiteY3" fmla="*/ 4821530 h 4821530"/>
            </a:gdLst>
            <a:ahLst/>
            <a:cxnLst>
              <a:cxn ang="0">
                <a:pos x="connsiteX0" y="connsiteY0"/>
              </a:cxn>
              <a:cxn ang="0">
                <a:pos x="connsiteX1" y="connsiteY1"/>
              </a:cxn>
              <a:cxn ang="0">
                <a:pos x="connsiteX2" y="connsiteY2"/>
              </a:cxn>
              <a:cxn ang="0">
                <a:pos x="connsiteX3" y="connsiteY3"/>
              </a:cxn>
            </a:cxnLst>
            <a:rect l="l" t="t" r="r" b="b"/>
            <a:pathLst>
              <a:path w="1777810" h="4821530">
                <a:moveTo>
                  <a:pt x="0" y="0"/>
                </a:moveTo>
                <a:lnTo>
                  <a:pt x="1777810" y="0"/>
                </a:lnTo>
                <a:lnTo>
                  <a:pt x="1777810" y="4821530"/>
                </a:lnTo>
                <a:lnTo>
                  <a:pt x="0" y="4821530"/>
                </a:lnTo>
                <a:close/>
              </a:path>
            </a:pathLst>
          </a:custGeom>
        </p:spPr>
      </p:pic>
      <p:pic>
        <p:nvPicPr>
          <p:cNvPr id="12" name="グラフィック 11">
            <a:extLst>
              <a:ext uri="{FF2B5EF4-FFF2-40B4-BE49-F238E27FC236}">
                <a16:creationId xmlns:a16="http://schemas.microsoft.com/office/drawing/2014/main" id="{CA85067D-406E-8FBD-CAD7-FC3FEDE4100F}"/>
              </a:ext>
            </a:extLst>
          </p:cNvPr>
          <p:cNvPicPr>
            <a:picLocks noChangeAspect="1"/>
          </p:cNvPicPr>
          <p:nvPr userDrawn="1"/>
        </p:nvPicPr>
        <p:blipFill>
          <a:blip>
            <a:extLst>
              <a:ext uri="{96DAC541-7B7A-43D3-8B79-37D633B846F1}">
                <asvg:svgBlip xmlns:asvg="http://schemas.microsoft.com/office/drawing/2016/SVG/main" r:embed="rId4"/>
              </a:ext>
            </a:extLst>
          </a:blip>
          <a:srcRect l="4427" r="11071"/>
          <a:stretch>
            <a:fillRect/>
          </a:stretch>
        </p:blipFill>
        <p:spPr>
          <a:xfrm>
            <a:off x="1" y="4917240"/>
            <a:ext cx="12192060" cy="522037"/>
          </a:xfrm>
          <a:custGeom>
            <a:avLst/>
            <a:gdLst>
              <a:gd name="connsiteX0" fmla="*/ 0 w 12192060"/>
              <a:gd name="connsiteY0" fmla="*/ 0 h 522037"/>
              <a:gd name="connsiteX1" fmla="*/ 12192060 w 12192060"/>
              <a:gd name="connsiteY1" fmla="*/ 0 h 522037"/>
              <a:gd name="connsiteX2" fmla="*/ 12192060 w 12192060"/>
              <a:gd name="connsiteY2" fmla="*/ 522037 h 522037"/>
              <a:gd name="connsiteX3" fmla="*/ 0 w 12192060"/>
              <a:gd name="connsiteY3" fmla="*/ 522037 h 522037"/>
            </a:gdLst>
            <a:ahLst/>
            <a:cxnLst>
              <a:cxn ang="0">
                <a:pos x="connsiteX0" y="connsiteY0"/>
              </a:cxn>
              <a:cxn ang="0">
                <a:pos x="connsiteX1" y="connsiteY1"/>
              </a:cxn>
              <a:cxn ang="0">
                <a:pos x="connsiteX2" y="connsiteY2"/>
              </a:cxn>
              <a:cxn ang="0">
                <a:pos x="connsiteX3" y="connsiteY3"/>
              </a:cxn>
            </a:cxnLst>
            <a:rect l="l" t="t" r="r" b="b"/>
            <a:pathLst>
              <a:path w="12192060" h="522037">
                <a:moveTo>
                  <a:pt x="0" y="0"/>
                </a:moveTo>
                <a:lnTo>
                  <a:pt x="12192060" y="0"/>
                </a:lnTo>
                <a:lnTo>
                  <a:pt x="12192060" y="522037"/>
                </a:lnTo>
                <a:lnTo>
                  <a:pt x="0" y="522037"/>
                </a:lnTo>
                <a:close/>
              </a:path>
            </a:pathLst>
          </a:custGeom>
        </p:spPr>
      </p:pic>
      <p:pic>
        <p:nvPicPr>
          <p:cNvPr id="14" name="グラフィック 13">
            <a:extLst>
              <a:ext uri="{FF2B5EF4-FFF2-40B4-BE49-F238E27FC236}">
                <a16:creationId xmlns:a16="http://schemas.microsoft.com/office/drawing/2014/main" id="{CCC84229-A616-7DBF-80DE-339B893E9C39}"/>
              </a:ext>
            </a:extLst>
          </p:cNvPr>
          <p:cNvPicPr>
            <a:picLocks noChangeAspect="1"/>
          </p:cNvPicPr>
          <p:nvPr userDrawn="1"/>
        </p:nvPicPr>
        <p:blipFill>
          <a:blip>
            <a:extLst>
              <a:ext uri="{96DAC541-7B7A-43D3-8B79-37D633B846F1}">
                <asvg:svgBlip xmlns:asvg="http://schemas.microsoft.com/office/drawing/2016/SVG/main" r:embed="rId5"/>
              </a:ext>
            </a:extLst>
          </a:blip>
          <a:srcRect l="6010" t="41466"/>
          <a:stretch>
            <a:fillRect/>
          </a:stretch>
        </p:blipFill>
        <p:spPr>
          <a:xfrm>
            <a:off x="2" y="2"/>
            <a:ext cx="3767431" cy="1009819"/>
          </a:xfrm>
          <a:custGeom>
            <a:avLst/>
            <a:gdLst>
              <a:gd name="connsiteX0" fmla="*/ 0 w 3767431"/>
              <a:gd name="connsiteY0" fmla="*/ 0 h 1009819"/>
              <a:gd name="connsiteX1" fmla="*/ 3767431 w 3767431"/>
              <a:gd name="connsiteY1" fmla="*/ 0 h 1009819"/>
              <a:gd name="connsiteX2" fmla="*/ 3767431 w 3767431"/>
              <a:gd name="connsiteY2" fmla="*/ 1009819 h 1009819"/>
              <a:gd name="connsiteX3" fmla="*/ 0 w 3767431"/>
              <a:gd name="connsiteY3" fmla="*/ 1009819 h 1009819"/>
            </a:gdLst>
            <a:ahLst/>
            <a:cxnLst>
              <a:cxn ang="0">
                <a:pos x="connsiteX0" y="connsiteY0"/>
              </a:cxn>
              <a:cxn ang="0">
                <a:pos x="connsiteX1" y="connsiteY1"/>
              </a:cxn>
              <a:cxn ang="0">
                <a:pos x="connsiteX2" y="connsiteY2"/>
              </a:cxn>
              <a:cxn ang="0">
                <a:pos x="connsiteX3" y="connsiteY3"/>
              </a:cxn>
            </a:cxnLst>
            <a:rect l="l" t="t" r="r" b="b"/>
            <a:pathLst>
              <a:path w="3767431" h="1009819">
                <a:moveTo>
                  <a:pt x="0" y="0"/>
                </a:moveTo>
                <a:lnTo>
                  <a:pt x="3767431" y="0"/>
                </a:lnTo>
                <a:lnTo>
                  <a:pt x="3767431" y="1009819"/>
                </a:lnTo>
                <a:lnTo>
                  <a:pt x="0" y="1009819"/>
                </a:lnTo>
                <a:close/>
              </a:path>
            </a:pathLst>
          </a:custGeom>
        </p:spPr>
      </p:pic>
      <p:pic>
        <p:nvPicPr>
          <p:cNvPr id="16" name="グラフィック 15">
            <a:extLst>
              <a:ext uri="{FF2B5EF4-FFF2-40B4-BE49-F238E27FC236}">
                <a16:creationId xmlns:a16="http://schemas.microsoft.com/office/drawing/2014/main" id="{AFF238C4-81CD-3A8B-6CD4-36EC3C74A82E}"/>
              </a:ext>
            </a:extLst>
          </p:cNvPr>
          <p:cNvPicPr>
            <a:picLocks noChangeAspect="1"/>
          </p:cNvPicPr>
          <p:nvPr userDrawn="1"/>
        </p:nvPicPr>
        <p:blipFill>
          <a:blip>
            <a:extLst>
              <a:ext uri="{96DAC541-7B7A-43D3-8B79-37D633B846F1}">
                <asvg:svgBlip xmlns:asvg="http://schemas.microsoft.com/office/drawing/2016/SVG/main" r:embed="rId4"/>
              </a:ext>
            </a:extLst>
          </a:blip>
          <a:srcRect l="4427" r="11071"/>
          <a:stretch>
            <a:fillRect/>
          </a:stretch>
        </p:blipFill>
        <p:spPr>
          <a:xfrm>
            <a:off x="1" y="5590419"/>
            <a:ext cx="12192060" cy="522037"/>
          </a:xfrm>
          <a:custGeom>
            <a:avLst/>
            <a:gdLst>
              <a:gd name="connsiteX0" fmla="*/ 0 w 12192060"/>
              <a:gd name="connsiteY0" fmla="*/ 0 h 522037"/>
              <a:gd name="connsiteX1" fmla="*/ 12192060 w 12192060"/>
              <a:gd name="connsiteY1" fmla="*/ 0 h 522037"/>
              <a:gd name="connsiteX2" fmla="*/ 12192060 w 12192060"/>
              <a:gd name="connsiteY2" fmla="*/ 522037 h 522037"/>
              <a:gd name="connsiteX3" fmla="*/ 0 w 12192060"/>
              <a:gd name="connsiteY3" fmla="*/ 522037 h 522037"/>
            </a:gdLst>
            <a:ahLst/>
            <a:cxnLst>
              <a:cxn ang="0">
                <a:pos x="connsiteX0" y="connsiteY0"/>
              </a:cxn>
              <a:cxn ang="0">
                <a:pos x="connsiteX1" y="connsiteY1"/>
              </a:cxn>
              <a:cxn ang="0">
                <a:pos x="connsiteX2" y="connsiteY2"/>
              </a:cxn>
              <a:cxn ang="0">
                <a:pos x="connsiteX3" y="connsiteY3"/>
              </a:cxn>
            </a:cxnLst>
            <a:rect l="l" t="t" r="r" b="b"/>
            <a:pathLst>
              <a:path w="12192060" h="522037">
                <a:moveTo>
                  <a:pt x="0" y="0"/>
                </a:moveTo>
                <a:lnTo>
                  <a:pt x="12192060" y="0"/>
                </a:lnTo>
                <a:lnTo>
                  <a:pt x="12192060" y="522037"/>
                </a:lnTo>
                <a:lnTo>
                  <a:pt x="0" y="522037"/>
                </a:lnTo>
                <a:close/>
              </a:path>
            </a:pathLst>
          </a:custGeom>
        </p:spPr>
      </p:pic>
      <p:sp>
        <p:nvSpPr>
          <p:cNvPr id="18" name="円/楕円 17">
            <a:extLst>
              <a:ext uri="{FF2B5EF4-FFF2-40B4-BE49-F238E27FC236}">
                <a16:creationId xmlns:a16="http://schemas.microsoft.com/office/drawing/2014/main" id="{63E3A363-145F-206F-266C-B9E2B0FAB7DD}"/>
              </a:ext>
            </a:extLst>
          </p:cNvPr>
          <p:cNvSpPr/>
          <p:nvPr userDrawn="1"/>
        </p:nvSpPr>
        <p:spPr>
          <a:xfrm>
            <a:off x="9250598" y="471605"/>
            <a:ext cx="2157097" cy="2157097"/>
          </a:xfrm>
          <a:prstGeom prst="ellipse">
            <a:avLst/>
          </a:prstGeom>
          <a:solidFill>
            <a:schemeClr val="accent4">
              <a:alpha val="9304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20" name="円/楕円 19">
            <a:extLst>
              <a:ext uri="{FF2B5EF4-FFF2-40B4-BE49-F238E27FC236}">
                <a16:creationId xmlns:a16="http://schemas.microsoft.com/office/drawing/2014/main" id="{3DE02E05-595A-16CF-6266-62538DFC16D0}"/>
              </a:ext>
            </a:extLst>
          </p:cNvPr>
          <p:cNvSpPr/>
          <p:nvPr userDrawn="1"/>
        </p:nvSpPr>
        <p:spPr>
          <a:xfrm>
            <a:off x="7940285" y="4985135"/>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2" name="円/楕円 21">
            <a:extLst>
              <a:ext uri="{FF2B5EF4-FFF2-40B4-BE49-F238E27FC236}">
                <a16:creationId xmlns:a16="http://schemas.microsoft.com/office/drawing/2014/main" id="{3D85649E-04BD-5186-BD79-8AA93DD3249B}"/>
              </a:ext>
            </a:extLst>
          </p:cNvPr>
          <p:cNvSpPr/>
          <p:nvPr userDrawn="1"/>
        </p:nvSpPr>
        <p:spPr>
          <a:xfrm>
            <a:off x="7940285" y="5679283"/>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4" name="円/楕円 23">
            <a:extLst>
              <a:ext uri="{FF2B5EF4-FFF2-40B4-BE49-F238E27FC236}">
                <a16:creationId xmlns:a16="http://schemas.microsoft.com/office/drawing/2014/main" id="{253DCF60-4DBD-60A8-147B-E448AF1810D5}"/>
              </a:ext>
            </a:extLst>
          </p:cNvPr>
          <p:cNvSpPr/>
          <p:nvPr userDrawn="1"/>
        </p:nvSpPr>
        <p:spPr>
          <a:xfrm>
            <a:off x="2930516" y="246834"/>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669CAD9A-42EA-5081-7FB2-7E583DDE19E7}"/>
              </a:ext>
            </a:extLst>
          </p:cNvPr>
          <p:cNvSpPr>
            <a:spLocks noGrp="1"/>
          </p:cNvSpPr>
          <p:nvPr>
            <p:ph type="ctrTitle"/>
          </p:nvPr>
        </p:nvSpPr>
        <p:spPr>
          <a:xfrm>
            <a:off x="2724912" y="2359152"/>
            <a:ext cx="6528816" cy="1883664"/>
          </a:xfrm>
        </p:spPr>
        <p:txBody>
          <a:bodyPr rtlCol="0" anchor="t">
            <a:noAutofit/>
          </a:bodyPr>
          <a:lstStyle>
            <a:lvl1pPr algn="l">
              <a:defRPr sz="5900" b="1" baseline="0">
                <a:latin typeface="+mj-ea"/>
                <a:ea typeface="+mj-ea"/>
              </a:defRPr>
            </a:lvl1pPr>
          </a:lstStyle>
          <a:p>
            <a:pPr rtl="0"/>
            <a:r>
              <a:rPr lang="ja-JP" altLang="en-US" noProof="0"/>
              <a:t>マスター タイトルの書式設定</a:t>
            </a:r>
          </a:p>
        </p:txBody>
      </p:sp>
      <p:sp>
        <p:nvSpPr>
          <p:cNvPr id="3" name="サブタイトル 2">
            <a:extLst>
              <a:ext uri="{FF2B5EF4-FFF2-40B4-BE49-F238E27FC236}">
                <a16:creationId xmlns:a16="http://schemas.microsoft.com/office/drawing/2014/main" id="{55B3C71F-CB44-ACA0-AF0E-CD2A4DA71F09}"/>
              </a:ext>
            </a:extLst>
          </p:cNvPr>
          <p:cNvSpPr>
            <a:spLocks noGrp="1"/>
          </p:cNvSpPr>
          <p:nvPr>
            <p:ph type="subTitle" idx="1"/>
          </p:nvPr>
        </p:nvSpPr>
        <p:spPr>
          <a:xfrm>
            <a:off x="2724912" y="1947672"/>
            <a:ext cx="5943600" cy="411480"/>
          </a:xfrm>
        </p:spPr>
        <p:txBody>
          <a:bodyPr rtlCol="0"/>
          <a:lstStyle>
            <a:lvl1pPr marL="0" indent="0" algn="l">
              <a:buNone/>
              <a:defRPr sz="2400" baseline="0">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ja-JP" altLang="en-US" noProof="0" dirty="0"/>
              <a:t>マスター サブタイトルの書式設定</a:t>
            </a:r>
          </a:p>
        </p:txBody>
      </p:sp>
      <p:pic>
        <p:nvPicPr>
          <p:cNvPr id="26" name="グラフィック 25">
            <a:extLst>
              <a:ext uri="{FF2B5EF4-FFF2-40B4-BE49-F238E27FC236}">
                <a16:creationId xmlns:a16="http://schemas.microsoft.com/office/drawing/2014/main" id="{0FD1BB09-A7ED-BA2F-D5C0-000FA9FC2469}"/>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rot="13498771">
            <a:off x="1238845" y="2129773"/>
            <a:ext cx="1501346" cy="1501346"/>
          </a:xfrm>
          <a:prstGeom prst="rect">
            <a:avLst/>
          </a:prstGeom>
        </p:spPr>
      </p:pic>
    </p:spTree>
    <p:extLst>
      <p:ext uri="{BB962C8B-B14F-4D97-AF65-F5344CB8AC3E}">
        <p14:creationId xmlns:p14="http://schemas.microsoft.com/office/powerpoint/2010/main" val="3714755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pSp>
        <p:nvGrpSpPr>
          <p:cNvPr id="58" name="グループ 57">
            <a:extLst>
              <a:ext uri="{FF2B5EF4-FFF2-40B4-BE49-F238E27FC236}">
                <a16:creationId xmlns:a16="http://schemas.microsoft.com/office/drawing/2014/main" id="{7F9A3535-D85B-F023-B8C0-28D2FEAAD9E0}"/>
              </a:ext>
            </a:extLst>
          </p:cNvPr>
          <p:cNvGrpSpPr/>
          <p:nvPr userDrawn="1"/>
        </p:nvGrpSpPr>
        <p:grpSpPr>
          <a:xfrm>
            <a:off x="1" y="3827512"/>
            <a:ext cx="12198945" cy="3030489"/>
            <a:chOff x="1" y="3827512"/>
            <a:chExt cx="12198945" cy="3030489"/>
          </a:xfrm>
        </p:grpSpPr>
        <p:sp>
          <p:nvSpPr>
            <p:cNvPr id="57" name="フリーフォーム:図形 56">
              <a:extLst>
                <a:ext uri="{FF2B5EF4-FFF2-40B4-BE49-F238E27FC236}">
                  <a16:creationId xmlns:a16="http://schemas.microsoft.com/office/drawing/2014/main" id="{C11C7D54-0954-B838-DA12-86EA86543A54}"/>
                </a:ext>
              </a:extLst>
            </p:cNvPr>
            <p:cNvSpPr/>
            <p:nvPr userDrawn="1"/>
          </p:nvSpPr>
          <p:spPr>
            <a:xfrm>
              <a:off x="11488761" y="5133340"/>
              <a:ext cx="521208" cy="1724660"/>
            </a:xfrm>
            <a:custGeom>
              <a:avLst/>
              <a:gdLst>
                <a:gd name="connsiteX0" fmla="*/ 834 w 513332"/>
                <a:gd name="connsiteY0" fmla="*/ -1393 h 1623974"/>
                <a:gd name="connsiteX1" fmla="*/ 514166 w 513332"/>
                <a:gd name="connsiteY1" fmla="*/ -1393 h 1623974"/>
                <a:gd name="connsiteX2" fmla="*/ 514166 w 513332"/>
                <a:gd name="connsiteY2" fmla="*/ 1622582 h 1623974"/>
                <a:gd name="connsiteX3" fmla="*/ 834 w 513332"/>
                <a:gd name="connsiteY3" fmla="*/ 1622582 h 1623974"/>
              </a:gdLst>
              <a:ahLst/>
              <a:cxnLst>
                <a:cxn ang="0">
                  <a:pos x="connsiteX0" y="connsiteY0"/>
                </a:cxn>
                <a:cxn ang="0">
                  <a:pos x="connsiteX1" y="connsiteY1"/>
                </a:cxn>
                <a:cxn ang="0">
                  <a:pos x="connsiteX2" y="connsiteY2"/>
                </a:cxn>
                <a:cxn ang="0">
                  <a:pos x="connsiteX3" y="connsiteY3"/>
                </a:cxn>
              </a:cxnLst>
              <a:rect l="l" t="t" r="r" b="b"/>
              <a:pathLst>
                <a:path w="513332" h="1623974">
                  <a:moveTo>
                    <a:pt x="834" y="-1393"/>
                  </a:moveTo>
                  <a:lnTo>
                    <a:pt x="514166" y="-1393"/>
                  </a:lnTo>
                  <a:lnTo>
                    <a:pt x="514166" y="1622582"/>
                  </a:lnTo>
                  <a:lnTo>
                    <a:pt x="834" y="1622582"/>
                  </a:lnTo>
                  <a:close/>
                </a:path>
              </a:pathLst>
            </a:custGeom>
            <a:solidFill>
              <a:schemeClr val="accent1"/>
            </a:solidFill>
            <a:ln w="2820" cap="flat">
              <a:solidFill>
                <a:schemeClr val="accent1"/>
              </a:solidFill>
              <a:prstDash val="solid"/>
              <a:miter/>
            </a:ln>
          </p:spPr>
          <p:txBody>
            <a:bodyPr rtlCol="0" anchor="ctr"/>
            <a:lstStyle/>
            <a:p>
              <a:pPr rtl="0"/>
              <a:endParaRPr lang="ja-JP" altLang="en-US" baseline="0" noProof="0">
                <a:latin typeface="Meiryo UI" panose="020B0604030504040204" pitchFamily="50" charset="-128"/>
                <a:ea typeface="Meiryo UI" panose="020B0604030504040204" pitchFamily="50" charset="-128"/>
              </a:endParaRPr>
            </a:p>
          </p:txBody>
        </p:sp>
        <p:pic>
          <p:nvPicPr>
            <p:cNvPr id="55" name="グラフィック 54">
              <a:extLst>
                <a:ext uri="{FF2B5EF4-FFF2-40B4-BE49-F238E27FC236}">
                  <a16:creationId xmlns:a16="http://schemas.microsoft.com/office/drawing/2014/main" id="{E49D87C6-232E-E91C-0D76-756637414E88}"/>
                </a:ext>
              </a:extLst>
            </p:cNvPr>
            <p:cNvPicPr>
              <a:picLocks noChangeAspect="1"/>
            </p:cNvPicPr>
            <p:nvPr userDrawn="1"/>
          </p:nvPicPr>
          <p:blipFill>
            <a:blip>
              <a:extLst>
                <a:ext uri="{96DAC541-7B7A-43D3-8B79-37D633B846F1}">
                  <asvg:svgBlip xmlns:asvg="http://schemas.microsoft.com/office/drawing/2016/SVG/main" r:embed="rId2"/>
                </a:ext>
              </a:extLst>
            </a:blip>
            <a:srcRect l="9291" r="42583" b="30832"/>
            <a:stretch>
              <a:fillRect/>
            </a:stretch>
          </p:blipFill>
          <p:spPr>
            <a:xfrm>
              <a:off x="1" y="3827512"/>
              <a:ext cx="12198945" cy="3030489"/>
            </a:xfrm>
            <a:custGeom>
              <a:avLst/>
              <a:gdLst>
                <a:gd name="connsiteX0" fmla="*/ 0 w 12198945"/>
                <a:gd name="connsiteY0" fmla="*/ 0 h 3030489"/>
                <a:gd name="connsiteX1" fmla="*/ 12198945 w 12198945"/>
                <a:gd name="connsiteY1" fmla="*/ 0 h 3030489"/>
                <a:gd name="connsiteX2" fmla="*/ 12198945 w 12198945"/>
                <a:gd name="connsiteY2" fmla="*/ 1369519 h 3030489"/>
                <a:gd name="connsiteX3" fmla="*/ 11240822 w 12198945"/>
                <a:gd name="connsiteY3" fmla="*/ 1369519 h 3030489"/>
                <a:gd name="connsiteX4" fmla="*/ 11240822 w 12198945"/>
                <a:gd name="connsiteY4" fmla="*/ 3030489 h 3030489"/>
                <a:gd name="connsiteX5" fmla="*/ 0 w 12198945"/>
                <a:gd name="connsiteY5" fmla="*/ 3030489 h 3030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8945" h="3030489">
                  <a:moveTo>
                    <a:pt x="0" y="0"/>
                  </a:moveTo>
                  <a:lnTo>
                    <a:pt x="12198945" y="0"/>
                  </a:lnTo>
                  <a:lnTo>
                    <a:pt x="12198945" y="1369519"/>
                  </a:lnTo>
                  <a:lnTo>
                    <a:pt x="11240822" y="1369519"/>
                  </a:lnTo>
                  <a:lnTo>
                    <a:pt x="11240822" y="3030489"/>
                  </a:lnTo>
                  <a:lnTo>
                    <a:pt x="0" y="3030489"/>
                  </a:lnTo>
                  <a:close/>
                </a:path>
              </a:pathLst>
            </a:custGeom>
          </p:spPr>
        </p:pic>
      </p:grpSp>
      <p:sp>
        <p:nvSpPr>
          <p:cNvPr id="2" name="タイトル 1">
            <a:extLst>
              <a:ext uri="{FF2B5EF4-FFF2-40B4-BE49-F238E27FC236}">
                <a16:creationId xmlns:a16="http://schemas.microsoft.com/office/drawing/2014/main" id="{160AE1B9-1C14-F852-2B97-05DAA5F80CD7}"/>
              </a:ext>
            </a:extLst>
          </p:cNvPr>
          <p:cNvSpPr>
            <a:spLocks noGrp="1"/>
          </p:cNvSpPr>
          <p:nvPr>
            <p:ph type="title"/>
          </p:nvPr>
        </p:nvSpPr>
        <p:spPr/>
        <p:txBody>
          <a:bodyPr rtlCol="0"/>
          <a:lstStyle>
            <a:lvl1pPr>
              <a:defRPr b="1" baseline="0">
                <a:latin typeface="+mj-ea"/>
                <a:ea typeface="+mj-ea"/>
              </a:defRPr>
            </a:lvl1pPr>
          </a:lstStyle>
          <a:p>
            <a:pPr rtl="0"/>
            <a:r>
              <a:rPr lang="ja-JP" altLang="en-US" noProof="0" dirty="0"/>
              <a:t>マスター タイトルの書式設定</a:t>
            </a:r>
          </a:p>
        </p:txBody>
      </p:sp>
      <p:sp>
        <p:nvSpPr>
          <p:cNvPr id="3" name="コンテンツ プレースホルダー 2">
            <a:extLst>
              <a:ext uri="{FF2B5EF4-FFF2-40B4-BE49-F238E27FC236}">
                <a16:creationId xmlns:a16="http://schemas.microsoft.com/office/drawing/2014/main" id="{2B433B37-5F68-E267-936F-4CA547437331}"/>
              </a:ext>
            </a:extLst>
          </p:cNvPr>
          <p:cNvSpPr>
            <a:spLocks noGrp="1"/>
          </p:cNvSpPr>
          <p:nvPr>
            <p:ph idx="1"/>
          </p:nvPr>
        </p:nvSpPr>
        <p:spPr>
          <a:xfrm>
            <a:off x="1600200" y="2121408"/>
            <a:ext cx="6510528" cy="3578352"/>
          </a:xfrm>
        </p:spPr>
        <p:txBody>
          <a:bodyPr rtlCol="0"/>
          <a:lstStyle>
            <a:lvl1pPr marL="0" indent="0">
              <a:buNone/>
              <a:defRPr sz="1800" baseline="0">
                <a:latin typeface="Meiryo UI" panose="020B0604030504040204" pitchFamily="50" charset="-128"/>
                <a:ea typeface="Meiryo UI" panose="020B0604030504040204" pitchFamily="50" charset="-128"/>
              </a:defRPr>
            </a:lvl1pPr>
            <a:lvl2pPr marL="283464">
              <a:defRPr sz="1800" baseline="0">
                <a:latin typeface="Meiryo UI" panose="020B0604030504040204" pitchFamily="50" charset="-128"/>
                <a:ea typeface="Meiryo UI" panose="020B0604030504040204" pitchFamily="50" charset="-128"/>
              </a:defRPr>
            </a:lvl2pPr>
            <a:lvl3pPr marL="566928">
              <a:defRPr sz="1600" baseline="0">
                <a:latin typeface="Meiryo UI" panose="020B0604030504040204" pitchFamily="50" charset="-128"/>
                <a:ea typeface="Meiryo UI" panose="020B0604030504040204" pitchFamily="50" charset="-128"/>
              </a:defRPr>
            </a:lvl3pPr>
            <a:lvl4pPr marL="758952">
              <a:defRPr sz="1400" baseline="0">
                <a:latin typeface="Meiryo UI" panose="020B0604030504040204" pitchFamily="50" charset="-128"/>
                <a:ea typeface="Meiryo UI" panose="020B0604030504040204" pitchFamily="50" charset="-128"/>
              </a:defRPr>
            </a:lvl4pPr>
            <a:lvl5pPr marL="1042416">
              <a:defRPr sz="1400" baseline="0">
                <a:latin typeface="Meiryo UI" panose="020B0604030504040204" pitchFamily="50" charset="-128"/>
                <a:ea typeface="Meiryo UI" panose="020B0604030504040204" pitchFamily="50" charset="-128"/>
              </a:defRPr>
            </a:lvl5pPr>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7" name="テキスト プレースホルダー 9">
            <a:extLst>
              <a:ext uri="{FF2B5EF4-FFF2-40B4-BE49-F238E27FC236}">
                <a16:creationId xmlns:a16="http://schemas.microsoft.com/office/drawing/2014/main" id="{E3602100-4B1B-08F9-3FE3-A39515512D51}"/>
              </a:ext>
            </a:extLst>
          </p:cNvPr>
          <p:cNvSpPr>
            <a:spLocks noGrp="1"/>
          </p:cNvSpPr>
          <p:nvPr>
            <p:ph type="body" sz="quarter" idx="13" hasCustomPrompt="1"/>
          </p:nvPr>
        </p:nvSpPr>
        <p:spPr>
          <a:xfrm>
            <a:off x="1815806" y="793971"/>
            <a:ext cx="621792" cy="621792"/>
          </a:xfrm>
          <a:prstGeom prst="ellipse">
            <a:avLst/>
          </a:prstGeom>
          <a:solidFill>
            <a:schemeClr val="accent1"/>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11" name="フリーフォーム(F) 65">
            <a:extLst>
              <a:ext uri="{FF2B5EF4-FFF2-40B4-BE49-F238E27FC236}">
                <a16:creationId xmlns:a16="http://schemas.microsoft.com/office/drawing/2014/main" id="{232AA84F-639D-A24B-BB67-2694CC069C65}"/>
              </a:ext>
            </a:extLst>
          </p:cNvPr>
          <p:cNvSpPr/>
          <p:nvPr/>
        </p:nvSpPr>
        <p:spPr>
          <a:xfrm>
            <a:off x="838989" y="5178370"/>
            <a:ext cx="2157098" cy="1679630"/>
          </a:xfrm>
          <a:custGeom>
            <a:avLst/>
            <a:gdLst>
              <a:gd name="connsiteX0" fmla="*/ 1078549 w 2157098"/>
              <a:gd name="connsiteY0" fmla="*/ 0 h 1679630"/>
              <a:gd name="connsiteX1" fmla="*/ 2157098 w 2157098"/>
              <a:gd name="connsiteY1" fmla="*/ 1078549 h 1679630"/>
              <a:gd name="connsiteX2" fmla="*/ 2072341 w 2157098"/>
              <a:gd name="connsiteY2" fmla="*/ 1498369 h 1679630"/>
              <a:gd name="connsiteX3" fmla="*/ 1973955 w 2157098"/>
              <a:gd name="connsiteY3" fmla="*/ 1679630 h 1679630"/>
              <a:gd name="connsiteX4" fmla="*/ 183143 w 2157098"/>
              <a:gd name="connsiteY4" fmla="*/ 1679630 h 1679630"/>
              <a:gd name="connsiteX5" fmla="*/ 84758 w 2157098"/>
              <a:gd name="connsiteY5" fmla="*/ 1498369 h 1679630"/>
              <a:gd name="connsiteX6" fmla="*/ 0 w 2157098"/>
              <a:gd name="connsiteY6" fmla="*/ 1078549 h 1679630"/>
              <a:gd name="connsiteX7" fmla="*/ 1078549 w 2157098"/>
              <a:gd name="connsiteY7" fmla="*/ 0 h 1679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7098" h="1679630">
                <a:moveTo>
                  <a:pt x="1078549" y="0"/>
                </a:moveTo>
                <a:cubicBezTo>
                  <a:pt x="1674215" y="0"/>
                  <a:pt x="2157098" y="482883"/>
                  <a:pt x="2157098" y="1078549"/>
                </a:cubicBezTo>
                <a:cubicBezTo>
                  <a:pt x="2157098" y="1227466"/>
                  <a:pt x="2126918" y="1369333"/>
                  <a:pt x="2072341" y="1498369"/>
                </a:cubicBezTo>
                <a:lnTo>
                  <a:pt x="1973955" y="1679630"/>
                </a:lnTo>
                <a:lnTo>
                  <a:pt x="183143" y="1679630"/>
                </a:lnTo>
                <a:lnTo>
                  <a:pt x="84758" y="1498369"/>
                </a:lnTo>
                <a:cubicBezTo>
                  <a:pt x="30180" y="1369333"/>
                  <a:pt x="0" y="1227466"/>
                  <a:pt x="0" y="1078549"/>
                </a:cubicBezTo>
                <a:cubicBezTo>
                  <a:pt x="0" y="482883"/>
                  <a:pt x="482883" y="0"/>
                  <a:pt x="1078549" y="0"/>
                </a:cubicBezTo>
                <a:close/>
              </a:path>
            </a:pathLst>
          </a:custGeom>
          <a:solidFill>
            <a:schemeClr val="accent4">
              <a:alpha val="8321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13" name="円/楕円 12">
            <a:extLst>
              <a:ext uri="{FF2B5EF4-FFF2-40B4-BE49-F238E27FC236}">
                <a16:creationId xmlns:a16="http://schemas.microsoft.com/office/drawing/2014/main" id="{439B8E7B-82C3-F9D6-9E34-8F76C40C8539}"/>
              </a:ext>
            </a:extLst>
          </p:cNvPr>
          <p:cNvSpPr/>
          <p:nvPr/>
        </p:nvSpPr>
        <p:spPr>
          <a:xfrm>
            <a:off x="9626717" y="4990918"/>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60" name="フッター プレースホルダー 59">
            <a:extLst>
              <a:ext uri="{FF2B5EF4-FFF2-40B4-BE49-F238E27FC236}">
                <a16:creationId xmlns:a16="http://schemas.microsoft.com/office/drawing/2014/main" id="{EACDB755-CEBA-6C68-443D-525463E80DAB}"/>
              </a:ext>
            </a:extLst>
          </p:cNvPr>
          <p:cNvSpPr>
            <a:spLocks noGrp="1"/>
          </p:cNvSpPr>
          <p:nvPr>
            <p:ph type="ftr" sz="quarter" idx="15"/>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61" name="スライド番号プレースホルダー 60">
            <a:extLst>
              <a:ext uri="{FF2B5EF4-FFF2-40B4-BE49-F238E27FC236}">
                <a16:creationId xmlns:a16="http://schemas.microsoft.com/office/drawing/2014/main" id="{307D0F4E-2944-C947-2B6E-0547303F2566}"/>
              </a:ext>
            </a:extLst>
          </p:cNvPr>
          <p:cNvSpPr>
            <a:spLocks noGrp="1"/>
          </p:cNvSpPr>
          <p:nvPr>
            <p:ph type="sldNum" sz="quarter" idx="16"/>
          </p:nvPr>
        </p:nvSpPr>
        <p:spPr/>
        <p:txBody>
          <a:bodyPr rtlCol="0"/>
          <a:lstStyle>
            <a:lvl1pPr>
              <a:defRPr b="1" baseline="0">
                <a:latin typeface="+mj-ea"/>
                <a:ea typeface="+mj-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1908239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0AE1B9-1C14-F852-2B97-05DAA5F80CD7}"/>
              </a:ext>
            </a:extLst>
          </p:cNvPr>
          <p:cNvSpPr>
            <a:spLocks noGrp="1"/>
          </p:cNvSpPr>
          <p:nvPr>
            <p:ph type="title"/>
          </p:nvPr>
        </p:nvSpPr>
        <p:spPr>
          <a:xfrm>
            <a:off x="603504" y="438912"/>
            <a:ext cx="8762246" cy="1325880"/>
          </a:xfrm>
        </p:spPr>
        <p:txBody>
          <a:bodyPr rtlCol="0"/>
          <a:lstStyle>
            <a:lvl1pPr>
              <a:defRPr sz="6600" baseline="0">
                <a:latin typeface="Meiryo UI" panose="020B0604030504040204" pitchFamily="50" charset="-128"/>
              </a:defRPr>
            </a:lvl1pPr>
          </a:lstStyle>
          <a:p>
            <a:pPr rtl="0"/>
            <a:r>
              <a:rPr lang="ja-JP" altLang="en-US" noProof="0" dirty="0"/>
              <a:t>マスター タイトルの書式設定</a:t>
            </a:r>
          </a:p>
        </p:txBody>
      </p:sp>
      <p:sp>
        <p:nvSpPr>
          <p:cNvPr id="8" name="テキスト プレースホルダー 7">
            <a:extLst>
              <a:ext uri="{FF2B5EF4-FFF2-40B4-BE49-F238E27FC236}">
                <a16:creationId xmlns:a16="http://schemas.microsoft.com/office/drawing/2014/main" id="{A8596636-128C-4D64-E63E-16619F5CDF2C}"/>
              </a:ext>
            </a:extLst>
          </p:cNvPr>
          <p:cNvSpPr>
            <a:spLocks noGrp="1"/>
          </p:cNvSpPr>
          <p:nvPr>
            <p:ph type="body" sz="quarter" idx="13" hasCustomPrompt="1"/>
          </p:nvPr>
        </p:nvSpPr>
        <p:spPr>
          <a:xfrm>
            <a:off x="0" y="1892808"/>
            <a:ext cx="8659368" cy="749808"/>
          </a:xfrm>
          <a:solidFill>
            <a:schemeClr val="accent1">
              <a:lumMod val="75000"/>
            </a:schemeClr>
          </a:solidFill>
        </p:spPr>
        <p:txBody>
          <a:bodyPr lIns="713232" rtlCol="0" anchor="ctr">
            <a:noAutofit/>
          </a:bodyPr>
          <a:lstStyle>
            <a:lvl1pPr marL="0" indent="0">
              <a:buNone/>
              <a:defRPr sz="4000" baseline="0">
                <a:solidFill>
                  <a:schemeClr val="bg2"/>
                </a:solidFill>
                <a:latin typeface="Meiryo UI" panose="020B0604030504040204" pitchFamily="50" charset="-128"/>
              </a:defRPr>
            </a:lvl1pPr>
          </a:lstStyle>
          <a:p>
            <a:pPr lvl="0" rtl="0"/>
            <a:r>
              <a:rPr lang="ja-JP" altLang="en-US" noProof="0" dirty="0"/>
              <a:t>クリックしてマスター テキストのスタイルを編集</a:t>
            </a:r>
          </a:p>
        </p:txBody>
      </p:sp>
      <p:sp>
        <p:nvSpPr>
          <p:cNvPr id="14" name="テキスト プレースホルダー 13">
            <a:extLst>
              <a:ext uri="{FF2B5EF4-FFF2-40B4-BE49-F238E27FC236}">
                <a16:creationId xmlns:a16="http://schemas.microsoft.com/office/drawing/2014/main" id="{D5E065C5-B7CB-9146-3A7C-A6F39CA9B231}"/>
              </a:ext>
            </a:extLst>
          </p:cNvPr>
          <p:cNvSpPr>
            <a:spLocks noGrp="1"/>
          </p:cNvSpPr>
          <p:nvPr>
            <p:ph type="body" sz="quarter" idx="18" hasCustomPrompt="1"/>
          </p:nvPr>
        </p:nvSpPr>
        <p:spPr>
          <a:xfrm>
            <a:off x="8183880" y="1792224"/>
            <a:ext cx="960120" cy="960120"/>
          </a:xfrm>
          <a:prstGeom prst="ellipse">
            <a:avLst/>
          </a:prstGeom>
          <a:solidFill>
            <a:schemeClr val="accent1">
              <a:lumMod val="75000"/>
            </a:schemeClr>
          </a:solidFill>
          <a:ln w="63500">
            <a:solidFill>
              <a:schemeClr val="bg2"/>
            </a:solidFill>
          </a:ln>
        </p:spPr>
        <p:txBody>
          <a:bodyPr lIns="0" tIns="0" rIns="0" bIns="0" rtlCol="0" anchor="ctr">
            <a:noAutofit/>
          </a:bodyPr>
          <a:lstStyle>
            <a:lvl1pPr marL="0" indent="0" algn="ctr">
              <a:buNone/>
              <a:defRPr sz="4000" baseline="0">
                <a:solidFill>
                  <a:schemeClr val="bg2"/>
                </a:solidFill>
                <a:latin typeface="Meiryo UI" panose="020B0604030504040204" pitchFamily="50" charset="-128"/>
              </a:defRPr>
            </a:lvl1pPr>
          </a:lstStyle>
          <a:p>
            <a:pPr lvl="0" rtl="0"/>
            <a:r>
              <a:rPr lang="en-US" altLang="ja-JP" noProof="0"/>
              <a:t>00</a:t>
            </a:r>
          </a:p>
        </p:txBody>
      </p:sp>
      <p:sp>
        <p:nvSpPr>
          <p:cNvPr id="9" name="テキスト プレースホルダー 7">
            <a:extLst>
              <a:ext uri="{FF2B5EF4-FFF2-40B4-BE49-F238E27FC236}">
                <a16:creationId xmlns:a16="http://schemas.microsoft.com/office/drawing/2014/main" id="{BD0306DB-B174-37A8-719D-C89F9EE1189F}"/>
              </a:ext>
            </a:extLst>
          </p:cNvPr>
          <p:cNvSpPr>
            <a:spLocks noGrp="1"/>
          </p:cNvSpPr>
          <p:nvPr>
            <p:ph type="body" sz="quarter" idx="14" hasCustomPrompt="1"/>
          </p:nvPr>
        </p:nvSpPr>
        <p:spPr>
          <a:xfrm>
            <a:off x="0" y="2891790"/>
            <a:ext cx="8659368" cy="749808"/>
          </a:xfrm>
          <a:solidFill>
            <a:schemeClr val="accent2">
              <a:lumMod val="75000"/>
            </a:schemeClr>
          </a:solidFill>
        </p:spPr>
        <p:txBody>
          <a:bodyPr lIns="713232" rtlCol="0" anchor="ctr">
            <a:noAutofit/>
          </a:bodyPr>
          <a:lstStyle>
            <a:lvl1pPr marL="0" indent="0">
              <a:buNone/>
              <a:defRPr sz="4000" baseline="0">
                <a:solidFill>
                  <a:schemeClr val="bg2"/>
                </a:solidFill>
                <a:latin typeface="Meiryo UI" panose="020B0604030504040204" pitchFamily="50" charset="-128"/>
              </a:defRPr>
            </a:lvl1pPr>
          </a:lstStyle>
          <a:p>
            <a:pPr lvl="0" rtl="0"/>
            <a:r>
              <a:rPr lang="ja-JP" altLang="en-US" noProof="0" dirty="0"/>
              <a:t>クリックしてマスター テキストのスタイルを編集</a:t>
            </a:r>
          </a:p>
        </p:txBody>
      </p:sp>
      <p:sp>
        <p:nvSpPr>
          <p:cNvPr id="15" name="テキスト プレースホルダー 13">
            <a:extLst>
              <a:ext uri="{FF2B5EF4-FFF2-40B4-BE49-F238E27FC236}">
                <a16:creationId xmlns:a16="http://schemas.microsoft.com/office/drawing/2014/main" id="{D80DBC95-A30E-E3C3-6A02-0DE7F6995B64}"/>
              </a:ext>
            </a:extLst>
          </p:cNvPr>
          <p:cNvSpPr>
            <a:spLocks noGrp="1"/>
          </p:cNvSpPr>
          <p:nvPr>
            <p:ph type="body" sz="quarter" idx="19" hasCustomPrompt="1"/>
          </p:nvPr>
        </p:nvSpPr>
        <p:spPr>
          <a:xfrm>
            <a:off x="8183880" y="2784348"/>
            <a:ext cx="960120" cy="960120"/>
          </a:xfrm>
          <a:prstGeom prst="ellipse">
            <a:avLst/>
          </a:prstGeom>
          <a:solidFill>
            <a:schemeClr val="accent2">
              <a:lumMod val="75000"/>
            </a:schemeClr>
          </a:solidFill>
          <a:ln w="63500">
            <a:solidFill>
              <a:schemeClr val="bg2"/>
            </a:solidFill>
          </a:ln>
        </p:spPr>
        <p:txBody>
          <a:bodyPr lIns="0" tIns="0" rIns="0" bIns="0" rtlCol="0" anchor="ctr">
            <a:noAutofit/>
          </a:bodyPr>
          <a:lstStyle>
            <a:lvl1pPr marL="0" indent="0" algn="ctr">
              <a:buNone/>
              <a:defRPr sz="4000" baseline="0">
                <a:solidFill>
                  <a:schemeClr val="bg2"/>
                </a:solidFill>
                <a:latin typeface="Meiryo UI" panose="020B0604030504040204" pitchFamily="50" charset="-128"/>
              </a:defRPr>
            </a:lvl1pPr>
          </a:lstStyle>
          <a:p>
            <a:pPr lvl="0" rtl="0"/>
            <a:r>
              <a:rPr lang="en-US" altLang="ja-JP" noProof="0"/>
              <a:t>00</a:t>
            </a:r>
          </a:p>
        </p:txBody>
      </p:sp>
      <p:sp>
        <p:nvSpPr>
          <p:cNvPr id="10" name="テキスト プレースホルダー 7">
            <a:extLst>
              <a:ext uri="{FF2B5EF4-FFF2-40B4-BE49-F238E27FC236}">
                <a16:creationId xmlns:a16="http://schemas.microsoft.com/office/drawing/2014/main" id="{CFF0762B-1AD3-943D-F4CC-9D5CF5740539}"/>
              </a:ext>
            </a:extLst>
          </p:cNvPr>
          <p:cNvSpPr>
            <a:spLocks noGrp="1"/>
          </p:cNvSpPr>
          <p:nvPr>
            <p:ph type="body" sz="quarter" idx="15" hasCustomPrompt="1"/>
          </p:nvPr>
        </p:nvSpPr>
        <p:spPr>
          <a:xfrm>
            <a:off x="0" y="3890772"/>
            <a:ext cx="8659368" cy="749808"/>
          </a:xfrm>
          <a:solidFill>
            <a:schemeClr val="accent4">
              <a:lumMod val="75000"/>
            </a:schemeClr>
          </a:solidFill>
        </p:spPr>
        <p:txBody>
          <a:bodyPr lIns="713232" rtlCol="0" anchor="ctr">
            <a:noAutofit/>
          </a:bodyPr>
          <a:lstStyle>
            <a:lvl1pPr marL="0" indent="0">
              <a:buNone/>
              <a:defRPr sz="4000" baseline="0">
                <a:solidFill>
                  <a:schemeClr val="bg2"/>
                </a:solidFill>
                <a:latin typeface="Meiryo UI" panose="020B0604030504040204" pitchFamily="50" charset="-128"/>
              </a:defRPr>
            </a:lvl1pPr>
          </a:lstStyle>
          <a:p>
            <a:pPr lvl="0" rtl="0"/>
            <a:r>
              <a:rPr lang="ja-JP" altLang="en-US" noProof="0" dirty="0"/>
              <a:t>クリックしてマスター テキストのスタイルを編集</a:t>
            </a:r>
          </a:p>
        </p:txBody>
      </p:sp>
      <p:sp>
        <p:nvSpPr>
          <p:cNvPr id="16" name="テキスト プレースホルダー 13">
            <a:extLst>
              <a:ext uri="{FF2B5EF4-FFF2-40B4-BE49-F238E27FC236}">
                <a16:creationId xmlns:a16="http://schemas.microsoft.com/office/drawing/2014/main" id="{51060427-2619-E83D-D977-65854C7AA35B}"/>
              </a:ext>
            </a:extLst>
          </p:cNvPr>
          <p:cNvSpPr>
            <a:spLocks noGrp="1"/>
          </p:cNvSpPr>
          <p:nvPr>
            <p:ph type="body" sz="quarter" idx="20" hasCustomPrompt="1"/>
          </p:nvPr>
        </p:nvSpPr>
        <p:spPr>
          <a:xfrm>
            <a:off x="8183880" y="3776472"/>
            <a:ext cx="960120" cy="960120"/>
          </a:xfrm>
          <a:prstGeom prst="ellipse">
            <a:avLst/>
          </a:prstGeom>
          <a:solidFill>
            <a:schemeClr val="accent4">
              <a:lumMod val="75000"/>
            </a:schemeClr>
          </a:solidFill>
          <a:ln w="63500">
            <a:solidFill>
              <a:schemeClr val="bg2"/>
            </a:solidFill>
          </a:ln>
        </p:spPr>
        <p:txBody>
          <a:bodyPr lIns="0" tIns="0" rIns="0" bIns="0" rtlCol="0" anchor="ctr">
            <a:noAutofit/>
          </a:bodyPr>
          <a:lstStyle>
            <a:lvl1pPr marL="0" indent="0" algn="ctr">
              <a:buNone/>
              <a:defRPr sz="4000" baseline="0">
                <a:solidFill>
                  <a:schemeClr val="bg2"/>
                </a:solidFill>
                <a:latin typeface="Meiryo UI" panose="020B0604030504040204" pitchFamily="50" charset="-128"/>
              </a:defRPr>
            </a:lvl1pPr>
          </a:lstStyle>
          <a:p>
            <a:pPr lvl="0" rtl="0"/>
            <a:r>
              <a:rPr lang="en-US" altLang="ja-JP" noProof="0"/>
              <a:t>00</a:t>
            </a:r>
          </a:p>
        </p:txBody>
      </p:sp>
      <p:sp>
        <p:nvSpPr>
          <p:cNvPr id="11" name="テキスト プレースホルダー 7">
            <a:extLst>
              <a:ext uri="{FF2B5EF4-FFF2-40B4-BE49-F238E27FC236}">
                <a16:creationId xmlns:a16="http://schemas.microsoft.com/office/drawing/2014/main" id="{8B28E366-646A-5633-0E0C-1BB99B27FDDB}"/>
              </a:ext>
            </a:extLst>
          </p:cNvPr>
          <p:cNvSpPr>
            <a:spLocks noGrp="1"/>
          </p:cNvSpPr>
          <p:nvPr>
            <p:ph type="body" sz="quarter" idx="16" hasCustomPrompt="1"/>
          </p:nvPr>
        </p:nvSpPr>
        <p:spPr>
          <a:xfrm>
            <a:off x="0" y="4889754"/>
            <a:ext cx="8659368" cy="749808"/>
          </a:xfrm>
          <a:solidFill>
            <a:schemeClr val="tx1">
              <a:lumMod val="90000"/>
              <a:lumOff val="10000"/>
            </a:schemeClr>
          </a:solidFill>
        </p:spPr>
        <p:txBody>
          <a:bodyPr lIns="713232" rtlCol="0" anchor="ctr">
            <a:noAutofit/>
          </a:bodyPr>
          <a:lstStyle>
            <a:lvl1pPr marL="0" indent="0">
              <a:buNone/>
              <a:defRPr sz="4000" baseline="0">
                <a:solidFill>
                  <a:schemeClr val="bg2"/>
                </a:solidFill>
                <a:latin typeface="Meiryo UI" panose="020B0604030504040204" pitchFamily="50" charset="-128"/>
              </a:defRPr>
            </a:lvl1pPr>
          </a:lstStyle>
          <a:p>
            <a:pPr lvl="0" rtl="0"/>
            <a:r>
              <a:rPr lang="ja-JP" altLang="en-US" noProof="0"/>
              <a:t>クリックしてマスター テキストのスタイルを編集</a:t>
            </a:r>
          </a:p>
        </p:txBody>
      </p:sp>
      <p:sp>
        <p:nvSpPr>
          <p:cNvPr id="17" name="テキスト プレースホルダー 13">
            <a:extLst>
              <a:ext uri="{FF2B5EF4-FFF2-40B4-BE49-F238E27FC236}">
                <a16:creationId xmlns:a16="http://schemas.microsoft.com/office/drawing/2014/main" id="{2A38A746-8D71-1D08-BD7B-347D1E598542}"/>
              </a:ext>
            </a:extLst>
          </p:cNvPr>
          <p:cNvSpPr>
            <a:spLocks noGrp="1"/>
          </p:cNvSpPr>
          <p:nvPr>
            <p:ph type="body" sz="quarter" idx="21" hasCustomPrompt="1"/>
          </p:nvPr>
        </p:nvSpPr>
        <p:spPr>
          <a:xfrm>
            <a:off x="8183880" y="4768596"/>
            <a:ext cx="960120" cy="960120"/>
          </a:xfrm>
          <a:prstGeom prst="ellipse">
            <a:avLst/>
          </a:prstGeom>
          <a:solidFill>
            <a:schemeClr val="tx2"/>
          </a:solidFill>
          <a:ln w="63500">
            <a:solidFill>
              <a:schemeClr val="bg2"/>
            </a:solidFill>
          </a:ln>
        </p:spPr>
        <p:txBody>
          <a:bodyPr lIns="0" tIns="0" rIns="0" bIns="0" rtlCol="0" anchor="ctr">
            <a:noAutofit/>
          </a:bodyPr>
          <a:lstStyle>
            <a:lvl1pPr marL="0" indent="0" algn="ctr">
              <a:buNone/>
              <a:defRPr sz="4000" baseline="0">
                <a:solidFill>
                  <a:schemeClr val="bg2"/>
                </a:solidFill>
                <a:latin typeface="Meiryo UI" panose="020B0604030504040204" pitchFamily="50" charset="-128"/>
              </a:defRPr>
            </a:lvl1pPr>
          </a:lstStyle>
          <a:p>
            <a:pPr lvl="0" rtl="0"/>
            <a:r>
              <a:rPr lang="en-US" altLang="ja-JP" noProof="0"/>
              <a:t>00</a:t>
            </a:r>
          </a:p>
        </p:txBody>
      </p:sp>
      <p:sp>
        <p:nvSpPr>
          <p:cNvPr id="12" name="テキスト プレースホルダー 7">
            <a:extLst>
              <a:ext uri="{FF2B5EF4-FFF2-40B4-BE49-F238E27FC236}">
                <a16:creationId xmlns:a16="http://schemas.microsoft.com/office/drawing/2014/main" id="{CB500DDB-4549-EAE1-1AA8-DBD382D2B9AB}"/>
              </a:ext>
            </a:extLst>
          </p:cNvPr>
          <p:cNvSpPr>
            <a:spLocks noGrp="1"/>
          </p:cNvSpPr>
          <p:nvPr>
            <p:ph type="body" sz="quarter" idx="17" hasCustomPrompt="1"/>
          </p:nvPr>
        </p:nvSpPr>
        <p:spPr>
          <a:xfrm>
            <a:off x="0" y="5888736"/>
            <a:ext cx="8659368" cy="749808"/>
          </a:xfrm>
          <a:solidFill>
            <a:schemeClr val="accent3">
              <a:lumMod val="75000"/>
            </a:schemeClr>
          </a:solidFill>
        </p:spPr>
        <p:txBody>
          <a:bodyPr lIns="713232" rtlCol="0" anchor="ctr">
            <a:noAutofit/>
          </a:bodyPr>
          <a:lstStyle>
            <a:lvl1pPr marL="0" indent="0">
              <a:buNone/>
              <a:defRPr sz="4000" baseline="0">
                <a:solidFill>
                  <a:schemeClr val="bg2"/>
                </a:solidFill>
                <a:latin typeface="Meiryo UI" panose="020B0604030504040204" pitchFamily="50" charset="-128"/>
              </a:defRPr>
            </a:lvl1pPr>
          </a:lstStyle>
          <a:p>
            <a:pPr lvl="0" rtl="0"/>
            <a:r>
              <a:rPr lang="ja-JP" altLang="en-US" noProof="0"/>
              <a:t>クリックしてマスター テキストのスタイルを編集</a:t>
            </a:r>
          </a:p>
        </p:txBody>
      </p:sp>
      <p:sp>
        <p:nvSpPr>
          <p:cNvPr id="18" name="テキスト プレースホルダー 13">
            <a:extLst>
              <a:ext uri="{FF2B5EF4-FFF2-40B4-BE49-F238E27FC236}">
                <a16:creationId xmlns:a16="http://schemas.microsoft.com/office/drawing/2014/main" id="{EC619F49-49DD-DF7B-37A0-6104FF3C2B30}"/>
              </a:ext>
            </a:extLst>
          </p:cNvPr>
          <p:cNvSpPr>
            <a:spLocks noGrp="1"/>
          </p:cNvSpPr>
          <p:nvPr>
            <p:ph type="body" sz="quarter" idx="22" hasCustomPrompt="1"/>
          </p:nvPr>
        </p:nvSpPr>
        <p:spPr>
          <a:xfrm>
            <a:off x="8183880" y="5760720"/>
            <a:ext cx="960120" cy="960120"/>
          </a:xfrm>
          <a:prstGeom prst="ellipse">
            <a:avLst/>
          </a:prstGeom>
          <a:solidFill>
            <a:schemeClr val="accent3">
              <a:lumMod val="75000"/>
            </a:schemeClr>
          </a:solidFill>
          <a:ln w="63500">
            <a:solidFill>
              <a:schemeClr val="bg2"/>
            </a:solidFill>
          </a:ln>
        </p:spPr>
        <p:txBody>
          <a:bodyPr lIns="0" tIns="0" rIns="0" bIns="0" rtlCol="0" anchor="ctr">
            <a:noAutofit/>
          </a:bodyPr>
          <a:lstStyle>
            <a:lvl1pPr marL="0" indent="0" algn="ctr">
              <a:buNone/>
              <a:defRPr sz="4000" baseline="0">
                <a:solidFill>
                  <a:schemeClr val="bg2"/>
                </a:solidFill>
                <a:latin typeface="Meiryo UI" panose="020B0604030504040204" pitchFamily="50" charset="-128"/>
              </a:defRPr>
            </a:lvl1pPr>
          </a:lstStyle>
          <a:p>
            <a:pPr lvl="0" rtl="0"/>
            <a:r>
              <a:rPr lang="en-US" altLang="ja-JP" noProof="0"/>
              <a:t>00</a:t>
            </a:r>
          </a:p>
        </p:txBody>
      </p:sp>
    </p:spTree>
    <p:extLst>
      <p:ext uri="{BB962C8B-B14F-4D97-AF65-F5344CB8AC3E}">
        <p14:creationId xmlns:p14="http://schemas.microsoft.com/office/powerpoint/2010/main" val="3161961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セクション ヘッダー">
    <p:spTree>
      <p:nvGrpSpPr>
        <p:cNvPr id="1" name=""/>
        <p:cNvGrpSpPr/>
        <p:nvPr/>
      </p:nvGrpSpPr>
      <p:grpSpPr>
        <a:xfrm>
          <a:off x="0" y="0"/>
          <a:ext cx="0" cy="0"/>
          <a:chOff x="0" y="0"/>
          <a:chExt cx="0" cy="0"/>
        </a:xfrm>
      </p:grpSpPr>
      <p:sp>
        <p:nvSpPr>
          <p:cNvPr id="23" name="Freeform: Shape 22" hidden="1">
            <a:extLst>
              <a:ext uri="{FF2B5EF4-FFF2-40B4-BE49-F238E27FC236}">
                <a16:creationId xmlns:a16="http://schemas.microsoft.com/office/drawing/2014/main" id="{25EA7C35-FF1A-FBFD-05A2-718EB0D16B65}"/>
              </a:ext>
            </a:extLst>
          </p:cNvPr>
          <p:cNvSpPr/>
          <p:nvPr/>
        </p:nvSpPr>
        <p:spPr>
          <a:xfrm>
            <a:off x="233681" y="2011679"/>
            <a:ext cx="3195438" cy="3286867"/>
          </a:xfrm>
          <a:custGeom>
            <a:avLst/>
            <a:gdLst>
              <a:gd name="connsiteX0" fmla="*/ 2213 w 9357201"/>
              <a:gd name="connsiteY0" fmla="*/ -650 h 3276674"/>
              <a:gd name="connsiteX1" fmla="*/ 8009370 w 9357201"/>
              <a:gd name="connsiteY1" fmla="*/ -650 h 3276674"/>
              <a:gd name="connsiteX2" fmla="*/ 9359415 w 9357201"/>
              <a:gd name="connsiteY2" fmla="*/ 1355860 h 3276674"/>
              <a:gd name="connsiteX3" fmla="*/ 9359415 w 9357201"/>
              <a:gd name="connsiteY3" fmla="*/ 3276024 h 3276674"/>
              <a:gd name="connsiteX0" fmla="*/ 0 w 9357202"/>
              <a:gd name="connsiteY0" fmla="*/ 33 h 3276707"/>
              <a:gd name="connsiteX1" fmla="*/ 5765524 w 9357202"/>
              <a:gd name="connsiteY1" fmla="*/ 0 h 3276707"/>
              <a:gd name="connsiteX2" fmla="*/ 8007157 w 9357202"/>
              <a:gd name="connsiteY2" fmla="*/ 33 h 3276707"/>
              <a:gd name="connsiteX3" fmla="*/ 9357202 w 9357202"/>
              <a:gd name="connsiteY3" fmla="*/ 1356543 h 3276707"/>
              <a:gd name="connsiteX4" fmla="*/ 9357202 w 9357202"/>
              <a:gd name="connsiteY4" fmla="*/ 3276707 h 3276707"/>
              <a:gd name="connsiteX0" fmla="*/ 0 w 3591678"/>
              <a:gd name="connsiteY0" fmla="*/ 0 h 3276707"/>
              <a:gd name="connsiteX1" fmla="*/ 2241633 w 3591678"/>
              <a:gd name="connsiteY1" fmla="*/ 33 h 3276707"/>
              <a:gd name="connsiteX2" fmla="*/ 3591678 w 3591678"/>
              <a:gd name="connsiteY2" fmla="*/ 1356543 h 3276707"/>
              <a:gd name="connsiteX3" fmla="*/ 3591678 w 3591678"/>
              <a:gd name="connsiteY3" fmla="*/ 3276707 h 3276707"/>
              <a:gd name="connsiteX0" fmla="*/ 0 w 3408798"/>
              <a:gd name="connsiteY0" fmla="*/ 0 h 3276707"/>
              <a:gd name="connsiteX1" fmla="*/ 2058753 w 3408798"/>
              <a:gd name="connsiteY1" fmla="*/ 33 h 3276707"/>
              <a:gd name="connsiteX2" fmla="*/ 3408798 w 3408798"/>
              <a:gd name="connsiteY2" fmla="*/ 1356543 h 3276707"/>
              <a:gd name="connsiteX3" fmla="*/ 3408798 w 3408798"/>
              <a:gd name="connsiteY3" fmla="*/ 3276707 h 3276707"/>
              <a:gd name="connsiteX0" fmla="*/ 0 w 3225918"/>
              <a:gd name="connsiteY0" fmla="*/ 0 h 3286867"/>
              <a:gd name="connsiteX1" fmla="*/ 1875873 w 3225918"/>
              <a:gd name="connsiteY1" fmla="*/ 10193 h 3286867"/>
              <a:gd name="connsiteX2" fmla="*/ 3225918 w 3225918"/>
              <a:gd name="connsiteY2" fmla="*/ 1366703 h 3286867"/>
              <a:gd name="connsiteX3" fmla="*/ 3225918 w 3225918"/>
              <a:gd name="connsiteY3" fmla="*/ 3286867 h 3286867"/>
              <a:gd name="connsiteX0" fmla="*/ 0 w 3195438"/>
              <a:gd name="connsiteY0" fmla="*/ 0 h 3286867"/>
              <a:gd name="connsiteX1" fmla="*/ 1845393 w 3195438"/>
              <a:gd name="connsiteY1" fmla="*/ 10193 h 3286867"/>
              <a:gd name="connsiteX2" fmla="*/ 3195438 w 3195438"/>
              <a:gd name="connsiteY2" fmla="*/ 1366703 h 3286867"/>
              <a:gd name="connsiteX3" fmla="*/ 3195438 w 3195438"/>
              <a:gd name="connsiteY3" fmla="*/ 3286867 h 3286867"/>
            </a:gdLst>
            <a:ahLst/>
            <a:cxnLst>
              <a:cxn ang="0">
                <a:pos x="connsiteX0" y="connsiteY0"/>
              </a:cxn>
              <a:cxn ang="0">
                <a:pos x="connsiteX1" y="connsiteY1"/>
              </a:cxn>
              <a:cxn ang="0">
                <a:pos x="connsiteX2" y="connsiteY2"/>
              </a:cxn>
              <a:cxn ang="0">
                <a:pos x="connsiteX3" y="connsiteY3"/>
              </a:cxn>
            </a:cxnLst>
            <a:rect l="l" t="t" r="r" b="b"/>
            <a:pathLst>
              <a:path w="3195438" h="3286867">
                <a:moveTo>
                  <a:pt x="0" y="0"/>
                </a:moveTo>
                <a:lnTo>
                  <a:pt x="1845393" y="10193"/>
                </a:lnTo>
                <a:cubicBezTo>
                  <a:pt x="2591000" y="10193"/>
                  <a:pt x="3195438" y="617523"/>
                  <a:pt x="3195438" y="1366703"/>
                </a:cubicBezTo>
                <a:lnTo>
                  <a:pt x="3195438" y="3286867"/>
                </a:lnTo>
              </a:path>
            </a:pathLst>
          </a:custGeom>
          <a:noFill/>
          <a:ln w="510466" cap="sq">
            <a:solidFill>
              <a:srgbClr val="00AA59"/>
            </a:solidFill>
            <a:prstDash val="solid"/>
            <a:round/>
          </a:ln>
        </p:spPr>
        <p:txBody>
          <a:bodyPr rtlCol="0" anchor="ctr"/>
          <a:lstStyle/>
          <a:p>
            <a:pPr rtl="0"/>
            <a:endParaRPr lang="en-US" dirty="0"/>
          </a:p>
        </p:txBody>
      </p:sp>
      <p:sp>
        <p:nvSpPr>
          <p:cNvPr id="24" name="Freeform: Shape 23" hidden="1">
            <a:extLst>
              <a:ext uri="{FF2B5EF4-FFF2-40B4-BE49-F238E27FC236}">
                <a16:creationId xmlns:a16="http://schemas.microsoft.com/office/drawing/2014/main" id="{B09E8213-E4A1-3E30-9198-8B68ABEE82B8}"/>
              </a:ext>
            </a:extLst>
          </p:cNvPr>
          <p:cNvSpPr/>
          <p:nvPr/>
        </p:nvSpPr>
        <p:spPr>
          <a:xfrm>
            <a:off x="3429117" y="4725899"/>
            <a:ext cx="8510941" cy="1366196"/>
          </a:xfrm>
          <a:custGeom>
            <a:avLst/>
            <a:gdLst>
              <a:gd name="connsiteX0" fmla="*/ 10980107 w 10977893"/>
              <a:gd name="connsiteY0" fmla="*/ -650 h 1365979"/>
              <a:gd name="connsiteX1" fmla="*/ 10980107 w 10977893"/>
              <a:gd name="connsiteY1" fmla="*/ 789104 h 1365979"/>
              <a:gd name="connsiteX2" fmla="*/ 10357989 w 10977893"/>
              <a:gd name="connsiteY2" fmla="*/ 1365329 h 1365979"/>
              <a:gd name="connsiteX3" fmla="*/ 624331 w 10977893"/>
              <a:gd name="connsiteY3" fmla="*/ 1365329 h 1365979"/>
              <a:gd name="connsiteX4" fmla="*/ 2213 w 10977893"/>
              <a:gd name="connsiteY4" fmla="*/ 789104 h 1365979"/>
              <a:gd name="connsiteX5" fmla="*/ 2213 w 10977893"/>
              <a:gd name="connsiteY5" fmla="*/ -650 h 1365979"/>
              <a:gd name="connsiteX0" fmla="*/ 10977894 w 10977894"/>
              <a:gd name="connsiteY0" fmla="*/ 0 h 1365979"/>
              <a:gd name="connsiteX1" fmla="*/ 10977894 w 10977894"/>
              <a:gd name="connsiteY1" fmla="*/ 789754 h 1365979"/>
              <a:gd name="connsiteX2" fmla="*/ 10355776 w 10977894"/>
              <a:gd name="connsiteY2" fmla="*/ 1365979 h 1365979"/>
              <a:gd name="connsiteX3" fmla="*/ 8724301 w 10977894"/>
              <a:gd name="connsiteY3" fmla="*/ 1362386 h 1365979"/>
              <a:gd name="connsiteX4" fmla="*/ 622118 w 10977894"/>
              <a:gd name="connsiteY4" fmla="*/ 1365979 h 1365979"/>
              <a:gd name="connsiteX5" fmla="*/ 0 w 10977894"/>
              <a:gd name="connsiteY5" fmla="*/ 789754 h 1365979"/>
              <a:gd name="connsiteX6" fmla="*/ 0 w 10977894"/>
              <a:gd name="connsiteY6" fmla="*/ 0 h 1365979"/>
              <a:gd name="connsiteX0" fmla="*/ 10977894 w 10977894"/>
              <a:gd name="connsiteY0" fmla="*/ 789754 h 1365979"/>
              <a:gd name="connsiteX1" fmla="*/ 10355776 w 10977894"/>
              <a:gd name="connsiteY1" fmla="*/ 1365979 h 1365979"/>
              <a:gd name="connsiteX2" fmla="*/ 8724301 w 10977894"/>
              <a:gd name="connsiteY2" fmla="*/ 1362386 h 1365979"/>
              <a:gd name="connsiteX3" fmla="*/ 622118 w 10977894"/>
              <a:gd name="connsiteY3" fmla="*/ 1365979 h 1365979"/>
              <a:gd name="connsiteX4" fmla="*/ 0 w 10977894"/>
              <a:gd name="connsiteY4" fmla="*/ 789754 h 1365979"/>
              <a:gd name="connsiteX5" fmla="*/ 0 w 10977894"/>
              <a:gd name="connsiteY5" fmla="*/ 0 h 1365979"/>
              <a:gd name="connsiteX0" fmla="*/ 10355776 w 10355776"/>
              <a:gd name="connsiteY0" fmla="*/ 1365979 h 1365979"/>
              <a:gd name="connsiteX1" fmla="*/ 8724301 w 10355776"/>
              <a:gd name="connsiteY1" fmla="*/ 1362386 h 1365979"/>
              <a:gd name="connsiteX2" fmla="*/ 622118 w 10355776"/>
              <a:gd name="connsiteY2" fmla="*/ 1365979 h 1365979"/>
              <a:gd name="connsiteX3" fmla="*/ 0 w 10355776"/>
              <a:gd name="connsiteY3" fmla="*/ 789754 h 1365979"/>
              <a:gd name="connsiteX4" fmla="*/ 0 w 10355776"/>
              <a:gd name="connsiteY4" fmla="*/ 0 h 1365979"/>
              <a:gd name="connsiteX0" fmla="*/ 8724301 w 8724301"/>
              <a:gd name="connsiteY0" fmla="*/ 1362386 h 1365979"/>
              <a:gd name="connsiteX1" fmla="*/ 622118 w 8724301"/>
              <a:gd name="connsiteY1" fmla="*/ 1365979 h 1365979"/>
              <a:gd name="connsiteX2" fmla="*/ 0 w 8724301"/>
              <a:gd name="connsiteY2" fmla="*/ 789754 h 1365979"/>
              <a:gd name="connsiteX3" fmla="*/ 0 w 8724301"/>
              <a:gd name="connsiteY3" fmla="*/ 0 h 1365979"/>
              <a:gd name="connsiteX0" fmla="*/ 8510941 w 8510941"/>
              <a:gd name="connsiteY0" fmla="*/ 1366196 h 1366196"/>
              <a:gd name="connsiteX1" fmla="*/ 622118 w 8510941"/>
              <a:gd name="connsiteY1" fmla="*/ 1365979 h 1366196"/>
              <a:gd name="connsiteX2" fmla="*/ 0 w 8510941"/>
              <a:gd name="connsiteY2" fmla="*/ 789754 h 1366196"/>
              <a:gd name="connsiteX3" fmla="*/ 0 w 8510941"/>
              <a:gd name="connsiteY3" fmla="*/ 0 h 1366196"/>
            </a:gdLst>
            <a:ahLst/>
            <a:cxnLst>
              <a:cxn ang="0">
                <a:pos x="connsiteX0" y="connsiteY0"/>
              </a:cxn>
              <a:cxn ang="0">
                <a:pos x="connsiteX1" y="connsiteY1"/>
              </a:cxn>
              <a:cxn ang="0">
                <a:pos x="connsiteX2" y="connsiteY2"/>
              </a:cxn>
              <a:cxn ang="0">
                <a:pos x="connsiteX3" y="connsiteY3"/>
              </a:cxn>
            </a:cxnLst>
            <a:rect l="l" t="t" r="r" b="b"/>
            <a:pathLst>
              <a:path w="8510941" h="1366196">
                <a:moveTo>
                  <a:pt x="8510941" y="1366196"/>
                </a:moveTo>
                <a:lnTo>
                  <a:pt x="622118" y="1365979"/>
                </a:lnTo>
                <a:cubicBezTo>
                  <a:pt x="278520" y="1365979"/>
                  <a:pt x="0" y="1107979"/>
                  <a:pt x="0" y="789754"/>
                </a:cubicBezTo>
                <a:lnTo>
                  <a:pt x="0" y="0"/>
                </a:lnTo>
              </a:path>
            </a:pathLst>
          </a:custGeom>
          <a:noFill/>
          <a:ln w="510466" cap="sq">
            <a:solidFill>
              <a:srgbClr val="00AA59"/>
            </a:solidFill>
            <a:prstDash val="solid"/>
            <a:round/>
          </a:ln>
        </p:spPr>
        <p:txBody>
          <a:bodyPr rtlCol="0" anchor="ctr"/>
          <a:lstStyle/>
          <a:p>
            <a:pPr rtl="0"/>
            <a:endParaRPr lang="en-US" dirty="0"/>
          </a:p>
        </p:txBody>
      </p:sp>
      <p:pic>
        <p:nvPicPr>
          <p:cNvPr id="11" name="グラフィック 10">
            <a:extLst>
              <a:ext uri="{FF2B5EF4-FFF2-40B4-BE49-F238E27FC236}">
                <a16:creationId xmlns:a16="http://schemas.microsoft.com/office/drawing/2014/main" id="{A67CFF6C-EDBA-8B95-5C93-0B4BB5939B82}"/>
              </a:ext>
            </a:extLst>
          </p:cNvPr>
          <p:cNvPicPr>
            <a:picLocks noChangeAspect="1"/>
          </p:cNvPicPr>
          <p:nvPr/>
        </p:nvPicPr>
        <p:blipFill rotWithShape="1">
          <a:blip>
            <a:extLst>
              <a:ext uri="{96DAC541-7B7A-43D3-8B79-37D633B846F1}">
                <asvg:svgBlip xmlns:asvg="http://schemas.microsoft.com/office/drawing/2016/SVG/main" r:embed="rId2"/>
              </a:ext>
            </a:extLst>
          </a:blip>
          <a:srcRect l="29507" r="12032"/>
          <a:stretch/>
        </p:blipFill>
        <p:spPr>
          <a:xfrm>
            <a:off x="0" y="1779373"/>
            <a:ext cx="12192000" cy="4583992"/>
          </a:xfrm>
          <a:custGeom>
            <a:avLst/>
            <a:gdLst>
              <a:gd name="connsiteX0" fmla="*/ 0 w 12192000"/>
              <a:gd name="connsiteY0" fmla="*/ 0 h 4583992"/>
              <a:gd name="connsiteX1" fmla="*/ 12192000 w 12192000"/>
              <a:gd name="connsiteY1" fmla="*/ 0 h 4583992"/>
              <a:gd name="connsiteX2" fmla="*/ 12192000 w 12192000"/>
              <a:gd name="connsiteY2" fmla="*/ 2190264 h 4583992"/>
              <a:gd name="connsiteX3" fmla="*/ 12187938 w 12192000"/>
              <a:gd name="connsiteY3" fmla="*/ 2190264 h 4583992"/>
              <a:gd name="connsiteX4" fmla="*/ 12187938 w 12192000"/>
              <a:gd name="connsiteY4" fmla="*/ 4583992 h 4583992"/>
              <a:gd name="connsiteX5" fmla="*/ 0 w 12192000"/>
              <a:gd name="connsiteY5" fmla="*/ 4583992 h 458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583992">
                <a:moveTo>
                  <a:pt x="0" y="0"/>
                </a:moveTo>
                <a:lnTo>
                  <a:pt x="12192000" y="0"/>
                </a:lnTo>
                <a:lnTo>
                  <a:pt x="12192000" y="2190264"/>
                </a:lnTo>
                <a:lnTo>
                  <a:pt x="12187938" y="2190264"/>
                </a:lnTo>
                <a:lnTo>
                  <a:pt x="12187938" y="4583992"/>
                </a:lnTo>
                <a:lnTo>
                  <a:pt x="0" y="4583992"/>
                </a:lnTo>
                <a:close/>
              </a:path>
            </a:pathLst>
          </a:custGeom>
        </p:spPr>
      </p:pic>
      <p:sp>
        <p:nvSpPr>
          <p:cNvPr id="18" name="円/楕円 17">
            <a:extLst>
              <a:ext uri="{FF2B5EF4-FFF2-40B4-BE49-F238E27FC236}">
                <a16:creationId xmlns:a16="http://schemas.microsoft.com/office/drawing/2014/main" id="{1FEFD686-81C7-A517-F1C0-0C3D3EF340F2}"/>
              </a:ext>
            </a:extLst>
          </p:cNvPr>
          <p:cNvSpPr/>
          <p:nvPr/>
        </p:nvSpPr>
        <p:spPr>
          <a:xfrm>
            <a:off x="767250" y="3628115"/>
            <a:ext cx="1628275" cy="1628275"/>
          </a:xfrm>
          <a:prstGeom prst="ellipse">
            <a:avLst/>
          </a:prstGeom>
          <a:solidFill>
            <a:schemeClr val="accent4">
              <a:alpha val="9304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pic>
        <p:nvPicPr>
          <p:cNvPr id="10" name="グラフィック 9">
            <a:extLst>
              <a:ext uri="{FF2B5EF4-FFF2-40B4-BE49-F238E27FC236}">
                <a16:creationId xmlns:a16="http://schemas.microsoft.com/office/drawing/2014/main" id="{6032612E-888F-3F52-2DF9-1A7FC1C338A3}"/>
              </a:ext>
            </a:extLst>
          </p:cNvPr>
          <p:cNvPicPr>
            <a:picLocks noChangeAspect="1"/>
          </p:cNvPicPr>
          <p:nvPr/>
        </p:nvPicPr>
        <p:blipFill>
          <a:blip>
            <a:extLst>
              <a:ext uri="{96DAC541-7B7A-43D3-8B79-37D633B846F1}">
                <asvg:svgBlip xmlns:asvg="http://schemas.microsoft.com/office/drawing/2016/SVG/main" r:embed="rId3"/>
              </a:ext>
            </a:extLst>
          </a:blip>
          <a:srcRect b="72707"/>
          <a:stretch>
            <a:fillRect/>
          </a:stretch>
        </p:blipFill>
        <p:spPr>
          <a:xfrm>
            <a:off x="5315713" y="5020135"/>
            <a:ext cx="6718341" cy="1871772"/>
          </a:xfrm>
          <a:custGeom>
            <a:avLst/>
            <a:gdLst>
              <a:gd name="connsiteX0" fmla="*/ 0 w 6718341"/>
              <a:gd name="connsiteY0" fmla="*/ 0 h 1871772"/>
              <a:gd name="connsiteX1" fmla="*/ 6718341 w 6718341"/>
              <a:gd name="connsiteY1" fmla="*/ 0 h 1871772"/>
              <a:gd name="connsiteX2" fmla="*/ 6718341 w 6718341"/>
              <a:gd name="connsiteY2" fmla="*/ 1871772 h 1871772"/>
              <a:gd name="connsiteX3" fmla="*/ 0 w 6718341"/>
              <a:gd name="connsiteY3" fmla="*/ 1871772 h 1871772"/>
            </a:gdLst>
            <a:ahLst/>
            <a:cxnLst>
              <a:cxn ang="0">
                <a:pos x="connsiteX0" y="connsiteY0"/>
              </a:cxn>
              <a:cxn ang="0">
                <a:pos x="connsiteX1" y="connsiteY1"/>
              </a:cxn>
              <a:cxn ang="0">
                <a:pos x="connsiteX2" y="connsiteY2"/>
              </a:cxn>
              <a:cxn ang="0">
                <a:pos x="connsiteX3" y="connsiteY3"/>
              </a:cxn>
            </a:cxnLst>
            <a:rect l="l" t="t" r="r" b="b"/>
            <a:pathLst>
              <a:path w="6718341" h="1871772">
                <a:moveTo>
                  <a:pt x="0" y="0"/>
                </a:moveTo>
                <a:lnTo>
                  <a:pt x="6718341" y="0"/>
                </a:lnTo>
                <a:lnTo>
                  <a:pt x="6718341" y="1871772"/>
                </a:lnTo>
                <a:lnTo>
                  <a:pt x="0" y="1871772"/>
                </a:lnTo>
                <a:close/>
              </a:path>
            </a:pathLst>
          </a:custGeom>
        </p:spPr>
      </p:pic>
      <p:sp>
        <p:nvSpPr>
          <p:cNvPr id="12" name="円/楕円 11">
            <a:extLst>
              <a:ext uri="{FF2B5EF4-FFF2-40B4-BE49-F238E27FC236}">
                <a16:creationId xmlns:a16="http://schemas.microsoft.com/office/drawing/2014/main" id="{3CA6479C-DB58-C182-DA46-646A89A79A6F}"/>
              </a:ext>
            </a:extLst>
          </p:cNvPr>
          <p:cNvSpPr/>
          <p:nvPr/>
        </p:nvSpPr>
        <p:spPr>
          <a:xfrm>
            <a:off x="11469607" y="5904458"/>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14" name="円/楕円 13">
            <a:extLst>
              <a:ext uri="{FF2B5EF4-FFF2-40B4-BE49-F238E27FC236}">
                <a16:creationId xmlns:a16="http://schemas.microsoft.com/office/drawing/2014/main" id="{940F0BF7-907A-B0C3-5845-78EDA851891C}"/>
              </a:ext>
            </a:extLst>
          </p:cNvPr>
          <p:cNvSpPr/>
          <p:nvPr/>
        </p:nvSpPr>
        <p:spPr>
          <a:xfrm>
            <a:off x="3000866" y="2411479"/>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pic>
        <p:nvPicPr>
          <p:cNvPr id="16" name="グラフィック 15">
            <a:extLst>
              <a:ext uri="{FF2B5EF4-FFF2-40B4-BE49-F238E27FC236}">
                <a16:creationId xmlns:a16="http://schemas.microsoft.com/office/drawing/2014/main" id="{5D287EAB-26E8-C8AF-6CB0-D37B7CB370E0}"/>
              </a:ext>
            </a:extLst>
          </p:cNvPr>
          <p:cNvPicPr>
            <a:picLocks noChangeAspect="1"/>
          </p:cNvPicPr>
          <p:nvPr/>
        </p:nvPicPr>
        <p:blipFill>
          <a:blip>
            <a:extLst>
              <a:ext uri="{96DAC541-7B7A-43D3-8B79-37D633B846F1}">
                <asvg:svgBlip xmlns:asvg="http://schemas.microsoft.com/office/drawing/2016/SVG/main" r:embed="rId4"/>
              </a:ext>
            </a:extLst>
          </a:blip>
          <a:srcRect l="14165" t="77500"/>
          <a:stretch>
            <a:fillRect/>
          </a:stretch>
        </p:blipFill>
        <p:spPr>
          <a:xfrm flipH="1">
            <a:off x="7732665" y="0"/>
            <a:ext cx="4459335" cy="1543022"/>
          </a:xfrm>
          <a:custGeom>
            <a:avLst/>
            <a:gdLst>
              <a:gd name="connsiteX0" fmla="*/ 0 w 4459335"/>
              <a:gd name="connsiteY0" fmla="*/ 0 h 1543022"/>
              <a:gd name="connsiteX1" fmla="*/ 4459335 w 4459335"/>
              <a:gd name="connsiteY1" fmla="*/ 0 h 1543022"/>
              <a:gd name="connsiteX2" fmla="*/ 4459335 w 4459335"/>
              <a:gd name="connsiteY2" fmla="*/ 1543022 h 1543022"/>
              <a:gd name="connsiteX3" fmla="*/ 0 w 4459335"/>
              <a:gd name="connsiteY3" fmla="*/ 1543022 h 1543022"/>
            </a:gdLst>
            <a:ahLst/>
            <a:cxnLst>
              <a:cxn ang="0">
                <a:pos x="connsiteX0" y="connsiteY0"/>
              </a:cxn>
              <a:cxn ang="0">
                <a:pos x="connsiteX1" y="connsiteY1"/>
              </a:cxn>
              <a:cxn ang="0">
                <a:pos x="connsiteX2" y="connsiteY2"/>
              </a:cxn>
              <a:cxn ang="0">
                <a:pos x="connsiteX3" y="connsiteY3"/>
              </a:cxn>
            </a:cxnLst>
            <a:rect l="l" t="t" r="r" b="b"/>
            <a:pathLst>
              <a:path w="4459335" h="1543022">
                <a:moveTo>
                  <a:pt x="0" y="0"/>
                </a:moveTo>
                <a:lnTo>
                  <a:pt x="4459335" y="0"/>
                </a:lnTo>
                <a:lnTo>
                  <a:pt x="4459335" y="1543022"/>
                </a:lnTo>
                <a:lnTo>
                  <a:pt x="0" y="1543022"/>
                </a:lnTo>
                <a:close/>
              </a:path>
            </a:pathLst>
          </a:custGeom>
        </p:spPr>
      </p:pic>
      <p:sp>
        <p:nvSpPr>
          <p:cNvPr id="2" name="タイトル 1">
            <a:extLst>
              <a:ext uri="{FF2B5EF4-FFF2-40B4-BE49-F238E27FC236}">
                <a16:creationId xmlns:a16="http://schemas.microsoft.com/office/drawing/2014/main" id="{5EF5323F-6D74-29FA-F04C-027DF28091E4}"/>
              </a:ext>
            </a:extLst>
          </p:cNvPr>
          <p:cNvSpPr>
            <a:spLocks noGrp="1"/>
          </p:cNvSpPr>
          <p:nvPr>
            <p:ph type="title"/>
          </p:nvPr>
        </p:nvSpPr>
        <p:spPr>
          <a:xfrm>
            <a:off x="5952744" y="2304288"/>
            <a:ext cx="5513832" cy="2432304"/>
          </a:xfrm>
        </p:spPr>
        <p:txBody>
          <a:bodyPr rtlCol="0" anchor="t">
            <a:noAutofit/>
          </a:bodyPr>
          <a:lstStyle>
            <a:lvl1pPr>
              <a:defRPr sz="4800" b="1" baseline="0">
                <a:latin typeface="+mj-ea"/>
                <a:ea typeface="+mj-ea"/>
              </a:defRPr>
            </a:lvl1pPr>
          </a:lstStyle>
          <a:p>
            <a:pPr rtl="0"/>
            <a:r>
              <a:rPr lang="ja-JP" altLang="en-US" noProof="0"/>
              <a:t>マスター タイトルの書式設定</a:t>
            </a:r>
          </a:p>
        </p:txBody>
      </p:sp>
      <p:sp>
        <p:nvSpPr>
          <p:cNvPr id="3" name="テキスト プレースホルダー 2">
            <a:extLst>
              <a:ext uri="{FF2B5EF4-FFF2-40B4-BE49-F238E27FC236}">
                <a16:creationId xmlns:a16="http://schemas.microsoft.com/office/drawing/2014/main" id="{CE354F95-4CC9-871D-2B3D-873AB0B21342}"/>
              </a:ext>
            </a:extLst>
          </p:cNvPr>
          <p:cNvSpPr>
            <a:spLocks noGrp="1"/>
          </p:cNvSpPr>
          <p:nvPr>
            <p:ph type="body" idx="1" hasCustomPrompt="1"/>
          </p:nvPr>
        </p:nvSpPr>
        <p:spPr>
          <a:xfrm>
            <a:off x="5952744" y="1885193"/>
            <a:ext cx="5943600" cy="411480"/>
          </a:xfrm>
        </p:spPr>
        <p:txBody>
          <a:bodyPr rtlCol="0"/>
          <a:lstStyle>
            <a:lvl1pPr marL="0" indent="0">
              <a:buNone/>
              <a:defRPr sz="2400" baseline="0">
                <a:solidFill>
                  <a:schemeClr val="tx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ja-JP" altLang="en-US" noProof="0" dirty="0"/>
              <a:t>クリックしてマスター テキストのスタイルを編集</a:t>
            </a:r>
          </a:p>
        </p:txBody>
      </p:sp>
    </p:spTree>
    <p:extLst>
      <p:ext uri="{BB962C8B-B14F-4D97-AF65-F5344CB8AC3E}">
        <p14:creationId xmlns:p14="http://schemas.microsoft.com/office/powerpoint/2010/main" val="2761099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 グラフ">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0AE1B9-1C14-F852-2B97-05DAA5F80CD7}"/>
              </a:ext>
            </a:extLst>
          </p:cNvPr>
          <p:cNvSpPr>
            <a:spLocks noGrp="1"/>
          </p:cNvSpPr>
          <p:nvPr>
            <p:ph type="title"/>
          </p:nvPr>
        </p:nvSpPr>
        <p:spPr>
          <a:xfrm>
            <a:off x="2597336" y="722376"/>
            <a:ext cx="8870656" cy="764982"/>
          </a:xfrm>
        </p:spPr>
        <p:txBody>
          <a:bodyPr rtlCol="0"/>
          <a:lstStyle/>
          <a:p>
            <a:pPr rtl="0"/>
            <a:r>
              <a:rPr lang="ja-JP" altLang="en-US" noProof="0"/>
              <a:t>マスター タイトルの書式設定</a:t>
            </a:r>
          </a:p>
        </p:txBody>
      </p:sp>
      <p:sp>
        <p:nvSpPr>
          <p:cNvPr id="3" name="コンテンツ プレースホルダー 2">
            <a:extLst>
              <a:ext uri="{FF2B5EF4-FFF2-40B4-BE49-F238E27FC236}">
                <a16:creationId xmlns:a16="http://schemas.microsoft.com/office/drawing/2014/main" id="{2B433B37-5F68-E267-936F-4CA547437331}"/>
              </a:ext>
            </a:extLst>
          </p:cNvPr>
          <p:cNvSpPr>
            <a:spLocks noGrp="1"/>
          </p:cNvSpPr>
          <p:nvPr>
            <p:ph idx="1"/>
          </p:nvPr>
        </p:nvSpPr>
        <p:spPr>
          <a:xfrm>
            <a:off x="731520" y="2404872"/>
            <a:ext cx="10716768" cy="3630168"/>
          </a:xfrm>
        </p:spPr>
        <p:txBody>
          <a:bodyPr rtlCol="0"/>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endParaRPr lang="ja-JP" altLang="en-US" noProof="0" dirty="0"/>
          </a:p>
        </p:txBody>
      </p:sp>
      <p:sp>
        <p:nvSpPr>
          <p:cNvPr id="10" name="テキスト プレースホルダー 9">
            <a:extLst>
              <a:ext uri="{FF2B5EF4-FFF2-40B4-BE49-F238E27FC236}">
                <a16:creationId xmlns:a16="http://schemas.microsoft.com/office/drawing/2014/main" id="{3660BA33-D95F-4C82-419E-ADBE0C891558}"/>
              </a:ext>
            </a:extLst>
          </p:cNvPr>
          <p:cNvSpPr>
            <a:spLocks noGrp="1"/>
          </p:cNvSpPr>
          <p:nvPr>
            <p:ph type="body" sz="quarter" idx="13" hasCustomPrompt="1"/>
          </p:nvPr>
        </p:nvSpPr>
        <p:spPr>
          <a:xfrm>
            <a:off x="1815806" y="793971"/>
            <a:ext cx="621792" cy="621792"/>
          </a:xfrm>
          <a:prstGeom prst="ellipse">
            <a:avLst/>
          </a:prstGeom>
          <a:solidFill>
            <a:schemeClr val="accent2"/>
          </a:solidFill>
        </p:spPr>
        <p:txBody>
          <a:bodyPr lIns="0" tIns="0" rIns="0" bIns="0" rtlCol="0" anchor="ctr" anchorCtr="0">
            <a:noAutofit/>
          </a:bodyPr>
          <a:lstStyle>
            <a:lvl1pPr marL="0" indent="0" algn="ctr">
              <a:lnSpc>
                <a:spcPct val="100000"/>
              </a:lnSpc>
              <a:spcBef>
                <a:spcPts val="0"/>
              </a:spcBef>
              <a:buNone/>
              <a:defRPr sz="3200">
                <a:noFill/>
              </a:defRPr>
            </a:lvl1pPr>
          </a:lstStyle>
          <a:p>
            <a:pPr lvl="0" rtl="0"/>
            <a:r>
              <a:rPr lang="en-US" altLang="ja-JP" noProof="0"/>
              <a:t>X</a:t>
            </a:r>
          </a:p>
        </p:txBody>
      </p:sp>
      <p:sp>
        <p:nvSpPr>
          <p:cNvPr id="11" name="フッター プレースホルダー 10">
            <a:extLst>
              <a:ext uri="{FF2B5EF4-FFF2-40B4-BE49-F238E27FC236}">
                <a16:creationId xmlns:a16="http://schemas.microsoft.com/office/drawing/2014/main" id="{F33A32FC-3A65-2B5F-2625-0FE903CD37D4}"/>
              </a:ext>
            </a:extLst>
          </p:cNvPr>
          <p:cNvSpPr>
            <a:spLocks noGrp="1"/>
          </p:cNvSpPr>
          <p:nvPr>
            <p:ph type="ftr" sz="quarter" idx="14"/>
          </p:nvPr>
        </p:nvSpPr>
        <p:spPr/>
        <p:txBody>
          <a:bodyPr rtlCol="0"/>
          <a:lstStyle/>
          <a:p>
            <a:pPr rtl="0"/>
            <a:endParaRPr lang="ja-JP" altLang="en-US" noProof="0"/>
          </a:p>
        </p:txBody>
      </p:sp>
      <p:sp>
        <p:nvSpPr>
          <p:cNvPr id="12" name="スライド番号プレースホルダー 11">
            <a:extLst>
              <a:ext uri="{FF2B5EF4-FFF2-40B4-BE49-F238E27FC236}">
                <a16:creationId xmlns:a16="http://schemas.microsoft.com/office/drawing/2014/main" id="{7DFD42C5-F2A8-2017-93FA-4A8F8A7CB7B3}"/>
              </a:ext>
            </a:extLst>
          </p:cNvPr>
          <p:cNvSpPr>
            <a:spLocks noGrp="1"/>
          </p:cNvSpPr>
          <p:nvPr>
            <p:ph type="sldNum" sz="quarter" idx="15"/>
          </p:nvPr>
        </p:nvSpPr>
        <p:spPr/>
        <p:txBody>
          <a:bodyPr rtlCol="0"/>
          <a:lstStyle>
            <a:lvl1pPr>
              <a:defRPr b="1">
                <a:latin typeface="+mn-ea"/>
                <a:ea typeface="+mn-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3060168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タイトルとコンテンツ - テーブル">
    <p:spTree>
      <p:nvGrpSpPr>
        <p:cNvPr id="1" name=""/>
        <p:cNvGrpSpPr/>
        <p:nvPr/>
      </p:nvGrpSpPr>
      <p:grpSpPr>
        <a:xfrm>
          <a:off x="0" y="0"/>
          <a:ext cx="0" cy="0"/>
          <a:chOff x="0" y="0"/>
          <a:chExt cx="0" cy="0"/>
        </a:xfrm>
      </p:grpSpPr>
      <p:pic>
        <p:nvPicPr>
          <p:cNvPr id="39" name="グラフィック 38">
            <a:extLst>
              <a:ext uri="{FF2B5EF4-FFF2-40B4-BE49-F238E27FC236}">
                <a16:creationId xmlns:a16="http://schemas.microsoft.com/office/drawing/2014/main" id="{0FA7F5A0-ECAD-A574-6649-C54801870617}"/>
              </a:ext>
            </a:extLst>
          </p:cNvPr>
          <p:cNvPicPr>
            <a:picLocks noChangeAspect="1"/>
          </p:cNvPicPr>
          <p:nvPr userDrawn="1"/>
        </p:nvPicPr>
        <p:blipFill>
          <a:blip>
            <a:extLst>
              <a:ext uri="{96DAC541-7B7A-43D3-8B79-37D633B846F1}">
                <asvg:svgBlip xmlns:asvg="http://schemas.microsoft.com/office/drawing/2016/SVG/main" r:embed="rId2"/>
              </a:ext>
            </a:extLst>
          </a:blip>
          <a:srcRect t="26427" r="82873"/>
          <a:stretch>
            <a:fillRect/>
          </a:stretch>
        </p:blipFill>
        <p:spPr>
          <a:xfrm>
            <a:off x="9233628" y="1"/>
            <a:ext cx="2958372" cy="6105105"/>
          </a:xfrm>
          <a:custGeom>
            <a:avLst/>
            <a:gdLst>
              <a:gd name="connsiteX0" fmla="*/ 0 w 2958372"/>
              <a:gd name="connsiteY0" fmla="*/ 0 h 6105105"/>
              <a:gd name="connsiteX1" fmla="*/ 2958372 w 2958372"/>
              <a:gd name="connsiteY1" fmla="*/ 0 h 6105105"/>
              <a:gd name="connsiteX2" fmla="*/ 2958372 w 2958372"/>
              <a:gd name="connsiteY2" fmla="*/ 6105105 h 6105105"/>
              <a:gd name="connsiteX3" fmla="*/ 0 w 2958372"/>
              <a:gd name="connsiteY3" fmla="*/ 6105105 h 6105105"/>
            </a:gdLst>
            <a:ahLst/>
            <a:cxnLst>
              <a:cxn ang="0">
                <a:pos x="connsiteX0" y="connsiteY0"/>
              </a:cxn>
              <a:cxn ang="0">
                <a:pos x="connsiteX1" y="connsiteY1"/>
              </a:cxn>
              <a:cxn ang="0">
                <a:pos x="connsiteX2" y="connsiteY2"/>
              </a:cxn>
              <a:cxn ang="0">
                <a:pos x="connsiteX3" y="connsiteY3"/>
              </a:cxn>
            </a:cxnLst>
            <a:rect l="l" t="t" r="r" b="b"/>
            <a:pathLst>
              <a:path w="2958372" h="6105105">
                <a:moveTo>
                  <a:pt x="0" y="0"/>
                </a:moveTo>
                <a:lnTo>
                  <a:pt x="2958372" y="0"/>
                </a:lnTo>
                <a:lnTo>
                  <a:pt x="2958372" y="6105105"/>
                </a:lnTo>
                <a:lnTo>
                  <a:pt x="0" y="6105105"/>
                </a:lnTo>
                <a:close/>
              </a:path>
            </a:pathLst>
          </a:custGeom>
        </p:spPr>
      </p:pic>
      <p:sp>
        <p:nvSpPr>
          <p:cNvPr id="32" name="長方形 31">
            <a:extLst>
              <a:ext uri="{FF2B5EF4-FFF2-40B4-BE49-F238E27FC236}">
                <a16:creationId xmlns:a16="http://schemas.microsoft.com/office/drawing/2014/main" id="{98CD520B-B465-7A6D-37C4-8A060446902D}"/>
              </a:ext>
            </a:extLst>
          </p:cNvPr>
          <p:cNvSpPr/>
          <p:nvPr userDrawn="1"/>
        </p:nvSpPr>
        <p:spPr>
          <a:xfrm>
            <a:off x="2589592" y="723899"/>
            <a:ext cx="8870656"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dirty="0">
              <a:latin typeface="+mn-ea"/>
              <a:ea typeface="+mn-ea"/>
            </a:endParaRPr>
          </a:p>
        </p:txBody>
      </p:sp>
      <p:sp>
        <p:nvSpPr>
          <p:cNvPr id="15" name="円/楕円 14">
            <a:extLst>
              <a:ext uri="{FF2B5EF4-FFF2-40B4-BE49-F238E27FC236}">
                <a16:creationId xmlns:a16="http://schemas.microsoft.com/office/drawing/2014/main" id="{4C4684B3-A8D3-6A9A-C264-95DFAD1C3FCE}"/>
              </a:ext>
            </a:extLst>
          </p:cNvPr>
          <p:cNvSpPr/>
          <p:nvPr/>
        </p:nvSpPr>
        <p:spPr>
          <a:xfrm>
            <a:off x="9300014" y="2633978"/>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160AE1B9-1C14-F852-2B97-05DAA5F80CD7}"/>
              </a:ext>
            </a:extLst>
          </p:cNvPr>
          <p:cNvSpPr>
            <a:spLocks noGrp="1"/>
          </p:cNvSpPr>
          <p:nvPr>
            <p:ph type="title"/>
          </p:nvPr>
        </p:nvSpPr>
        <p:spPr>
          <a:xfrm>
            <a:off x="2597336" y="722376"/>
            <a:ext cx="8870656" cy="764982"/>
          </a:xfrm>
        </p:spPr>
        <p:txBody>
          <a:bodyPr rtlCol="0"/>
          <a:lstStyle>
            <a:lvl1pPr>
              <a:defRPr baseline="0">
                <a:latin typeface="+mn-ea"/>
                <a:ea typeface="+mn-ea"/>
              </a:defRPr>
            </a:lvl1pPr>
          </a:lstStyle>
          <a:p>
            <a:pPr rtl="0"/>
            <a:r>
              <a:rPr lang="ja-JP" altLang="en-US" noProof="0" dirty="0"/>
              <a:t>マスター タイトルの書式設定</a:t>
            </a:r>
          </a:p>
        </p:txBody>
      </p:sp>
      <p:sp>
        <p:nvSpPr>
          <p:cNvPr id="3" name="コンテンツ プレースホルダー 2">
            <a:extLst>
              <a:ext uri="{FF2B5EF4-FFF2-40B4-BE49-F238E27FC236}">
                <a16:creationId xmlns:a16="http://schemas.microsoft.com/office/drawing/2014/main" id="{2B433B37-5F68-E267-936F-4CA547437331}"/>
              </a:ext>
            </a:extLst>
          </p:cNvPr>
          <p:cNvSpPr>
            <a:spLocks noGrp="1"/>
          </p:cNvSpPr>
          <p:nvPr>
            <p:ph idx="1"/>
          </p:nvPr>
        </p:nvSpPr>
        <p:spPr>
          <a:xfrm>
            <a:off x="731520" y="2221992"/>
            <a:ext cx="8284464" cy="3986784"/>
          </a:xfrm>
        </p:spPr>
        <p:txBody>
          <a:bodyPr rtlCol="0"/>
          <a:lstStyle>
            <a:lvl1pPr>
              <a:defRPr baseline="0">
                <a:latin typeface="+mn-ea"/>
                <a:ea typeface="+mn-ea"/>
              </a:defRPr>
            </a:lvl1pPr>
            <a:lvl2pPr>
              <a:defRPr baseline="0">
                <a:latin typeface="+mn-ea"/>
                <a:ea typeface="+mn-ea"/>
              </a:defRPr>
            </a:lvl2pPr>
            <a:lvl3pPr>
              <a:defRPr baseline="0">
                <a:latin typeface="+mn-ea"/>
                <a:ea typeface="+mn-ea"/>
              </a:defRPr>
            </a:lvl3pPr>
            <a:lvl4pPr>
              <a:defRPr baseline="0">
                <a:latin typeface="+mn-ea"/>
                <a:ea typeface="+mn-ea"/>
              </a:defRPr>
            </a:lvl4pPr>
            <a:lvl5pPr>
              <a:defRPr baseline="0">
                <a:latin typeface="+mn-ea"/>
                <a:ea typeface="+mn-ea"/>
              </a:defRPr>
            </a:lvl5pPr>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10" name="テキスト プレースホルダー 9">
            <a:extLst>
              <a:ext uri="{FF2B5EF4-FFF2-40B4-BE49-F238E27FC236}">
                <a16:creationId xmlns:a16="http://schemas.microsoft.com/office/drawing/2014/main" id="{3660BA33-D95F-4C82-419E-ADBE0C891558}"/>
              </a:ext>
            </a:extLst>
          </p:cNvPr>
          <p:cNvSpPr>
            <a:spLocks noGrp="1"/>
          </p:cNvSpPr>
          <p:nvPr>
            <p:ph type="body" sz="quarter" idx="13" hasCustomPrompt="1"/>
          </p:nvPr>
        </p:nvSpPr>
        <p:spPr>
          <a:xfrm>
            <a:off x="1815806" y="793971"/>
            <a:ext cx="621792" cy="621792"/>
          </a:xfrm>
          <a:prstGeom prst="ellipse">
            <a:avLst/>
          </a:prstGeom>
          <a:solidFill>
            <a:schemeClr val="accent4"/>
          </a:solidFill>
        </p:spPr>
        <p:txBody>
          <a:bodyPr lIns="0" tIns="0" rIns="0" bIns="0" rtlCol="0" anchor="ctr" anchorCtr="0">
            <a:noAutofit/>
          </a:bodyPr>
          <a:lstStyle>
            <a:lvl1pPr marL="0" indent="0" algn="ctr">
              <a:lnSpc>
                <a:spcPct val="100000"/>
              </a:lnSpc>
              <a:spcBef>
                <a:spcPts val="0"/>
              </a:spcBef>
              <a:buNone/>
              <a:defRPr sz="320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25" name="長方形 24">
            <a:extLst>
              <a:ext uri="{FF2B5EF4-FFF2-40B4-BE49-F238E27FC236}">
                <a16:creationId xmlns:a16="http://schemas.microsoft.com/office/drawing/2014/main" id="{CC1E68FE-16F1-5C98-AEF6-0EAB9EA632CA}"/>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40" name="フッター プレースホルダー 39">
            <a:extLst>
              <a:ext uri="{FF2B5EF4-FFF2-40B4-BE49-F238E27FC236}">
                <a16:creationId xmlns:a16="http://schemas.microsoft.com/office/drawing/2014/main" id="{8727F01E-45EF-F70F-2A04-1EA69A246344}"/>
              </a:ext>
            </a:extLst>
          </p:cNvPr>
          <p:cNvSpPr>
            <a:spLocks noGrp="1"/>
          </p:cNvSpPr>
          <p:nvPr>
            <p:ph type="ftr" sz="quarter" idx="14"/>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41" name="スライド番号プレースホルダー 40">
            <a:extLst>
              <a:ext uri="{FF2B5EF4-FFF2-40B4-BE49-F238E27FC236}">
                <a16:creationId xmlns:a16="http://schemas.microsoft.com/office/drawing/2014/main" id="{C388A650-32E8-11EC-26EE-D260D1953D57}"/>
              </a:ext>
            </a:extLst>
          </p:cNvPr>
          <p:cNvSpPr>
            <a:spLocks noGrp="1"/>
          </p:cNvSpPr>
          <p:nvPr>
            <p:ph type="sldNum" sz="quarter" idx="15"/>
          </p:nvPr>
        </p:nvSpPr>
        <p:spPr/>
        <p:txBody>
          <a:bodyPr rtlCol="0"/>
          <a:lstStyle>
            <a:lvl1pPr>
              <a:defRPr b="1" baseline="0">
                <a:latin typeface="+mn-ea"/>
                <a:ea typeface="+mn-ea"/>
              </a:defRPr>
            </a:lvl1pPr>
          </a:lstStyle>
          <a:p>
            <a:fld id="{CC43B8D3-9A08-F84C-9DD4-44948BA52D4B}" type="slidenum">
              <a:rPr lang="en-US" altLang="ja-JP" smtClean="0"/>
              <a:pPr/>
              <a:t>‹#›</a:t>
            </a:fld>
            <a:endParaRPr lang="ja-JP" altLang="en-US" b="1" dirty="0"/>
          </a:p>
        </p:txBody>
      </p:sp>
    </p:spTree>
    <p:extLst>
      <p:ext uri="{BB962C8B-B14F-4D97-AF65-F5344CB8AC3E}">
        <p14:creationId xmlns:p14="http://schemas.microsoft.com/office/powerpoint/2010/main" val="3453136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引用のスライド">
    <p:spTree>
      <p:nvGrpSpPr>
        <p:cNvPr id="1" name=""/>
        <p:cNvGrpSpPr/>
        <p:nvPr/>
      </p:nvGrpSpPr>
      <p:grpSpPr>
        <a:xfrm>
          <a:off x="0" y="0"/>
          <a:ext cx="0" cy="0"/>
          <a:chOff x="0" y="0"/>
          <a:chExt cx="0" cy="0"/>
        </a:xfrm>
      </p:grpSpPr>
      <p:pic>
        <p:nvPicPr>
          <p:cNvPr id="77" name="グラフィック 76">
            <a:extLst>
              <a:ext uri="{FF2B5EF4-FFF2-40B4-BE49-F238E27FC236}">
                <a16:creationId xmlns:a16="http://schemas.microsoft.com/office/drawing/2014/main" id="{527CC80A-3410-5824-B06B-C4176A6BF4B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0145" t="-169" r="45423" b="28675"/>
          <a:stretch/>
        </p:blipFill>
        <p:spPr>
          <a:xfrm>
            <a:off x="-1" y="3467101"/>
            <a:ext cx="12192001" cy="3390899"/>
          </a:xfrm>
          <a:custGeom>
            <a:avLst/>
            <a:gdLst>
              <a:gd name="connsiteX0" fmla="*/ 0 w 12192001"/>
              <a:gd name="connsiteY0" fmla="*/ 0 h 3390899"/>
              <a:gd name="connsiteX1" fmla="*/ 12192001 w 12192001"/>
              <a:gd name="connsiteY1" fmla="*/ 0 h 3390899"/>
              <a:gd name="connsiteX2" fmla="*/ 12192001 w 12192001"/>
              <a:gd name="connsiteY2" fmla="*/ 2324100 h 3390899"/>
              <a:gd name="connsiteX3" fmla="*/ 12192001 w 12192001"/>
              <a:gd name="connsiteY3" fmla="*/ 3390899 h 3390899"/>
              <a:gd name="connsiteX4" fmla="*/ 0 w 12192001"/>
              <a:gd name="connsiteY4" fmla="*/ 3390899 h 3390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1" h="3390899">
                <a:moveTo>
                  <a:pt x="0" y="0"/>
                </a:moveTo>
                <a:lnTo>
                  <a:pt x="12192001" y="0"/>
                </a:lnTo>
                <a:lnTo>
                  <a:pt x="12192001" y="2324100"/>
                </a:lnTo>
                <a:lnTo>
                  <a:pt x="12192001" y="3390899"/>
                </a:lnTo>
                <a:lnTo>
                  <a:pt x="0" y="3390899"/>
                </a:lnTo>
                <a:close/>
              </a:path>
            </a:pathLst>
          </a:custGeom>
        </p:spPr>
      </p:pic>
      <p:sp>
        <p:nvSpPr>
          <p:cNvPr id="53" name="タイトル 1">
            <a:extLst>
              <a:ext uri="{FF2B5EF4-FFF2-40B4-BE49-F238E27FC236}">
                <a16:creationId xmlns:a16="http://schemas.microsoft.com/office/drawing/2014/main" id="{CB607447-86F1-863F-176B-E0B78D2438E3}"/>
              </a:ext>
            </a:extLst>
          </p:cNvPr>
          <p:cNvSpPr>
            <a:spLocks noGrp="1"/>
          </p:cNvSpPr>
          <p:nvPr>
            <p:ph type="title"/>
          </p:nvPr>
        </p:nvSpPr>
        <p:spPr>
          <a:xfrm>
            <a:off x="640080" y="1216152"/>
            <a:ext cx="8951976" cy="3191256"/>
          </a:xfrm>
        </p:spPr>
        <p:txBody>
          <a:bodyPr rtlCol="0" anchor="t">
            <a:noAutofit/>
          </a:bodyPr>
          <a:lstStyle>
            <a:lvl1pPr>
              <a:defRPr sz="5500" baseline="0">
                <a:latin typeface="+mn-ea"/>
                <a:ea typeface="+mn-ea"/>
              </a:defRPr>
            </a:lvl1pPr>
          </a:lstStyle>
          <a:p>
            <a:pPr rtl="0"/>
            <a:r>
              <a:rPr lang="ja-JP" altLang="en-US" noProof="0"/>
              <a:t>マスター タイトルの書式設定</a:t>
            </a:r>
          </a:p>
        </p:txBody>
      </p:sp>
      <p:sp>
        <p:nvSpPr>
          <p:cNvPr id="67" name="グラフィック 12">
            <a:extLst>
              <a:ext uri="{FF2B5EF4-FFF2-40B4-BE49-F238E27FC236}">
                <a16:creationId xmlns:a16="http://schemas.microsoft.com/office/drawing/2014/main" id="{E5105AB7-2E65-757B-FF2B-CFE19C5C87B7}"/>
              </a:ext>
            </a:extLst>
          </p:cNvPr>
          <p:cNvSpPr/>
          <p:nvPr userDrawn="1"/>
        </p:nvSpPr>
        <p:spPr>
          <a:xfrm rot="5400000" flipV="1">
            <a:off x="8634864" y="3426822"/>
            <a:ext cx="6355080" cy="2810"/>
          </a:xfrm>
          <a:custGeom>
            <a:avLst/>
            <a:gdLst>
              <a:gd name="connsiteX0" fmla="*/ 13912003 w 13911910"/>
              <a:gd name="connsiteY0" fmla="*/ 95 h 2810"/>
              <a:gd name="connsiteX1" fmla="*/ 93 w 13911910"/>
              <a:gd name="connsiteY1" fmla="*/ 95 h 2810"/>
            </a:gdLst>
            <a:ahLst/>
            <a:cxnLst>
              <a:cxn ang="0">
                <a:pos x="connsiteX0" y="connsiteY0"/>
              </a:cxn>
              <a:cxn ang="0">
                <a:pos x="connsiteX1" y="connsiteY1"/>
              </a:cxn>
            </a:cxnLst>
            <a:rect l="l" t="t" r="r" b="b"/>
            <a:pathLst>
              <a:path w="13911910" h="2810">
                <a:moveTo>
                  <a:pt x="13912003" y="95"/>
                </a:moveTo>
                <a:lnTo>
                  <a:pt x="93" y="95"/>
                </a:lnTo>
              </a:path>
            </a:pathLst>
          </a:custGeom>
          <a:noFill/>
          <a:ln w="508812" cap="sq">
            <a:solidFill>
              <a:schemeClr val="accent3">
                <a:alpha val="84000"/>
              </a:schemeClr>
            </a:solidFill>
            <a:prstDash val="solid"/>
            <a:miter/>
          </a:ln>
        </p:spPr>
        <p:txBody>
          <a:bodyPr rtlCol="0" anchor="ctr"/>
          <a:lstStyle/>
          <a:p>
            <a:pPr rtl="0"/>
            <a:endParaRPr lang="ja-JP" altLang="en-US" baseline="0" noProof="0">
              <a:latin typeface="Meiryo UI" panose="020B0604030504040204" pitchFamily="50" charset="-128"/>
              <a:ea typeface="Meiryo UI" panose="020B0604030504040204" pitchFamily="50" charset="-128"/>
            </a:endParaRPr>
          </a:p>
        </p:txBody>
      </p:sp>
      <p:sp>
        <p:nvSpPr>
          <p:cNvPr id="59" name="グラフィック 12">
            <a:extLst>
              <a:ext uri="{FF2B5EF4-FFF2-40B4-BE49-F238E27FC236}">
                <a16:creationId xmlns:a16="http://schemas.microsoft.com/office/drawing/2014/main" id="{ECA42036-662E-03F7-941F-EDA42BEA5EDE}"/>
              </a:ext>
            </a:extLst>
          </p:cNvPr>
          <p:cNvSpPr/>
          <p:nvPr userDrawn="1"/>
        </p:nvSpPr>
        <p:spPr>
          <a:xfrm rot="5400000" flipV="1">
            <a:off x="7913504" y="3426822"/>
            <a:ext cx="6355080" cy="2810"/>
          </a:xfrm>
          <a:custGeom>
            <a:avLst/>
            <a:gdLst>
              <a:gd name="connsiteX0" fmla="*/ 13912003 w 13911910"/>
              <a:gd name="connsiteY0" fmla="*/ 95 h 2810"/>
              <a:gd name="connsiteX1" fmla="*/ 93 w 13911910"/>
              <a:gd name="connsiteY1" fmla="*/ 95 h 2810"/>
            </a:gdLst>
            <a:ahLst/>
            <a:cxnLst>
              <a:cxn ang="0">
                <a:pos x="connsiteX0" y="connsiteY0"/>
              </a:cxn>
              <a:cxn ang="0">
                <a:pos x="connsiteX1" y="connsiteY1"/>
              </a:cxn>
            </a:cxnLst>
            <a:rect l="l" t="t" r="r" b="b"/>
            <a:pathLst>
              <a:path w="13911910" h="2810">
                <a:moveTo>
                  <a:pt x="13912003" y="95"/>
                </a:moveTo>
                <a:lnTo>
                  <a:pt x="93" y="95"/>
                </a:lnTo>
              </a:path>
            </a:pathLst>
          </a:custGeom>
          <a:noFill/>
          <a:ln w="508812" cap="sq">
            <a:solidFill>
              <a:schemeClr val="accent3">
                <a:alpha val="84000"/>
              </a:schemeClr>
            </a:solidFill>
            <a:prstDash val="solid"/>
            <a:miter/>
          </a:ln>
        </p:spPr>
        <p:txBody>
          <a:bodyPr rtlCol="0" anchor="ctr"/>
          <a:lstStyle/>
          <a:p>
            <a:pPr rtl="0"/>
            <a:endParaRPr lang="ja-JP" altLang="en-US" baseline="0" noProof="0">
              <a:latin typeface="Meiryo UI" panose="020B0604030504040204" pitchFamily="50" charset="-128"/>
              <a:ea typeface="Meiryo UI" panose="020B0604030504040204" pitchFamily="50" charset="-128"/>
            </a:endParaRPr>
          </a:p>
        </p:txBody>
      </p:sp>
      <p:sp>
        <p:nvSpPr>
          <p:cNvPr id="9" name="フリーフォーム(F) 47">
            <a:extLst>
              <a:ext uri="{FF2B5EF4-FFF2-40B4-BE49-F238E27FC236}">
                <a16:creationId xmlns:a16="http://schemas.microsoft.com/office/drawing/2014/main" id="{B90A79D3-C4F3-1056-F590-BFED7F28BC72}"/>
              </a:ext>
            </a:extLst>
          </p:cNvPr>
          <p:cNvSpPr/>
          <p:nvPr/>
        </p:nvSpPr>
        <p:spPr>
          <a:xfrm>
            <a:off x="685799" y="5342013"/>
            <a:ext cx="2157098" cy="1515987"/>
          </a:xfrm>
          <a:custGeom>
            <a:avLst/>
            <a:gdLst>
              <a:gd name="connsiteX0" fmla="*/ 1078549 w 2157098"/>
              <a:gd name="connsiteY0" fmla="*/ 0 h 1515987"/>
              <a:gd name="connsiteX1" fmla="*/ 2157098 w 2157098"/>
              <a:gd name="connsiteY1" fmla="*/ 1078549 h 1515987"/>
              <a:gd name="connsiteX2" fmla="*/ 2072340 w 2157098"/>
              <a:gd name="connsiteY2" fmla="*/ 1498369 h 1515987"/>
              <a:gd name="connsiteX3" fmla="*/ 2062778 w 2157098"/>
              <a:gd name="connsiteY3" fmla="*/ 1515987 h 1515987"/>
              <a:gd name="connsiteX4" fmla="*/ 94321 w 2157098"/>
              <a:gd name="connsiteY4" fmla="*/ 1515987 h 1515987"/>
              <a:gd name="connsiteX5" fmla="*/ 84758 w 2157098"/>
              <a:gd name="connsiteY5" fmla="*/ 1498369 h 1515987"/>
              <a:gd name="connsiteX6" fmla="*/ 0 w 2157098"/>
              <a:gd name="connsiteY6" fmla="*/ 1078549 h 1515987"/>
              <a:gd name="connsiteX7" fmla="*/ 1078549 w 2157098"/>
              <a:gd name="connsiteY7" fmla="*/ 0 h 1515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7098" h="1515987">
                <a:moveTo>
                  <a:pt x="1078549" y="0"/>
                </a:moveTo>
                <a:cubicBezTo>
                  <a:pt x="1674215" y="0"/>
                  <a:pt x="2157098" y="482883"/>
                  <a:pt x="2157098" y="1078549"/>
                </a:cubicBezTo>
                <a:cubicBezTo>
                  <a:pt x="2157098" y="1227466"/>
                  <a:pt x="2126918" y="1369333"/>
                  <a:pt x="2072340" y="1498369"/>
                </a:cubicBezTo>
                <a:lnTo>
                  <a:pt x="2062778" y="1515987"/>
                </a:lnTo>
                <a:lnTo>
                  <a:pt x="94321" y="1515987"/>
                </a:lnTo>
                <a:lnTo>
                  <a:pt x="84758" y="1498369"/>
                </a:lnTo>
                <a:cubicBezTo>
                  <a:pt x="30180" y="1369333"/>
                  <a:pt x="0" y="1227466"/>
                  <a:pt x="0" y="1078549"/>
                </a:cubicBezTo>
                <a:cubicBezTo>
                  <a:pt x="0" y="482883"/>
                  <a:pt x="482883" y="0"/>
                  <a:pt x="1078549" y="0"/>
                </a:cubicBezTo>
                <a:close/>
              </a:path>
            </a:pathLst>
          </a:custGeom>
          <a:solidFill>
            <a:schemeClr val="accent4">
              <a:alpha val="8321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20" name="円/楕円 19">
            <a:extLst>
              <a:ext uri="{FF2B5EF4-FFF2-40B4-BE49-F238E27FC236}">
                <a16:creationId xmlns:a16="http://schemas.microsoft.com/office/drawing/2014/main" id="{31FFE4B3-23C8-22B1-E231-C5753166B687}"/>
              </a:ext>
            </a:extLst>
          </p:cNvPr>
          <p:cNvSpPr/>
          <p:nvPr/>
        </p:nvSpPr>
        <p:spPr>
          <a:xfrm>
            <a:off x="10905848" y="1063062"/>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pic>
        <p:nvPicPr>
          <p:cNvPr id="26" name="グラフィック 25" hidden="1">
            <a:extLst>
              <a:ext uri="{FF2B5EF4-FFF2-40B4-BE49-F238E27FC236}">
                <a16:creationId xmlns:a16="http://schemas.microsoft.com/office/drawing/2014/main" id="{422E8005-83A8-3555-6EFB-842E78C629DF}"/>
              </a:ext>
            </a:extLst>
          </p:cNvPr>
          <p:cNvPicPr>
            <a:picLocks noChangeAspect="1"/>
          </p:cNvPicPr>
          <p:nvPr/>
        </p:nvPicPr>
        <p:blipFill rotWithShape="1">
          <a:blip>
            <a:extLst>
              <a:ext uri="{96DAC541-7B7A-43D3-8B79-37D633B846F1}">
                <asvg:svgBlip xmlns:asvg="http://schemas.microsoft.com/office/drawing/2016/SVG/main" r:embed="rId3"/>
              </a:ext>
            </a:extLst>
          </a:blip>
          <a:srcRect l="-162"/>
          <a:stretch/>
        </p:blipFill>
        <p:spPr>
          <a:xfrm>
            <a:off x="-6187440" y="1779373"/>
            <a:ext cx="20888725" cy="4583992"/>
          </a:xfrm>
          <a:custGeom>
            <a:avLst/>
            <a:gdLst>
              <a:gd name="connsiteX0" fmla="*/ 6153662 w 20854947"/>
              <a:gd name="connsiteY0" fmla="*/ 0 h 4583992"/>
              <a:gd name="connsiteX1" fmla="*/ 20854947 w 20854947"/>
              <a:gd name="connsiteY1" fmla="*/ 0 h 4583992"/>
              <a:gd name="connsiteX2" fmla="*/ 20854947 w 20854947"/>
              <a:gd name="connsiteY2" fmla="*/ 2190264 h 4583992"/>
              <a:gd name="connsiteX3" fmla="*/ 18345663 w 20854947"/>
              <a:gd name="connsiteY3" fmla="*/ 2190264 h 4583992"/>
              <a:gd name="connsiteX4" fmla="*/ 18345663 w 20854947"/>
              <a:gd name="connsiteY4" fmla="*/ 4583992 h 4583992"/>
              <a:gd name="connsiteX5" fmla="*/ 0 w 20854947"/>
              <a:gd name="connsiteY5" fmla="*/ 4583992 h 4583992"/>
              <a:gd name="connsiteX6" fmla="*/ 0 w 20854947"/>
              <a:gd name="connsiteY6" fmla="*/ 4313374 h 4583992"/>
              <a:gd name="connsiteX7" fmla="*/ 6153662 w 20854947"/>
              <a:gd name="connsiteY7" fmla="*/ 4313374 h 458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54947" h="4583992">
                <a:moveTo>
                  <a:pt x="6153662" y="0"/>
                </a:moveTo>
                <a:lnTo>
                  <a:pt x="20854947" y="0"/>
                </a:lnTo>
                <a:lnTo>
                  <a:pt x="20854947" y="2190264"/>
                </a:lnTo>
                <a:lnTo>
                  <a:pt x="18345663" y="2190264"/>
                </a:lnTo>
                <a:lnTo>
                  <a:pt x="18345663" y="4583992"/>
                </a:lnTo>
                <a:lnTo>
                  <a:pt x="0" y="4583992"/>
                </a:lnTo>
                <a:lnTo>
                  <a:pt x="0" y="4313374"/>
                </a:lnTo>
                <a:lnTo>
                  <a:pt x="6153662" y="4313374"/>
                </a:lnTo>
                <a:close/>
              </a:path>
            </a:pathLst>
          </a:custGeom>
        </p:spPr>
      </p:pic>
      <p:sp>
        <p:nvSpPr>
          <p:cNvPr id="3" name="テキスト プレースホルダー 2">
            <a:extLst>
              <a:ext uri="{FF2B5EF4-FFF2-40B4-BE49-F238E27FC236}">
                <a16:creationId xmlns:a16="http://schemas.microsoft.com/office/drawing/2014/main" id="{CE354F95-4CC9-871D-2B3D-873AB0B21342}"/>
              </a:ext>
            </a:extLst>
          </p:cNvPr>
          <p:cNvSpPr>
            <a:spLocks noGrp="1"/>
          </p:cNvSpPr>
          <p:nvPr>
            <p:ph type="body" idx="1" hasCustomPrompt="1"/>
          </p:nvPr>
        </p:nvSpPr>
        <p:spPr>
          <a:xfrm>
            <a:off x="640080" y="4581144"/>
            <a:ext cx="6510528" cy="365760"/>
          </a:xfrm>
        </p:spPr>
        <p:txBody>
          <a:bodyPr rtlCol="0">
            <a:normAutofit/>
          </a:bodyPr>
          <a:lstStyle>
            <a:lvl1pPr marL="0" indent="0">
              <a:buNone/>
              <a:defRPr sz="1800" baseline="0">
                <a:solidFill>
                  <a:schemeClr val="tx1"/>
                </a:solidFill>
                <a:latin typeface="+mn-ea"/>
                <a:ea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ja-JP" altLang="en-US" noProof="0"/>
              <a:t>クリックしてマスター テキストのスタイルを編集</a:t>
            </a:r>
          </a:p>
        </p:txBody>
      </p:sp>
      <p:sp>
        <p:nvSpPr>
          <p:cNvPr id="79" name="円/楕円 78">
            <a:extLst>
              <a:ext uri="{FF2B5EF4-FFF2-40B4-BE49-F238E27FC236}">
                <a16:creationId xmlns:a16="http://schemas.microsoft.com/office/drawing/2014/main" id="{76D8E3E3-8A4C-591F-3DAB-1D6E46AA4DB9}"/>
              </a:ext>
            </a:extLst>
          </p:cNvPr>
          <p:cNvSpPr/>
          <p:nvPr userDrawn="1"/>
        </p:nvSpPr>
        <p:spPr>
          <a:xfrm>
            <a:off x="11626517" y="1063062"/>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67267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チーム - x4">
    <p:spTree>
      <p:nvGrpSpPr>
        <p:cNvPr id="1" name=""/>
        <p:cNvGrpSpPr/>
        <p:nvPr/>
      </p:nvGrpSpPr>
      <p:grpSpPr>
        <a:xfrm>
          <a:off x="0" y="0"/>
          <a:ext cx="0" cy="0"/>
          <a:chOff x="0" y="0"/>
          <a:chExt cx="0" cy="0"/>
        </a:xfrm>
      </p:grpSpPr>
      <p:pic>
        <p:nvPicPr>
          <p:cNvPr id="8" name="グラフィック 7">
            <a:extLst>
              <a:ext uri="{FF2B5EF4-FFF2-40B4-BE49-F238E27FC236}">
                <a16:creationId xmlns:a16="http://schemas.microsoft.com/office/drawing/2014/main" id="{4EA91DE6-3A10-8EDA-34AB-D931B1792C5E}"/>
              </a:ext>
            </a:extLst>
          </p:cNvPr>
          <p:cNvPicPr>
            <a:picLocks noChangeAspect="1"/>
          </p:cNvPicPr>
          <p:nvPr userDrawn="1"/>
        </p:nvPicPr>
        <p:blipFill>
          <a:blip>
            <a:extLst>
              <a:ext uri="{96DAC541-7B7A-43D3-8B79-37D633B846F1}">
                <asvg:svgBlip xmlns:asvg="http://schemas.microsoft.com/office/drawing/2016/SVG/main" r:embed="rId2"/>
              </a:ext>
            </a:extLst>
          </a:blip>
          <a:srcRect r="38116"/>
          <a:stretch>
            <a:fillRect/>
          </a:stretch>
        </p:blipFill>
        <p:spPr>
          <a:xfrm rot="5400000" flipH="1">
            <a:off x="9476084" y="1778851"/>
            <a:ext cx="4393983" cy="773351"/>
          </a:xfrm>
          <a:custGeom>
            <a:avLst/>
            <a:gdLst>
              <a:gd name="connsiteX0" fmla="*/ 4393983 w 4393983"/>
              <a:gd name="connsiteY0" fmla="*/ 773351 h 773351"/>
              <a:gd name="connsiteX1" fmla="*/ 4393983 w 4393983"/>
              <a:gd name="connsiteY1" fmla="*/ 0 h 773351"/>
              <a:gd name="connsiteX2" fmla="*/ 0 w 4393983"/>
              <a:gd name="connsiteY2" fmla="*/ 0 h 773351"/>
              <a:gd name="connsiteX3" fmla="*/ 0 w 4393983"/>
              <a:gd name="connsiteY3" fmla="*/ 773351 h 773351"/>
            </a:gdLst>
            <a:ahLst/>
            <a:cxnLst>
              <a:cxn ang="0">
                <a:pos x="connsiteX0" y="connsiteY0"/>
              </a:cxn>
              <a:cxn ang="0">
                <a:pos x="connsiteX1" y="connsiteY1"/>
              </a:cxn>
              <a:cxn ang="0">
                <a:pos x="connsiteX2" y="connsiteY2"/>
              </a:cxn>
              <a:cxn ang="0">
                <a:pos x="connsiteX3" y="connsiteY3"/>
              </a:cxn>
            </a:cxnLst>
            <a:rect l="l" t="t" r="r" b="b"/>
            <a:pathLst>
              <a:path w="4393983" h="773351">
                <a:moveTo>
                  <a:pt x="4393983" y="773351"/>
                </a:moveTo>
                <a:lnTo>
                  <a:pt x="4393983" y="0"/>
                </a:lnTo>
                <a:lnTo>
                  <a:pt x="0" y="0"/>
                </a:lnTo>
                <a:lnTo>
                  <a:pt x="0" y="773351"/>
                </a:lnTo>
                <a:close/>
              </a:path>
            </a:pathLst>
          </a:custGeom>
        </p:spPr>
      </p:pic>
      <p:sp>
        <p:nvSpPr>
          <p:cNvPr id="77" name="長方形 76">
            <a:extLst>
              <a:ext uri="{FF2B5EF4-FFF2-40B4-BE49-F238E27FC236}">
                <a16:creationId xmlns:a16="http://schemas.microsoft.com/office/drawing/2014/main" id="{06608174-ED17-1D4B-48DF-EA532646C797}"/>
              </a:ext>
            </a:extLst>
          </p:cNvPr>
          <p:cNvSpPr/>
          <p:nvPr userDrawn="1"/>
        </p:nvSpPr>
        <p:spPr>
          <a:xfrm>
            <a:off x="732271" y="723899"/>
            <a:ext cx="10727977"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75" name="タイトル 74">
            <a:extLst>
              <a:ext uri="{FF2B5EF4-FFF2-40B4-BE49-F238E27FC236}">
                <a16:creationId xmlns:a16="http://schemas.microsoft.com/office/drawing/2014/main" id="{45C7CFA5-6EFF-944C-B5AF-967956876692}"/>
              </a:ext>
            </a:extLst>
          </p:cNvPr>
          <p:cNvSpPr>
            <a:spLocks noGrp="1"/>
          </p:cNvSpPr>
          <p:nvPr>
            <p:ph type="title"/>
          </p:nvPr>
        </p:nvSpPr>
        <p:spPr/>
        <p:txBody>
          <a:bodyPr rtlCol="0"/>
          <a:lstStyle>
            <a:lvl1pPr>
              <a:defRPr baseline="0">
                <a:latin typeface="Meiryo UI" panose="020B0604030504040204" pitchFamily="50" charset="-128"/>
                <a:ea typeface="Meiryo UI" panose="020B0604030504040204" pitchFamily="50" charset="-128"/>
              </a:defRPr>
            </a:lvl1pPr>
          </a:lstStyle>
          <a:p>
            <a:pPr rtl="0"/>
            <a:r>
              <a:rPr lang="ja-JP" altLang="en-US" noProof="0" dirty="0"/>
              <a:t>マスター タイトルの書式設定</a:t>
            </a:r>
          </a:p>
        </p:txBody>
      </p:sp>
      <p:sp>
        <p:nvSpPr>
          <p:cNvPr id="79" name="長方形 78">
            <a:extLst>
              <a:ext uri="{FF2B5EF4-FFF2-40B4-BE49-F238E27FC236}">
                <a16:creationId xmlns:a16="http://schemas.microsoft.com/office/drawing/2014/main" id="{941AE0A6-2671-E79C-548D-3AA4D5D9CB11}"/>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cxnSp>
        <p:nvCxnSpPr>
          <p:cNvPr id="81" name="直線​​コネクタ(S) 80">
            <a:extLst>
              <a:ext uri="{FF2B5EF4-FFF2-40B4-BE49-F238E27FC236}">
                <a16:creationId xmlns:a16="http://schemas.microsoft.com/office/drawing/2014/main" id="{42152D0E-B03D-CC17-D0CC-650AE3953FCF}"/>
              </a:ext>
            </a:extLst>
          </p:cNvPr>
          <p:cNvCxnSpPr>
            <a:cxnSpLocks/>
          </p:cNvCxnSpPr>
          <p:nvPr userDrawn="1"/>
        </p:nvCxnSpPr>
        <p:spPr>
          <a:xfrm>
            <a:off x="1655064" y="722376"/>
            <a:ext cx="0" cy="780808"/>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pic>
        <p:nvPicPr>
          <p:cNvPr id="83" name="グラフィック 82">
            <a:extLst>
              <a:ext uri="{FF2B5EF4-FFF2-40B4-BE49-F238E27FC236}">
                <a16:creationId xmlns:a16="http://schemas.microsoft.com/office/drawing/2014/main" id="{65438DF6-6622-6EE4-F01A-D199CAE96D9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3498771">
            <a:off x="868523" y="778989"/>
            <a:ext cx="660389" cy="660389"/>
          </a:xfrm>
          <a:prstGeom prst="rect">
            <a:avLst/>
          </a:prstGeom>
        </p:spPr>
      </p:pic>
      <p:cxnSp>
        <p:nvCxnSpPr>
          <p:cNvPr id="85" name="直線​​コネクタ(S) 84">
            <a:extLst>
              <a:ext uri="{FF2B5EF4-FFF2-40B4-BE49-F238E27FC236}">
                <a16:creationId xmlns:a16="http://schemas.microsoft.com/office/drawing/2014/main" id="{9712EE3B-E131-C405-FCA7-8263094DF01B}"/>
              </a:ext>
            </a:extLst>
          </p:cNvPr>
          <p:cNvCxnSpPr>
            <a:cxnSpLocks/>
          </p:cNvCxnSpPr>
          <p:nvPr userDrawn="1"/>
        </p:nvCxnSpPr>
        <p:spPr>
          <a:xfrm>
            <a:off x="2593735" y="718779"/>
            <a:ext cx="0" cy="780808"/>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pic>
        <p:nvPicPr>
          <p:cNvPr id="11" name="グラフィック 10">
            <a:extLst>
              <a:ext uri="{FF2B5EF4-FFF2-40B4-BE49-F238E27FC236}">
                <a16:creationId xmlns:a16="http://schemas.microsoft.com/office/drawing/2014/main" id="{3A3CEC7E-9097-B8E8-85C0-CDDB2AE614D1}"/>
              </a:ext>
            </a:extLst>
          </p:cNvPr>
          <p:cNvPicPr>
            <a:picLocks noChangeAspect="1"/>
          </p:cNvPicPr>
          <p:nvPr userDrawn="1"/>
        </p:nvPicPr>
        <p:blipFill>
          <a:blip>
            <a:extLst>
              <a:ext uri="{96DAC541-7B7A-43D3-8B79-37D633B846F1}">
                <asvg:svgBlip xmlns:asvg="http://schemas.microsoft.com/office/drawing/2016/SVG/main" r:embed="rId4"/>
              </a:ext>
            </a:extLst>
          </a:blip>
          <a:srcRect r="50956"/>
          <a:stretch>
            <a:fillRect/>
          </a:stretch>
        </p:blipFill>
        <p:spPr>
          <a:xfrm>
            <a:off x="6471911" y="2707661"/>
            <a:ext cx="5744279" cy="766881"/>
          </a:xfrm>
          <a:custGeom>
            <a:avLst/>
            <a:gdLst>
              <a:gd name="connsiteX0" fmla="*/ 0 w 5744279"/>
              <a:gd name="connsiteY0" fmla="*/ 0 h 766881"/>
              <a:gd name="connsiteX1" fmla="*/ 5744279 w 5744279"/>
              <a:gd name="connsiteY1" fmla="*/ 0 h 766881"/>
              <a:gd name="connsiteX2" fmla="*/ 5744279 w 5744279"/>
              <a:gd name="connsiteY2" fmla="*/ 766881 h 766881"/>
              <a:gd name="connsiteX3" fmla="*/ 0 w 5744279"/>
              <a:gd name="connsiteY3" fmla="*/ 766881 h 766881"/>
            </a:gdLst>
            <a:ahLst/>
            <a:cxnLst>
              <a:cxn ang="0">
                <a:pos x="connsiteX0" y="connsiteY0"/>
              </a:cxn>
              <a:cxn ang="0">
                <a:pos x="connsiteX1" y="connsiteY1"/>
              </a:cxn>
              <a:cxn ang="0">
                <a:pos x="connsiteX2" y="connsiteY2"/>
              </a:cxn>
              <a:cxn ang="0">
                <a:pos x="connsiteX3" y="connsiteY3"/>
              </a:cxn>
            </a:cxnLst>
            <a:rect l="l" t="t" r="r" b="b"/>
            <a:pathLst>
              <a:path w="5744279" h="766881">
                <a:moveTo>
                  <a:pt x="0" y="0"/>
                </a:moveTo>
                <a:lnTo>
                  <a:pt x="5744279" y="0"/>
                </a:lnTo>
                <a:lnTo>
                  <a:pt x="5744279" y="766881"/>
                </a:lnTo>
                <a:lnTo>
                  <a:pt x="0" y="766881"/>
                </a:lnTo>
                <a:close/>
              </a:path>
            </a:pathLst>
          </a:custGeom>
        </p:spPr>
      </p:pic>
      <p:pic>
        <p:nvPicPr>
          <p:cNvPr id="13" name="グラフィック 12">
            <a:extLst>
              <a:ext uri="{FF2B5EF4-FFF2-40B4-BE49-F238E27FC236}">
                <a16:creationId xmlns:a16="http://schemas.microsoft.com/office/drawing/2014/main" id="{96DCF26E-2BB7-CA60-73C4-CC02E6B54E83}"/>
              </a:ext>
            </a:extLst>
          </p:cNvPr>
          <p:cNvPicPr>
            <a:picLocks noChangeAspect="1"/>
          </p:cNvPicPr>
          <p:nvPr userDrawn="1"/>
        </p:nvPicPr>
        <p:blipFill>
          <a:blip>
            <a:extLst>
              <a:ext uri="{96DAC541-7B7A-43D3-8B79-37D633B846F1}">
                <asvg:svgBlip xmlns:asvg="http://schemas.microsoft.com/office/drawing/2016/SVG/main" r:embed="rId5"/>
              </a:ext>
            </a:extLst>
          </a:blip>
          <a:srcRect l="55255"/>
          <a:stretch>
            <a:fillRect/>
          </a:stretch>
        </p:blipFill>
        <p:spPr>
          <a:xfrm>
            <a:off x="-50829" y="2707661"/>
            <a:ext cx="5240777" cy="766881"/>
          </a:xfrm>
          <a:custGeom>
            <a:avLst/>
            <a:gdLst>
              <a:gd name="connsiteX0" fmla="*/ 0 w 5240777"/>
              <a:gd name="connsiteY0" fmla="*/ 0 h 766881"/>
              <a:gd name="connsiteX1" fmla="*/ 5240777 w 5240777"/>
              <a:gd name="connsiteY1" fmla="*/ 0 h 766881"/>
              <a:gd name="connsiteX2" fmla="*/ 5240777 w 5240777"/>
              <a:gd name="connsiteY2" fmla="*/ 766881 h 766881"/>
              <a:gd name="connsiteX3" fmla="*/ 0 w 5240777"/>
              <a:gd name="connsiteY3" fmla="*/ 766881 h 766881"/>
            </a:gdLst>
            <a:ahLst/>
            <a:cxnLst>
              <a:cxn ang="0">
                <a:pos x="connsiteX0" y="connsiteY0"/>
              </a:cxn>
              <a:cxn ang="0">
                <a:pos x="connsiteX1" y="connsiteY1"/>
              </a:cxn>
              <a:cxn ang="0">
                <a:pos x="connsiteX2" y="connsiteY2"/>
              </a:cxn>
              <a:cxn ang="0">
                <a:pos x="connsiteX3" y="connsiteY3"/>
              </a:cxn>
            </a:cxnLst>
            <a:rect l="l" t="t" r="r" b="b"/>
            <a:pathLst>
              <a:path w="5240777" h="766881">
                <a:moveTo>
                  <a:pt x="0" y="0"/>
                </a:moveTo>
                <a:lnTo>
                  <a:pt x="5240777" y="0"/>
                </a:lnTo>
                <a:lnTo>
                  <a:pt x="5240777" y="766881"/>
                </a:lnTo>
                <a:lnTo>
                  <a:pt x="0" y="766881"/>
                </a:lnTo>
                <a:close/>
              </a:path>
            </a:pathLst>
          </a:custGeom>
        </p:spPr>
      </p:pic>
      <p:sp>
        <p:nvSpPr>
          <p:cNvPr id="15" name="円/楕円 14">
            <a:extLst>
              <a:ext uri="{FF2B5EF4-FFF2-40B4-BE49-F238E27FC236}">
                <a16:creationId xmlns:a16="http://schemas.microsoft.com/office/drawing/2014/main" id="{70074BFB-1FF4-E27D-E273-B30A1A926B24}"/>
              </a:ext>
            </a:extLst>
          </p:cNvPr>
          <p:cNvSpPr/>
          <p:nvPr userDrawn="1"/>
        </p:nvSpPr>
        <p:spPr>
          <a:xfrm>
            <a:off x="4032611" y="2039801"/>
            <a:ext cx="1989036" cy="19890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17" name="円/楕円 16">
            <a:extLst>
              <a:ext uri="{FF2B5EF4-FFF2-40B4-BE49-F238E27FC236}">
                <a16:creationId xmlns:a16="http://schemas.microsoft.com/office/drawing/2014/main" id="{B714380A-B062-A581-202E-A9250F901047}"/>
              </a:ext>
            </a:extLst>
          </p:cNvPr>
          <p:cNvSpPr/>
          <p:nvPr userDrawn="1"/>
        </p:nvSpPr>
        <p:spPr>
          <a:xfrm>
            <a:off x="6170354" y="2039801"/>
            <a:ext cx="1989036" cy="19890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19" name="円/楕円 18">
            <a:extLst>
              <a:ext uri="{FF2B5EF4-FFF2-40B4-BE49-F238E27FC236}">
                <a16:creationId xmlns:a16="http://schemas.microsoft.com/office/drawing/2014/main" id="{172440E0-AFFD-74CD-6BF4-1208AAECF546}"/>
              </a:ext>
            </a:extLst>
          </p:cNvPr>
          <p:cNvSpPr/>
          <p:nvPr userDrawn="1"/>
        </p:nvSpPr>
        <p:spPr>
          <a:xfrm>
            <a:off x="6170354" y="4362518"/>
            <a:ext cx="1989036" cy="198903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21" name="円/楕円 20">
            <a:extLst>
              <a:ext uri="{FF2B5EF4-FFF2-40B4-BE49-F238E27FC236}">
                <a16:creationId xmlns:a16="http://schemas.microsoft.com/office/drawing/2014/main" id="{9DF24E9A-60F5-6DAB-FE7A-37F79F6F9AA9}"/>
              </a:ext>
            </a:extLst>
          </p:cNvPr>
          <p:cNvSpPr/>
          <p:nvPr userDrawn="1"/>
        </p:nvSpPr>
        <p:spPr>
          <a:xfrm>
            <a:off x="4032612" y="4362518"/>
            <a:ext cx="1989036" cy="19890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23" name="フリーフォーム(F) 16">
            <a:extLst>
              <a:ext uri="{FF2B5EF4-FFF2-40B4-BE49-F238E27FC236}">
                <a16:creationId xmlns:a16="http://schemas.microsoft.com/office/drawing/2014/main" id="{E4234E63-55EE-8BC8-D5B8-C9346AA39037}"/>
              </a:ext>
            </a:extLst>
          </p:cNvPr>
          <p:cNvSpPr/>
          <p:nvPr userDrawn="1"/>
        </p:nvSpPr>
        <p:spPr>
          <a:xfrm>
            <a:off x="624057" y="4000974"/>
            <a:ext cx="4046047" cy="1354794"/>
          </a:xfrm>
          <a:custGeom>
            <a:avLst/>
            <a:gdLst>
              <a:gd name="connsiteX0" fmla="*/ 0 w 4046047"/>
              <a:gd name="connsiteY0" fmla="*/ 0 h 1354794"/>
              <a:gd name="connsiteX1" fmla="*/ 4046047 w 4046047"/>
              <a:gd name="connsiteY1" fmla="*/ 530971 h 1354794"/>
              <a:gd name="connsiteX2" fmla="*/ 4046047 w 4046047"/>
              <a:gd name="connsiteY2" fmla="*/ 1354794 h 1354794"/>
              <a:gd name="connsiteX3" fmla="*/ 620191 w 4046047"/>
              <a:gd name="connsiteY3" fmla="*/ 1354794 h 1354794"/>
              <a:gd name="connsiteX4" fmla="*/ 0 w 4046047"/>
              <a:gd name="connsiteY4" fmla="*/ 783283 h 1354794"/>
              <a:gd name="connsiteX0" fmla="*/ 4046047 w 4137487"/>
              <a:gd name="connsiteY0" fmla="*/ 530971 h 1354794"/>
              <a:gd name="connsiteX1" fmla="*/ 4046047 w 4137487"/>
              <a:gd name="connsiteY1" fmla="*/ 1354794 h 1354794"/>
              <a:gd name="connsiteX2" fmla="*/ 620191 w 4137487"/>
              <a:gd name="connsiteY2" fmla="*/ 1354794 h 1354794"/>
              <a:gd name="connsiteX3" fmla="*/ 0 w 4137487"/>
              <a:gd name="connsiteY3" fmla="*/ 783283 h 1354794"/>
              <a:gd name="connsiteX4" fmla="*/ 0 w 4137487"/>
              <a:gd name="connsiteY4" fmla="*/ 0 h 1354794"/>
              <a:gd name="connsiteX5" fmla="*/ 4137487 w 4137487"/>
              <a:gd name="connsiteY5" fmla="*/ 622411 h 1354794"/>
              <a:gd name="connsiteX0" fmla="*/ 4046047 w 4137487"/>
              <a:gd name="connsiteY0" fmla="*/ 1354794 h 1354794"/>
              <a:gd name="connsiteX1" fmla="*/ 620191 w 4137487"/>
              <a:gd name="connsiteY1" fmla="*/ 1354794 h 1354794"/>
              <a:gd name="connsiteX2" fmla="*/ 0 w 4137487"/>
              <a:gd name="connsiteY2" fmla="*/ 783283 h 1354794"/>
              <a:gd name="connsiteX3" fmla="*/ 0 w 4137487"/>
              <a:gd name="connsiteY3" fmla="*/ 0 h 1354794"/>
              <a:gd name="connsiteX4" fmla="*/ 4137487 w 4137487"/>
              <a:gd name="connsiteY4" fmla="*/ 622411 h 1354794"/>
              <a:gd name="connsiteX0" fmla="*/ 4046047 w 4046047"/>
              <a:gd name="connsiteY0" fmla="*/ 1354794 h 1354794"/>
              <a:gd name="connsiteX1" fmla="*/ 620191 w 4046047"/>
              <a:gd name="connsiteY1" fmla="*/ 1354794 h 1354794"/>
              <a:gd name="connsiteX2" fmla="*/ 0 w 4046047"/>
              <a:gd name="connsiteY2" fmla="*/ 783283 h 1354794"/>
              <a:gd name="connsiteX3" fmla="*/ 0 w 4046047"/>
              <a:gd name="connsiteY3" fmla="*/ 0 h 1354794"/>
            </a:gdLst>
            <a:ahLst/>
            <a:cxnLst>
              <a:cxn ang="0">
                <a:pos x="connsiteX0" y="connsiteY0"/>
              </a:cxn>
              <a:cxn ang="0">
                <a:pos x="connsiteX1" y="connsiteY1"/>
              </a:cxn>
              <a:cxn ang="0">
                <a:pos x="connsiteX2" y="connsiteY2"/>
              </a:cxn>
              <a:cxn ang="0">
                <a:pos x="connsiteX3" y="connsiteY3"/>
              </a:cxn>
            </a:cxnLst>
            <a:rect l="l" t="t" r="r" b="b"/>
            <a:pathLst>
              <a:path w="4046047" h="1354794">
                <a:moveTo>
                  <a:pt x="4046047" y="1354794"/>
                </a:moveTo>
                <a:lnTo>
                  <a:pt x="620191" y="1354794"/>
                </a:lnTo>
                <a:cubicBezTo>
                  <a:pt x="277669" y="1354794"/>
                  <a:pt x="0" y="1098920"/>
                  <a:pt x="0" y="783283"/>
                </a:cubicBezTo>
                <a:lnTo>
                  <a:pt x="0" y="0"/>
                </a:lnTo>
              </a:path>
            </a:pathLst>
          </a:custGeom>
          <a:noFill/>
          <a:ln w="762000" cap="rnd" cmpd="sng">
            <a:solidFill>
              <a:schemeClr val="accent1"/>
            </a:solidFill>
            <a:round/>
            <a:extLst>
              <a:ext uri="{C807C97D-BFC1-408E-A445-0C87EB9F89A2}">
                <ask:lineSketchStyleProps xmlns:ask="http://schemas.microsoft.com/office/drawing/2018/sketchyshapes" sd="1219033472">
                  <a:custGeom>
                    <a:avLst/>
                    <a:gdLst>
                      <a:gd name="connsiteX0" fmla="*/ 0 w 3529188"/>
                      <a:gd name="connsiteY0" fmla="*/ 588210 h 5854720"/>
                      <a:gd name="connsiteX1" fmla="*/ 588210 w 3529188"/>
                      <a:gd name="connsiteY1" fmla="*/ 0 h 5854720"/>
                      <a:gd name="connsiteX2" fmla="*/ 1223457 w 3529188"/>
                      <a:gd name="connsiteY2" fmla="*/ 0 h 5854720"/>
                      <a:gd name="connsiteX3" fmla="*/ 1788122 w 3529188"/>
                      <a:gd name="connsiteY3" fmla="*/ 0 h 5854720"/>
                      <a:gd name="connsiteX4" fmla="*/ 2329258 w 3529188"/>
                      <a:gd name="connsiteY4" fmla="*/ 0 h 5854720"/>
                      <a:gd name="connsiteX5" fmla="*/ 2940978 w 3529188"/>
                      <a:gd name="connsiteY5" fmla="*/ 0 h 5854720"/>
                      <a:gd name="connsiteX6" fmla="*/ 3529188 w 3529188"/>
                      <a:gd name="connsiteY6" fmla="*/ 588210 h 5854720"/>
                      <a:gd name="connsiteX7" fmla="*/ 3529188 w 3529188"/>
                      <a:gd name="connsiteY7" fmla="*/ 1172998 h 5854720"/>
                      <a:gd name="connsiteX8" fmla="*/ 3529188 w 3529188"/>
                      <a:gd name="connsiteY8" fmla="*/ 1851351 h 5854720"/>
                      <a:gd name="connsiteX9" fmla="*/ 3529188 w 3529188"/>
                      <a:gd name="connsiteY9" fmla="*/ 2295790 h 5854720"/>
                      <a:gd name="connsiteX10" fmla="*/ 3529188 w 3529188"/>
                      <a:gd name="connsiteY10" fmla="*/ 2880577 h 5854720"/>
                      <a:gd name="connsiteX11" fmla="*/ 3529188 w 3529188"/>
                      <a:gd name="connsiteY11" fmla="*/ 3465365 h 5854720"/>
                      <a:gd name="connsiteX12" fmla="*/ 3529188 w 3529188"/>
                      <a:gd name="connsiteY12" fmla="*/ 4003369 h 5854720"/>
                      <a:gd name="connsiteX13" fmla="*/ 3529188 w 3529188"/>
                      <a:gd name="connsiteY13" fmla="*/ 4681723 h 5854720"/>
                      <a:gd name="connsiteX14" fmla="*/ 3529188 w 3529188"/>
                      <a:gd name="connsiteY14" fmla="*/ 5266510 h 5854720"/>
                      <a:gd name="connsiteX15" fmla="*/ 2940978 w 3529188"/>
                      <a:gd name="connsiteY15" fmla="*/ 5854720 h 5854720"/>
                      <a:gd name="connsiteX16" fmla="*/ 2329258 w 3529188"/>
                      <a:gd name="connsiteY16" fmla="*/ 5854720 h 5854720"/>
                      <a:gd name="connsiteX17" fmla="*/ 1741066 w 3529188"/>
                      <a:gd name="connsiteY17" fmla="*/ 5854720 h 5854720"/>
                      <a:gd name="connsiteX18" fmla="*/ 1223457 w 3529188"/>
                      <a:gd name="connsiteY18" fmla="*/ 5854720 h 5854720"/>
                      <a:gd name="connsiteX19" fmla="*/ 588210 w 3529188"/>
                      <a:gd name="connsiteY19" fmla="*/ 5854720 h 5854720"/>
                      <a:gd name="connsiteX20" fmla="*/ 0 w 3529188"/>
                      <a:gd name="connsiteY20" fmla="*/ 5266510 h 5854720"/>
                      <a:gd name="connsiteX21" fmla="*/ 0 w 3529188"/>
                      <a:gd name="connsiteY21" fmla="*/ 4728506 h 5854720"/>
                      <a:gd name="connsiteX22" fmla="*/ 0 w 3529188"/>
                      <a:gd name="connsiteY22" fmla="*/ 4143718 h 5854720"/>
                      <a:gd name="connsiteX23" fmla="*/ 0 w 3529188"/>
                      <a:gd name="connsiteY23" fmla="*/ 3699280 h 5854720"/>
                      <a:gd name="connsiteX24" fmla="*/ 0 w 3529188"/>
                      <a:gd name="connsiteY24" fmla="*/ 3254841 h 5854720"/>
                      <a:gd name="connsiteX25" fmla="*/ 0 w 3529188"/>
                      <a:gd name="connsiteY25" fmla="*/ 2670054 h 5854720"/>
                      <a:gd name="connsiteX26" fmla="*/ 0 w 3529188"/>
                      <a:gd name="connsiteY26" fmla="*/ 2178832 h 5854720"/>
                      <a:gd name="connsiteX27" fmla="*/ 0 w 3529188"/>
                      <a:gd name="connsiteY27" fmla="*/ 1547262 h 5854720"/>
                      <a:gd name="connsiteX28" fmla="*/ 0 w 3529188"/>
                      <a:gd name="connsiteY28" fmla="*/ 588210 h 58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29188" h="5854720" extrusionOk="0">
                        <a:moveTo>
                          <a:pt x="0" y="588210"/>
                        </a:moveTo>
                        <a:cubicBezTo>
                          <a:pt x="-21018" y="250387"/>
                          <a:pt x="217110" y="17355"/>
                          <a:pt x="588210" y="0"/>
                        </a:cubicBezTo>
                        <a:cubicBezTo>
                          <a:pt x="876112" y="-19041"/>
                          <a:pt x="1081758" y="40565"/>
                          <a:pt x="1223457" y="0"/>
                        </a:cubicBezTo>
                        <a:cubicBezTo>
                          <a:pt x="1365156" y="-40565"/>
                          <a:pt x="1510790" y="32361"/>
                          <a:pt x="1788122" y="0"/>
                        </a:cubicBezTo>
                        <a:cubicBezTo>
                          <a:pt x="2065454" y="-32361"/>
                          <a:pt x="2196286" y="39632"/>
                          <a:pt x="2329258" y="0"/>
                        </a:cubicBezTo>
                        <a:cubicBezTo>
                          <a:pt x="2462230" y="-39632"/>
                          <a:pt x="2683114" y="2257"/>
                          <a:pt x="2940978" y="0"/>
                        </a:cubicBezTo>
                        <a:cubicBezTo>
                          <a:pt x="3297966" y="-66121"/>
                          <a:pt x="3475164" y="255078"/>
                          <a:pt x="3529188" y="588210"/>
                        </a:cubicBezTo>
                        <a:cubicBezTo>
                          <a:pt x="3574272" y="863780"/>
                          <a:pt x="3523626" y="966106"/>
                          <a:pt x="3529188" y="1172998"/>
                        </a:cubicBezTo>
                        <a:cubicBezTo>
                          <a:pt x="3534750" y="1379890"/>
                          <a:pt x="3465933" y="1644977"/>
                          <a:pt x="3529188" y="1851351"/>
                        </a:cubicBezTo>
                        <a:cubicBezTo>
                          <a:pt x="3592443" y="2057725"/>
                          <a:pt x="3511454" y="2169708"/>
                          <a:pt x="3529188" y="2295790"/>
                        </a:cubicBezTo>
                        <a:cubicBezTo>
                          <a:pt x="3546922" y="2421872"/>
                          <a:pt x="3527136" y="2693707"/>
                          <a:pt x="3529188" y="2880577"/>
                        </a:cubicBezTo>
                        <a:cubicBezTo>
                          <a:pt x="3531240" y="3067447"/>
                          <a:pt x="3482987" y="3173559"/>
                          <a:pt x="3529188" y="3465365"/>
                        </a:cubicBezTo>
                        <a:cubicBezTo>
                          <a:pt x="3575389" y="3757171"/>
                          <a:pt x="3528527" y="3785537"/>
                          <a:pt x="3529188" y="4003369"/>
                        </a:cubicBezTo>
                        <a:cubicBezTo>
                          <a:pt x="3529849" y="4221201"/>
                          <a:pt x="3513745" y="4519491"/>
                          <a:pt x="3529188" y="4681723"/>
                        </a:cubicBezTo>
                        <a:cubicBezTo>
                          <a:pt x="3544631" y="4843955"/>
                          <a:pt x="3526290" y="5077457"/>
                          <a:pt x="3529188" y="5266510"/>
                        </a:cubicBezTo>
                        <a:cubicBezTo>
                          <a:pt x="3495511" y="5596899"/>
                          <a:pt x="3239177" y="5836325"/>
                          <a:pt x="2940978" y="5854720"/>
                        </a:cubicBezTo>
                        <a:cubicBezTo>
                          <a:pt x="2728639" y="5898033"/>
                          <a:pt x="2496727" y="5784306"/>
                          <a:pt x="2329258" y="5854720"/>
                        </a:cubicBezTo>
                        <a:cubicBezTo>
                          <a:pt x="2161789" y="5925134"/>
                          <a:pt x="1866325" y="5847030"/>
                          <a:pt x="1741066" y="5854720"/>
                        </a:cubicBezTo>
                        <a:cubicBezTo>
                          <a:pt x="1615807" y="5862410"/>
                          <a:pt x="1395638" y="5831161"/>
                          <a:pt x="1223457" y="5854720"/>
                        </a:cubicBezTo>
                        <a:cubicBezTo>
                          <a:pt x="1051276" y="5878279"/>
                          <a:pt x="874717" y="5821346"/>
                          <a:pt x="588210" y="5854720"/>
                        </a:cubicBezTo>
                        <a:cubicBezTo>
                          <a:pt x="295355" y="5835736"/>
                          <a:pt x="-41219" y="5656806"/>
                          <a:pt x="0" y="5266510"/>
                        </a:cubicBezTo>
                        <a:cubicBezTo>
                          <a:pt x="-62082" y="5061492"/>
                          <a:pt x="63114" y="4919165"/>
                          <a:pt x="0" y="4728506"/>
                        </a:cubicBezTo>
                        <a:cubicBezTo>
                          <a:pt x="-63114" y="4537847"/>
                          <a:pt x="67598" y="4416595"/>
                          <a:pt x="0" y="4143718"/>
                        </a:cubicBezTo>
                        <a:cubicBezTo>
                          <a:pt x="-67598" y="3870841"/>
                          <a:pt x="47971" y="3804176"/>
                          <a:pt x="0" y="3699280"/>
                        </a:cubicBezTo>
                        <a:cubicBezTo>
                          <a:pt x="-47971" y="3594384"/>
                          <a:pt x="18838" y="3384689"/>
                          <a:pt x="0" y="3254841"/>
                        </a:cubicBezTo>
                        <a:cubicBezTo>
                          <a:pt x="-18838" y="3124993"/>
                          <a:pt x="36295" y="2896233"/>
                          <a:pt x="0" y="2670054"/>
                        </a:cubicBezTo>
                        <a:cubicBezTo>
                          <a:pt x="-36295" y="2443875"/>
                          <a:pt x="12293" y="2283397"/>
                          <a:pt x="0" y="2178832"/>
                        </a:cubicBezTo>
                        <a:cubicBezTo>
                          <a:pt x="-12293" y="2074267"/>
                          <a:pt x="42881" y="1673819"/>
                          <a:pt x="0" y="1547262"/>
                        </a:cubicBezTo>
                        <a:cubicBezTo>
                          <a:pt x="-42881" y="1420705"/>
                          <a:pt x="2387" y="914777"/>
                          <a:pt x="0" y="58821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5" name="フリーフォーム(F) 18">
            <a:extLst>
              <a:ext uri="{FF2B5EF4-FFF2-40B4-BE49-F238E27FC236}">
                <a16:creationId xmlns:a16="http://schemas.microsoft.com/office/drawing/2014/main" id="{9F752DEF-757A-19B9-7805-B7A70E94C5F2}"/>
              </a:ext>
            </a:extLst>
          </p:cNvPr>
          <p:cNvSpPr/>
          <p:nvPr userDrawn="1"/>
        </p:nvSpPr>
        <p:spPr>
          <a:xfrm flipH="1">
            <a:off x="544607" y="2735191"/>
            <a:ext cx="80439" cy="1697503"/>
          </a:xfrm>
          <a:custGeom>
            <a:avLst/>
            <a:gdLst>
              <a:gd name="connsiteX0" fmla="*/ 973027 w 5838044"/>
              <a:gd name="connsiteY0" fmla="*/ 0 h 7382204"/>
              <a:gd name="connsiteX1" fmla="*/ 4865018 w 5838044"/>
              <a:gd name="connsiteY1" fmla="*/ 0 h 7382204"/>
              <a:gd name="connsiteX2" fmla="*/ 5838044 w 5838044"/>
              <a:gd name="connsiteY2" fmla="*/ 973027 h 7382204"/>
              <a:gd name="connsiteX3" fmla="*/ 5838044 w 5838044"/>
              <a:gd name="connsiteY3" fmla="*/ 7382204 h 7382204"/>
              <a:gd name="connsiteX4" fmla="*/ 0 w 5838044"/>
              <a:gd name="connsiteY4" fmla="*/ 7382204 h 7382204"/>
              <a:gd name="connsiteX5" fmla="*/ 0 w 5838044"/>
              <a:gd name="connsiteY5" fmla="*/ 973027 h 7382204"/>
              <a:gd name="connsiteX6" fmla="*/ 973027 w 5838044"/>
              <a:gd name="connsiteY6" fmla="*/ 0 h 7382204"/>
              <a:gd name="connsiteX0" fmla="*/ 973027 w 5838044"/>
              <a:gd name="connsiteY0" fmla="*/ 0 h 7382204"/>
              <a:gd name="connsiteX1" fmla="*/ 4865018 w 5838044"/>
              <a:gd name="connsiteY1" fmla="*/ 0 h 7382204"/>
              <a:gd name="connsiteX2" fmla="*/ 5838044 w 5838044"/>
              <a:gd name="connsiteY2" fmla="*/ 973027 h 7382204"/>
              <a:gd name="connsiteX3" fmla="*/ 0 w 5838044"/>
              <a:gd name="connsiteY3" fmla="*/ 7382204 h 7382204"/>
              <a:gd name="connsiteX4" fmla="*/ 0 w 5838044"/>
              <a:gd name="connsiteY4" fmla="*/ 973027 h 7382204"/>
              <a:gd name="connsiteX5" fmla="*/ 973027 w 5838044"/>
              <a:gd name="connsiteY5" fmla="*/ 0 h 7382204"/>
              <a:gd name="connsiteX0" fmla="*/ 5838044 w 5929484"/>
              <a:gd name="connsiteY0" fmla="*/ 973027 h 7382204"/>
              <a:gd name="connsiteX1" fmla="*/ 0 w 5929484"/>
              <a:gd name="connsiteY1" fmla="*/ 7382204 h 7382204"/>
              <a:gd name="connsiteX2" fmla="*/ 0 w 5929484"/>
              <a:gd name="connsiteY2" fmla="*/ 973027 h 7382204"/>
              <a:gd name="connsiteX3" fmla="*/ 973027 w 5929484"/>
              <a:gd name="connsiteY3" fmla="*/ 0 h 7382204"/>
              <a:gd name="connsiteX4" fmla="*/ 4865018 w 5929484"/>
              <a:gd name="connsiteY4" fmla="*/ 0 h 7382204"/>
              <a:gd name="connsiteX5" fmla="*/ 5929484 w 5929484"/>
              <a:gd name="connsiteY5" fmla="*/ 1064467 h 7382204"/>
              <a:gd name="connsiteX0" fmla="*/ 5838044 w 5996391"/>
              <a:gd name="connsiteY0" fmla="*/ 973027 h 7382204"/>
              <a:gd name="connsiteX1" fmla="*/ 0 w 5996391"/>
              <a:gd name="connsiteY1" fmla="*/ 7382204 h 7382204"/>
              <a:gd name="connsiteX2" fmla="*/ 0 w 5996391"/>
              <a:gd name="connsiteY2" fmla="*/ 973027 h 7382204"/>
              <a:gd name="connsiteX3" fmla="*/ 973027 w 5996391"/>
              <a:gd name="connsiteY3" fmla="*/ 0 h 7382204"/>
              <a:gd name="connsiteX4" fmla="*/ 4865018 w 5996391"/>
              <a:gd name="connsiteY4" fmla="*/ 0 h 7382204"/>
              <a:gd name="connsiteX5" fmla="*/ 5996391 w 5996391"/>
              <a:gd name="connsiteY5" fmla="*/ 819140 h 7382204"/>
              <a:gd name="connsiteX0" fmla="*/ 5771136 w 5996391"/>
              <a:gd name="connsiteY0" fmla="*/ 4764441 h 7382204"/>
              <a:gd name="connsiteX1" fmla="*/ 0 w 5996391"/>
              <a:gd name="connsiteY1" fmla="*/ 7382204 h 7382204"/>
              <a:gd name="connsiteX2" fmla="*/ 0 w 5996391"/>
              <a:gd name="connsiteY2" fmla="*/ 973027 h 7382204"/>
              <a:gd name="connsiteX3" fmla="*/ 973027 w 5996391"/>
              <a:gd name="connsiteY3" fmla="*/ 0 h 7382204"/>
              <a:gd name="connsiteX4" fmla="*/ 4865018 w 5996391"/>
              <a:gd name="connsiteY4" fmla="*/ 0 h 7382204"/>
              <a:gd name="connsiteX5" fmla="*/ 5996391 w 5996391"/>
              <a:gd name="connsiteY5" fmla="*/ 819140 h 7382204"/>
              <a:gd name="connsiteX0" fmla="*/ 0 w 5996391"/>
              <a:gd name="connsiteY0" fmla="*/ 7382204 h 7382204"/>
              <a:gd name="connsiteX1" fmla="*/ 0 w 5996391"/>
              <a:gd name="connsiteY1" fmla="*/ 973027 h 7382204"/>
              <a:gd name="connsiteX2" fmla="*/ 973027 w 5996391"/>
              <a:gd name="connsiteY2" fmla="*/ 0 h 7382204"/>
              <a:gd name="connsiteX3" fmla="*/ 4865018 w 5996391"/>
              <a:gd name="connsiteY3" fmla="*/ 0 h 7382204"/>
              <a:gd name="connsiteX4" fmla="*/ 5996391 w 5996391"/>
              <a:gd name="connsiteY4" fmla="*/ 819140 h 7382204"/>
              <a:gd name="connsiteX0" fmla="*/ 0 w 4865018"/>
              <a:gd name="connsiteY0" fmla="*/ 7382204 h 7382204"/>
              <a:gd name="connsiteX1" fmla="*/ 0 w 4865018"/>
              <a:gd name="connsiteY1" fmla="*/ 973027 h 7382204"/>
              <a:gd name="connsiteX2" fmla="*/ 973027 w 4865018"/>
              <a:gd name="connsiteY2" fmla="*/ 0 h 7382204"/>
              <a:gd name="connsiteX3" fmla="*/ 4865018 w 4865018"/>
              <a:gd name="connsiteY3" fmla="*/ 0 h 7382204"/>
              <a:gd name="connsiteX0" fmla="*/ 0 w 973027"/>
              <a:gd name="connsiteY0" fmla="*/ 7382204 h 7382204"/>
              <a:gd name="connsiteX1" fmla="*/ 0 w 973027"/>
              <a:gd name="connsiteY1" fmla="*/ 973027 h 7382204"/>
              <a:gd name="connsiteX2" fmla="*/ 973027 w 973027"/>
              <a:gd name="connsiteY2" fmla="*/ 0 h 7382204"/>
              <a:gd name="connsiteX0" fmla="*/ 0 w 0"/>
              <a:gd name="connsiteY0" fmla="*/ 6409177 h 6409177"/>
              <a:gd name="connsiteX1" fmla="*/ 0 w 0"/>
              <a:gd name="connsiteY1" fmla="*/ 0 h 6409177"/>
            </a:gdLst>
            <a:ahLst/>
            <a:cxnLst>
              <a:cxn ang="0">
                <a:pos x="connsiteX0" y="connsiteY0"/>
              </a:cxn>
              <a:cxn ang="0">
                <a:pos x="connsiteX1" y="connsiteY1"/>
              </a:cxn>
            </a:cxnLst>
            <a:rect l="l" t="t" r="r" b="b"/>
            <a:pathLst>
              <a:path h="6409177">
                <a:moveTo>
                  <a:pt x="0" y="6409177"/>
                </a:moveTo>
                <a:lnTo>
                  <a:pt x="0" y="0"/>
                </a:lnTo>
              </a:path>
            </a:pathLst>
          </a:custGeom>
          <a:noFill/>
          <a:ln w="762000" cap="rnd" cmpd="sng">
            <a:solidFill>
              <a:schemeClr val="accent1"/>
            </a:solidFill>
            <a:round/>
            <a:extLst>
              <a:ext uri="{C807C97D-BFC1-408E-A445-0C87EB9F89A2}">
                <ask:lineSketchStyleProps xmlns:ask="http://schemas.microsoft.com/office/drawing/2018/sketchyshapes" sd="1219033472">
                  <a:custGeom>
                    <a:avLst/>
                    <a:gdLst>
                      <a:gd name="connsiteX0" fmla="*/ 0 w 3529188"/>
                      <a:gd name="connsiteY0" fmla="*/ 588210 h 5854720"/>
                      <a:gd name="connsiteX1" fmla="*/ 588210 w 3529188"/>
                      <a:gd name="connsiteY1" fmla="*/ 0 h 5854720"/>
                      <a:gd name="connsiteX2" fmla="*/ 1223457 w 3529188"/>
                      <a:gd name="connsiteY2" fmla="*/ 0 h 5854720"/>
                      <a:gd name="connsiteX3" fmla="*/ 1788122 w 3529188"/>
                      <a:gd name="connsiteY3" fmla="*/ 0 h 5854720"/>
                      <a:gd name="connsiteX4" fmla="*/ 2329258 w 3529188"/>
                      <a:gd name="connsiteY4" fmla="*/ 0 h 5854720"/>
                      <a:gd name="connsiteX5" fmla="*/ 2940978 w 3529188"/>
                      <a:gd name="connsiteY5" fmla="*/ 0 h 5854720"/>
                      <a:gd name="connsiteX6" fmla="*/ 3529188 w 3529188"/>
                      <a:gd name="connsiteY6" fmla="*/ 588210 h 5854720"/>
                      <a:gd name="connsiteX7" fmla="*/ 3529188 w 3529188"/>
                      <a:gd name="connsiteY7" fmla="*/ 1172998 h 5854720"/>
                      <a:gd name="connsiteX8" fmla="*/ 3529188 w 3529188"/>
                      <a:gd name="connsiteY8" fmla="*/ 1851351 h 5854720"/>
                      <a:gd name="connsiteX9" fmla="*/ 3529188 w 3529188"/>
                      <a:gd name="connsiteY9" fmla="*/ 2295790 h 5854720"/>
                      <a:gd name="connsiteX10" fmla="*/ 3529188 w 3529188"/>
                      <a:gd name="connsiteY10" fmla="*/ 2880577 h 5854720"/>
                      <a:gd name="connsiteX11" fmla="*/ 3529188 w 3529188"/>
                      <a:gd name="connsiteY11" fmla="*/ 3465365 h 5854720"/>
                      <a:gd name="connsiteX12" fmla="*/ 3529188 w 3529188"/>
                      <a:gd name="connsiteY12" fmla="*/ 4003369 h 5854720"/>
                      <a:gd name="connsiteX13" fmla="*/ 3529188 w 3529188"/>
                      <a:gd name="connsiteY13" fmla="*/ 4681723 h 5854720"/>
                      <a:gd name="connsiteX14" fmla="*/ 3529188 w 3529188"/>
                      <a:gd name="connsiteY14" fmla="*/ 5266510 h 5854720"/>
                      <a:gd name="connsiteX15" fmla="*/ 2940978 w 3529188"/>
                      <a:gd name="connsiteY15" fmla="*/ 5854720 h 5854720"/>
                      <a:gd name="connsiteX16" fmla="*/ 2329258 w 3529188"/>
                      <a:gd name="connsiteY16" fmla="*/ 5854720 h 5854720"/>
                      <a:gd name="connsiteX17" fmla="*/ 1741066 w 3529188"/>
                      <a:gd name="connsiteY17" fmla="*/ 5854720 h 5854720"/>
                      <a:gd name="connsiteX18" fmla="*/ 1223457 w 3529188"/>
                      <a:gd name="connsiteY18" fmla="*/ 5854720 h 5854720"/>
                      <a:gd name="connsiteX19" fmla="*/ 588210 w 3529188"/>
                      <a:gd name="connsiteY19" fmla="*/ 5854720 h 5854720"/>
                      <a:gd name="connsiteX20" fmla="*/ 0 w 3529188"/>
                      <a:gd name="connsiteY20" fmla="*/ 5266510 h 5854720"/>
                      <a:gd name="connsiteX21" fmla="*/ 0 w 3529188"/>
                      <a:gd name="connsiteY21" fmla="*/ 4728506 h 5854720"/>
                      <a:gd name="connsiteX22" fmla="*/ 0 w 3529188"/>
                      <a:gd name="connsiteY22" fmla="*/ 4143718 h 5854720"/>
                      <a:gd name="connsiteX23" fmla="*/ 0 w 3529188"/>
                      <a:gd name="connsiteY23" fmla="*/ 3699280 h 5854720"/>
                      <a:gd name="connsiteX24" fmla="*/ 0 w 3529188"/>
                      <a:gd name="connsiteY24" fmla="*/ 3254841 h 5854720"/>
                      <a:gd name="connsiteX25" fmla="*/ 0 w 3529188"/>
                      <a:gd name="connsiteY25" fmla="*/ 2670054 h 5854720"/>
                      <a:gd name="connsiteX26" fmla="*/ 0 w 3529188"/>
                      <a:gd name="connsiteY26" fmla="*/ 2178832 h 5854720"/>
                      <a:gd name="connsiteX27" fmla="*/ 0 w 3529188"/>
                      <a:gd name="connsiteY27" fmla="*/ 1547262 h 5854720"/>
                      <a:gd name="connsiteX28" fmla="*/ 0 w 3529188"/>
                      <a:gd name="connsiteY28" fmla="*/ 588210 h 58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29188" h="5854720" extrusionOk="0">
                        <a:moveTo>
                          <a:pt x="0" y="588210"/>
                        </a:moveTo>
                        <a:cubicBezTo>
                          <a:pt x="-21018" y="250387"/>
                          <a:pt x="217110" y="17355"/>
                          <a:pt x="588210" y="0"/>
                        </a:cubicBezTo>
                        <a:cubicBezTo>
                          <a:pt x="876112" y="-19041"/>
                          <a:pt x="1081758" y="40565"/>
                          <a:pt x="1223457" y="0"/>
                        </a:cubicBezTo>
                        <a:cubicBezTo>
                          <a:pt x="1365156" y="-40565"/>
                          <a:pt x="1510790" y="32361"/>
                          <a:pt x="1788122" y="0"/>
                        </a:cubicBezTo>
                        <a:cubicBezTo>
                          <a:pt x="2065454" y="-32361"/>
                          <a:pt x="2196286" y="39632"/>
                          <a:pt x="2329258" y="0"/>
                        </a:cubicBezTo>
                        <a:cubicBezTo>
                          <a:pt x="2462230" y="-39632"/>
                          <a:pt x="2683114" y="2257"/>
                          <a:pt x="2940978" y="0"/>
                        </a:cubicBezTo>
                        <a:cubicBezTo>
                          <a:pt x="3297966" y="-66121"/>
                          <a:pt x="3475164" y="255078"/>
                          <a:pt x="3529188" y="588210"/>
                        </a:cubicBezTo>
                        <a:cubicBezTo>
                          <a:pt x="3574272" y="863780"/>
                          <a:pt x="3523626" y="966106"/>
                          <a:pt x="3529188" y="1172998"/>
                        </a:cubicBezTo>
                        <a:cubicBezTo>
                          <a:pt x="3534750" y="1379890"/>
                          <a:pt x="3465933" y="1644977"/>
                          <a:pt x="3529188" y="1851351"/>
                        </a:cubicBezTo>
                        <a:cubicBezTo>
                          <a:pt x="3592443" y="2057725"/>
                          <a:pt x="3511454" y="2169708"/>
                          <a:pt x="3529188" y="2295790"/>
                        </a:cubicBezTo>
                        <a:cubicBezTo>
                          <a:pt x="3546922" y="2421872"/>
                          <a:pt x="3527136" y="2693707"/>
                          <a:pt x="3529188" y="2880577"/>
                        </a:cubicBezTo>
                        <a:cubicBezTo>
                          <a:pt x="3531240" y="3067447"/>
                          <a:pt x="3482987" y="3173559"/>
                          <a:pt x="3529188" y="3465365"/>
                        </a:cubicBezTo>
                        <a:cubicBezTo>
                          <a:pt x="3575389" y="3757171"/>
                          <a:pt x="3528527" y="3785537"/>
                          <a:pt x="3529188" y="4003369"/>
                        </a:cubicBezTo>
                        <a:cubicBezTo>
                          <a:pt x="3529849" y="4221201"/>
                          <a:pt x="3513745" y="4519491"/>
                          <a:pt x="3529188" y="4681723"/>
                        </a:cubicBezTo>
                        <a:cubicBezTo>
                          <a:pt x="3544631" y="4843955"/>
                          <a:pt x="3526290" y="5077457"/>
                          <a:pt x="3529188" y="5266510"/>
                        </a:cubicBezTo>
                        <a:cubicBezTo>
                          <a:pt x="3495511" y="5596899"/>
                          <a:pt x="3239177" y="5836325"/>
                          <a:pt x="2940978" y="5854720"/>
                        </a:cubicBezTo>
                        <a:cubicBezTo>
                          <a:pt x="2728639" y="5898033"/>
                          <a:pt x="2496727" y="5784306"/>
                          <a:pt x="2329258" y="5854720"/>
                        </a:cubicBezTo>
                        <a:cubicBezTo>
                          <a:pt x="2161789" y="5925134"/>
                          <a:pt x="1866325" y="5847030"/>
                          <a:pt x="1741066" y="5854720"/>
                        </a:cubicBezTo>
                        <a:cubicBezTo>
                          <a:pt x="1615807" y="5862410"/>
                          <a:pt x="1395638" y="5831161"/>
                          <a:pt x="1223457" y="5854720"/>
                        </a:cubicBezTo>
                        <a:cubicBezTo>
                          <a:pt x="1051276" y="5878279"/>
                          <a:pt x="874717" y="5821346"/>
                          <a:pt x="588210" y="5854720"/>
                        </a:cubicBezTo>
                        <a:cubicBezTo>
                          <a:pt x="295355" y="5835736"/>
                          <a:pt x="-41219" y="5656806"/>
                          <a:pt x="0" y="5266510"/>
                        </a:cubicBezTo>
                        <a:cubicBezTo>
                          <a:pt x="-62082" y="5061492"/>
                          <a:pt x="63114" y="4919165"/>
                          <a:pt x="0" y="4728506"/>
                        </a:cubicBezTo>
                        <a:cubicBezTo>
                          <a:pt x="-63114" y="4537847"/>
                          <a:pt x="67598" y="4416595"/>
                          <a:pt x="0" y="4143718"/>
                        </a:cubicBezTo>
                        <a:cubicBezTo>
                          <a:pt x="-67598" y="3870841"/>
                          <a:pt x="47971" y="3804176"/>
                          <a:pt x="0" y="3699280"/>
                        </a:cubicBezTo>
                        <a:cubicBezTo>
                          <a:pt x="-47971" y="3594384"/>
                          <a:pt x="18838" y="3384689"/>
                          <a:pt x="0" y="3254841"/>
                        </a:cubicBezTo>
                        <a:cubicBezTo>
                          <a:pt x="-18838" y="3124993"/>
                          <a:pt x="36295" y="2896233"/>
                          <a:pt x="0" y="2670054"/>
                        </a:cubicBezTo>
                        <a:cubicBezTo>
                          <a:pt x="-36295" y="2443875"/>
                          <a:pt x="12293" y="2283397"/>
                          <a:pt x="0" y="2178832"/>
                        </a:cubicBezTo>
                        <a:cubicBezTo>
                          <a:pt x="-12293" y="2074267"/>
                          <a:pt x="42881" y="1673819"/>
                          <a:pt x="0" y="1547262"/>
                        </a:cubicBezTo>
                        <a:cubicBezTo>
                          <a:pt x="-42881" y="1420705"/>
                          <a:pt x="2387" y="914777"/>
                          <a:pt x="0" y="58821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7" name="フリーフォーム(F) 20">
            <a:extLst>
              <a:ext uri="{FF2B5EF4-FFF2-40B4-BE49-F238E27FC236}">
                <a16:creationId xmlns:a16="http://schemas.microsoft.com/office/drawing/2014/main" id="{6010C008-0418-12FF-A80A-05ECF85F5EB6}"/>
              </a:ext>
            </a:extLst>
          </p:cNvPr>
          <p:cNvSpPr/>
          <p:nvPr userDrawn="1"/>
        </p:nvSpPr>
        <p:spPr>
          <a:xfrm flipH="1">
            <a:off x="7620566" y="3973595"/>
            <a:ext cx="4046047" cy="1354794"/>
          </a:xfrm>
          <a:custGeom>
            <a:avLst/>
            <a:gdLst>
              <a:gd name="connsiteX0" fmla="*/ 0 w 4046047"/>
              <a:gd name="connsiteY0" fmla="*/ 0 h 1354794"/>
              <a:gd name="connsiteX1" fmla="*/ 4046047 w 4046047"/>
              <a:gd name="connsiteY1" fmla="*/ 530971 h 1354794"/>
              <a:gd name="connsiteX2" fmla="*/ 4046047 w 4046047"/>
              <a:gd name="connsiteY2" fmla="*/ 1354794 h 1354794"/>
              <a:gd name="connsiteX3" fmla="*/ 620191 w 4046047"/>
              <a:gd name="connsiteY3" fmla="*/ 1354794 h 1354794"/>
              <a:gd name="connsiteX4" fmla="*/ 0 w 4046047"/>
              <a:gd name="connsiteY4" fmla="*/ 783283 h 1354794"/>
              <a:gd name="connsiteX0" fmla="*/ 4046047 w 4137487"/>
              <a:gd name="connsiteY0" fmla="*/ 530971 h 1354794"/>
              <a:gd name="connsiteX1" fmla="*/ 4046047 w 4137487"/>
              <a:gd name="connsiteY1" fmla="*/ 1354794 h 1354794"/>
              <a:gd name="connsiteX2" fmla="*/ 620191 w 4137487"/>
              <a:gd name="connsiteY2" fmla="*/ 1354794 h 1354794"/>
              <a:gd name="connsiteX3" fmla="*/ 0 w 4137487"/>
              <a:gd name="connsiteY3" fmla="*/ 783283 h 1354794"/>
              <a:gd name="connsiteX4" fmla="*/ 0 w 4137487"/>
              <a:gd name="connsiteY4" fmla="*/ 0 h 1354794"/>
              <a:gd name="connsiteX5" fmla="*/ 4137487 w 4137487"/>
              <a:gd name="connsiteY5" fmla="*/ 622411 h 1354794"/>
              <a:gd name="connsiteX0" fmla="*/ 4046047 w 4137487"/>
              <a:gd name="connsiteY0" fmla="*/ 1354794 h 1354794"/>
              <a:gd name="connsiteX1" fmla="*/ 620191 w 4137487"/>
              <a:gd name="connsiteY1" fmla="*/ 1354794 h 1354794"/>
              <a:gd name="connsiteX2" fmla="*/ 0 w 4137487"/>
              <a:gd name="connsiteY2" fmla="*/ 783283 h 1354794"/>
              <a:gd name="connsiteX3" fmla="*/ 0 w 4137487"/>
              <a:gd name="connsiteY3" fmla="*/ 0 h 1354794"/>
              <a:gd name="connsiteX4" fmla="*/ 4137487 w 4137487"/>
              <a:gd name="connsiteY4" fmla="*/ 622411 h 1354794"/>
              <a:gd name="connsiteX0" fmla="*/ 4046047 w 4046047"/>
              <a:gd name="connsiteY0" fmla="*/ 1354794 h 1354794"/>
              <a:gd name="connsiteX1" fmla="*/ 620191 w 4046047"/>
              <a:gd name="connsiteY1" fmla="*/ 1354794 h 1354794"/>
              <a:gd name="connsiteX2" fmla="*/ 0 w 4046047"/>
              <a:gd name="connsiteY2" fmla="*/ 783283 h 1354794"/>
              <a:gd name="connsiteX3" fmla="*/ 0 w 4046047"/>
              <a:gd name="connsiteY3" fmla="*/ 0 h 1354794"/>
            </a:gdLst>
            <a:ahLst/>
            <a:cxnLst>
              <a:cxn ang="0">
                <a:pos x="connsiteX0" y="connsiteY0"/>
              </a:cxn>
              <a:cxn ang="0">
                <a:pos x="connsiteX1" y="connsiteY1"/>
              </a:cxn>
              <a:cxn ang="0">
                <a:pos x="connsiteX2" y="connsiteY2"/>
              </a:cxn>
              <a:cxn ang="0">
                <a:pos x="connsiteX3" y="connsiteY3"/>
              </a:cxn>
            </a:cxnLst>
            <a:rect l="l" t="t" r="r" b="b"/>
            <a:pathLst>
              <a:path w="4046047" h="1354794">
                <a:moveTo>
                  <a:pt x="4046047" y="1354794"/>
                </a:moveTo>
                <a:lnTo>
                  <a:pt x="620191" y="1354794"/>
                </a:lnTo>
                <a:cubicBezTo>
                  <a:pt x="277669" y="1354794"/>
                  <a:pt x="0" y="1098920"/>
                  <a:pt x="0" y="783283"/>
                </a:cubicBezTo>
                <a:lnTo>
                  <a:pt x="0" y="0"/>
                </a:lnTo>
              </a:path>
            </a:pathLst>
          </a:custGeom>
          <a:noFill/>
          <a:ln w="762000" cap="rnd" cmpd="sng">
            <a:solidFill>
              <a:schemeClr val="accent4"/>
            </a:solidFill>
            <a:round/>
            <a:extLst>
              <a:ext uri="{C807C97D-BFC1-408E-A445-0C87EB9F89A2}">
                <ask:lineSketchStyleProps xmlns:ask="http://schemas.microsoft.com/office/drawing/2018/sketchyshapes" sd="1219033472">
                  <a:custGeom>
                    <a:avLst/>
                    <a:gdLst>
                      <a:gd name="connsiteX0" fmla="*/ 0 w 3529188"/>
                      <a:gd name="connsiteY0" fmla="*/ 588210 h 5854720"/>
                      <a:gd name="connsiteX1" fmla="*/ 588210 w 3529188"/>
                      <a:gd name="connsiteY1" fmla="*/ 0 h 5854720"/>
                      <a:gd name="connsiteX2" fmla="*/ 1223457 w 3529188"/>
                      <a:gd name="connsiteY2" fmla="*/ 0 h 5854720"/>
                      <a:gd name="connsiteX3" fmla="*/ 1788122 w 3529188"/>
                      <a:gd name="connsiteY3" fmla="*/ 0 h 5854720"/>
                      <a:gd name="connsiteX4" fmla="*/ 2329258 w 3529188"/>
                      <a:gd name="connsiteY4" fmla="*/ 0 h 5854720"/>
                      <a:gd name="connsiteX5" fmla="*/ 2940978 w 3529188"/>
                      <a:gd name="connsiteY5" fmla="*/ 0 h 5854720"/>
                      <a:gd name="connsiteX6" fmla="*/ 3529188 w 3529188"/>
                      <a:gd name="connsiteY6" fmla="*/ 588210 h 5854720"/>
                      <a:gd name="connsiteX7" fmla="*/ 3529188 w 3529188"/>
                      <a:gd name="connsiteY7" fmla="*/ 1172998 h 5854720"/>
                      <a:gd name="connsiteX8" fmla="*/ 3529188 w 3529188"/>
                      <a:gd name="connsiteY8" fmla="*/ 1851351 h 5854720"/>
                      <a:gd name="connsiteX9" fmla="*/ 3529188 w 3529188"/>
                      <a:gd name="connsiteY9" fmla="*/ 2295790 h 5854720"/>
                      <a:gd name="connsiteX10" fmla="*/ 3529188 w 3529188"/>
                      <a:gd name="connsiteY10" fmla="*/ 2880577 h 5854720"/>
                      <a:gd name="connsiteX11" fmla="*/ 3529188 w 3529188"/>
                      <a:gd name="connsiteY11" fmla="*/ 3465365 h 5854720"/>
                      <a:gd name="connsiteX12" fmla="*/ 3529188 w 3529188"/>
                      <a:gd name="connsiteY12" fmla="*/ 4003369 h 5854720"/>
                      <a:gd name="connsiteX13" fmla="*/ 3529188 w 3529188"/>
                      <a:gd name="connsiteY13" fmla="*/ 4681723 h 5854720"/>
                      <a:gd name="connsiteX14" fmla="*/ 3529188 w 3529188"/>
                      <a:gd name="connsiteY14" fmla="*/ 5266510 h 5854720"/>
                      <a:gd name="connsiteX15" fmla="*/ 2940978 w 3529188"/>
                      <a:gd name="connsiteY15" fmla="*/ 5854720 h 5854720"/>
                      <a:gd name="connsiteX16" fmla="*/ 2329258 w 3529188"/>
                      <a:gd name="connsiteY16" fmla="*/ 5854720 h 5854720"/>
                      <a:gd name="connsiteX17" fmla="*/ 1741066 w 3529188"/>
                      <a:gd name="connsiteY17" fmla="*/ 5854720 h 5854720"/>
                      <a:gd name="connsiteX18" fmla="*/ 1223457 w 3529188"/>
                      <a:gd name="connsiteY18" fmla="*/ 5854720 h 5854720"/>
                      <a:gd name="connsiteX19" fmla="*/ 588210 w 3529188"/>
                      <a:gd name="connsiteY19" fmla="*/ 5854720 h 5854720"/>
                      <a:gd name="connsiteX20" fmla="*/ 0 w 3529188"/>
                      <a:gd name="connsiteY20" fmla="*/ 5266510 h 5854720"/>
                      <a:gd name="connsiteX21" fmla="*/ 0 w 3529188"/>
                      <a:gd name="connsiteY21" fmla="*/ 4728506 h 5854720"/>
                      <a:gd name="connsiteX22" fmla="*/ 0 w 3529188"/>
                      <a:gd name="connsiteY22" fmla="*/ 4143718 h 5854720"/>
                      <a:gd name="connsiteX23" fmla="*/ 0 w 3529188"/>
                      <a:gd name="connsiteY23" fmla="*/ 3699280 h 5854720"/>
                      <a:gd name="connsiteX24" fmla="*/ 0 w 3529188"/>
                      <a:gd name="connsiteY24" fmla="*/ 3254841 h 5854720"/>
                      <a:gd name="connsiteX25" fmla="*/ 0 w 3529188"/>
                      <a:gd name="connsiteY25" fmla="*/ 2670054 h 5854720"/>
                      <a:gd name="connsiteX26" fmla="*/ 0 w 3529188"/>
                      <a:gd name="connsiteY26" fmla="*/ 2178832 h 5854720"/>
                      <a:gd name="connsiteX27" fmla="*/ 0 w 3529188"/>
                      <a:gd name="connsiteY27" fmla="*/ 1547262 h 5854720"/>
                      <a:gd name="connsiteX28" fmla="*/ 0 w 3529188"/>
                      <a:gd name="connsiteY28" fmla="*/ 588210 h 58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29188" h="5854720" extrusionOk="0">
                        <a:moveTo>
                          <a:pt x="0" y="588210"/>
                        </a:moveTo>
                        <a:cubicBezTo>
                          <a:pt x="-21018" y="250387"/>
                          <a:pt x="217110" y="17355"/>
                          <a:pt x="588210" y="0"/>
                        </a:cubicBezTo>
                        <a:cubicBezTo>
                          <a:pt x="876112" y="-19041"/>
                          <a:pt x="1081758" y="40565"/>
                          <a:pt x="1223457" y="0"/>
                        </a:cubicBezTo>
                        <a:cubicBezTo>
                          <a:pt x="1365156" y="-40565"/>
                          <a:pt x="1510790" y="32361"/>
                          <a:pt x="1788122" y="0"/>
                        </a:cubicBezTo>
                        <a:cubicBezTo>
                          <a:pt x="2065454" y="-32361"/>
                          <a:pt x="2196286" y="39632"/>
                          <a:pt x="2329258" y="0"/>
                        </a:cubicBezTo>
                        <a:cubicBezTo>
                          <a:pt x="2462230" y="-39632"/>
                          <a:pt x="2683114" y="2257"/>
                          <a:pt x="2940978" y="0"/>
                        </a:cubicBezTo>
                        <a:cubicBezTo>
                          <a:pt x="3297966" y="-66121"/>
                          <a:pt x="3475164" y="255078"/>
                          <a:pt x="3529188" y="588210"/>
                        </a:cubicBezTo>
                        <a:cubicBezTo>
                          <a:pt x="3574272" y="863780"/>
                          <a:pt x="3523626" y="966106"/>
                          <a:pt x="3529188" y="1172998"/>
                        </a:cubicBezTo>
                        <a:cubicBezTo>
                          <a:pt x="3534750" y="1379890"/>
                          <a:pt x="3465933" y="1644977"/>
                          <a:pt x="3529188" y="1851351"/>
                        </a:cubicBezTo>
                        <a:cubicBezTo>
                          <a:pt x="3592443" y="2057725"/>
                          <a:pt x="3511454" y="2169708"/>
                          <a:pt x="3529188" y="2295790"/>
                        </a:cubicBezTo>
                        <a:cubicBezTo>
                          <a:pt x="3546922" y="2421872"/>
                          <a:pt x="3527136" y="2693707"/>
                          <a:pt x="3529188" y="2880577"/>
                        </a:cubicBezTo>
                        <a:cubicBezTo>
                          <a:pt x="3531240" y="3067447"/>
                          <a:pt x="3482987" y="3173559"/>
                          <a:pt x="3529188" y="3465365"/>
                        </a:cubicBezTo>
                        <a:cubicBezTo>
                          <a:pt x="3575389" y="3757171"/>
                          <a:pt x="3528527" y="3785537"/>
                          <a:pt x="3529188" y="4003369"/>
                        </a:cubicBezTo>
                        <a:cubicBezTo>
                          <a:pt x="3529849" y="4221201"/>
                          <a:pt x="3513745" y="4519491"/>
                          <a:pt x="3529188" y="4681723"/>
                        </a:cubicBezTo>
                        <a:cubicBezTo>
                          <a:pt x="3544631" y="4843955"/>
                          <a:pt x="3526290" y="5077457"/>
                          <a:pt x="3529188" y="5266510"/>
                        </a:cubicBezTo>
                        <a:cubicBezTo>
                          <a:pt x="3495511" y="5596899"/>
                          <a:pt x="3239177" y="5836325"/>
                          <a:pt x="2940978" y="5854720"/>
                        </a:cubicBezTo>
                        <a:cubicBezTo>
                          <a:pt x="2728639" y="5898033"/>
                          <a:pt x="2496727" y="5784306"/>
                          <a:pt x="2329258" y="5854720"/>
                        </a:cubicBezTo>
                        <a:cubicBezTo>
                          <a:pt x="2161789" y="5925134"/>
                          <a:pt x="1866325" y="5847030"/>
                          <a:pt x="1741066" y="5854720"/>
                        </a:cubicBezTo>
                        <a:cubicBezTo>
                          <a:pt x="1615807" y="5862410"/>
                          <a:pt x="1395638" y="5831161"/>
                          <a:pt x="1223457" y="5854720"/>
                        </a:cubicBezTo>
                        <a:cubicBezTo>
                          <a:pt x="1051276" y="5878279"/>
                          <a:pt x="874717" y="5821346"/>
                          <a:pt x="588210" y="5854720"/>
                        </a:cubicBezTo>
                        <a:cubicBezTo>
                          <a:pt x="295355" y="5835736"/>
                          <a:pt x="-41219" y="5656806"/>
                          <a:pt x="0" y="5266510"/>
                        </a:cubicBezTo>
                        <a:cubicBezTo>
                          <a:pt x="-62082" y="5061492"/>
                          <a:pt x="63114" y="4919165"/>
                          <a:pt x="0" y="4728506"/>
                        </a:cubicBezTo>
                        <a:cubicBezTo>
                          <a:pt x="-63114" y="4537847"/>
                          <a:pt x="67598" y="4416595"/>
                          <a:pt x="0" y="4143718"/>
                        </a:cubicBezTo>
                        <a:cubicBezTo>
                          <a:pt x="-67598" y="3870841"/>
                          <a:pt x="47971" y="3804176"/>
                          <a:pt x="0" y="3699280"/>
                        </a:cubicBezTo>
                        <a:cubicBezTo>
                          <a:pt x="-47971" y="3594384"/>
                          <a:pt x="18838" y="3384689"/>
                          <a:pt x="0" y="3254841"/>
                        </a:cubicBezTo>
                        <a:cubicBezTo>
                          <a:pt x="-18838" y="3124993"/>
                          <a:pt x="36295" y="2896233"/>
                          <a:pt x="0" y="2670054"/>
                        </a:cubicBezTo>
                        <a:cubicBezTo>
                          <a:pt x="-36295" y="2443875"/>
                          <a:pt x="12293" y="2283397"/>
                          <a:pt x="0" y="2178832"/>
                        </a:cubicBezTo>
                        <a:cubicBezTo>
                          <a:pt x="-12293" y="2074267"/>
                          <a:pt x="42881" y="1673819"/>
                          <a:pt x="0" y="1547262"/>
                        </a:cubicBezTo>
                        <a:cubicBezTo>
                          <a:pt x="-42881" y="1420705"/>
                          <a:pt x="2387" y="914777"/>
                          <a:pt x="0" y="58821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ja-JP" altLang="en-US" baseline="0" noProof="0">
              <a:latin typeface="Meiryo UI" panose="020B0604030504040204" pitchFamily="50" charset="-128"/>
              <a:ea typeface="Meiryo UI" panose="020B0604030504040204" pitchFamily="50" charset="-128"/>
            </a:endParaRPr>
          </a:p>
        </p:txBody>
      </p:sp>
      <p:pic>
        <p:nvPicPr>
          <p:cNvPr id="29" name="グラフィック 28">
            <a:extLst>
              <a:ext uri="{FF2B5EF4-FFF2-40B4-BE49-F238E27FC236}">
                <a16:creationId xmlns:a16="http://schemas.microsoft.com/office/drawing/2014/main" id="{59EEBCDC-BA3F-5868-75D6-7EB2B87115CB}"/>
              </a:ext>
            </a:extLst>
          </p:cNvPr>
          <p:cNvPicPr>
            <a:picLocks noChangeAspect="1"/>
          </p:cNvPicPr>
          <p:nvPr userDrawn="1"/>
        </p:nvPicPr>
        <p:blipFill>
          <a:blip>
            <a:extLst>
              <a:ext uri="{96DAC541-7B7A-43D3-8B79-37D633B846F1}">
                <asvg:svgBlip xmlns:asvg="http://schemas.microsoft.com/office/drawing/2016/SVG/main" r:embed="rId6"/>
              </a:ext>
            </a:extLst>
          </a:blip>
          <a:srcRect l="59986"/>
          <a:stretch>
            <a:fillRect/>
          </a:stretch>
        </p:blipFill>
        <p:spPr>
          <a:xfrm>
            <a:off x="0" y="1420643"/>
            <a:ext cx="1014082" cy="1648983"/>
          </a:xfrm>
          <a:custGeom>
            <a:avLst/>
            <a:gdLst>
              <a:gd name="connsiteX0" fmla="*/ 0 w 1014082"/>
              <a:gd name="connsiteY0" fmla="*/ 0 h 1648983"/>
              <a:gd name="connsiteX1" fmla="*/ 1014082 w 1014082"/>
              <a:gd name="connsiteY1" fmla="*/ 0 h 1648983"/>
              <a:gd name="connsiteX2" fmla="*/ 1014082 w 1014082"/>
              <a:gd name="connsiteY2" fmla="*/ 1648983 h 1648983"/>
              <a:gd name="connsiteX3" fmla="*/ 0 w 1014082"/>
              <a:gd name="connsiteY3" fmla="*/ 1648983 h 1648983"/>
            </a:gdLst>
            <a:ahLst/>
            <a:cxnLst>
              <a:cxn ang="0">
                <a:pos x="connsiteX0" y="connsiteY0"/>
              </a:cxn>
              <a:cxn ang="0">
                <a:pos x="connsiteX1" y="connsiteY1"/>
              </a:cxn>
              <a:cxn ang="0">
                <a:pos x="connsiteX2" y="connsiteY2"/>
              </a:cxn>
              <a:cxn ang="0">
                <a:pos x="connsiteX3" y="connsiteY3"/>
              </a:cxn>
            </a:cxnLst>
            <a:rect l="l" t="t" r="r" b="b"/>
            <a:pathLst>
              <a:path w="1014082" h="1648983">
                <a:moveTo>
                  <a:pt x="0" y="0"/>
                </a:moveTo>
                <a:lnTo>
                  <a:pt x="1014082" y="0"/>
                </a:lnTo>
                <a:lnTo>
                  <a:pt x="1014082" y="1648983"/>
                </a:lnTo>
                <a:lnTo>
                  <a:pt x="0" y="1648983"/>
                </a:lnTo>
                <a:close/>
              </a:path>
            </a:pathLst>
          </a:custGeom>
        </p:spPr>
      </p:pic>
      <p:sp>
        <p:nvSpPr>
          <p:cNvPr id="10" name="テキスト プレースホルダー 9">
            <a:extLst>
              <a:ext uri="{FF2B5EF4-FFF2-40B4-BE49-F238E27FC236}">
                <a16:creationId xmlns:a16="http://schemas.microsoft.com/office/drawing/2014/main" id="{3660BA33-D95F-4C82-419E-ADBE0C891558}"/>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45" name="図プレースホルダー 42">
            <a:extLst>
              <a:ext uri="{FF2B5EF4-FFF2-40B4-BE49-F238E27FC236}">
                <a16:creationId xmlns:a16="http://schemas.microsoft.com/office/drawing/2014/main" id="{085DE0BA-CA08-ED26-0A53-02D6FB619788}"/>
              </a:ext>
            </a:extLst>
          </p:cNvPr>
          <p:cNvSpPr>
            <a:spLocks noGrp="1"/>
          </p:cNvSpPr>
          <p:nvPr>
            <p:ph type="pic" sz="quarter" idx="14"/>
          </p:nvPr>
        </p:nvSpPr>
        <p:spPr>
          <a:xfrm>
            <a:off x="4330203" y="2337393"/>
            <a:ext cx="1389888" cy="1389888"/>
          </a:xfrm>
          <a:prstGeom prst="ellipse">
            <a:avLst/>
          </a:prstGeom>
          <a:solidFill>
            <a:schemeClr val="accent2">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46" name="図プレースホルダー 42">
            <a:extLst>
              <a:ext uri="{FF2B5EF4-FFF2-40B4-BE49-F238E27FC236}">
                <a16:creationId xmlns:a16="http://schemas.microsoft.com/office/drawing/2014/main" id="{70F05177-1747-10FB-B022-0A36F8F91931}"/>
              </a:ext>
            </a:extLst>
          </p:cNvPr>
          <p:cNvSpPr>
            <a:spLocks noGrp="1"/>
          </p:cNvSpPr>
          <p:nvPr>
            <p:ph type="pic" sz="quarter" idx="15"/>
          </p:nvPr>
        </p:nvSpPr>
        <p:spPr>
          <a:xfrm>
            <a:off x="6469928" y="2339375"/>
            <a:ext cx="1389888" cy="1389888"/>
          </a:xfrm>
          <a:prstGeom prst="ellipse">
            <a:avLst/>
          </a:prstGeom>
          <a:solidFill>
            <a:schemeClr val="bg1">
              <a:lumMod val="95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50" name="テキスト プレースホルダー 47">
            <a:extLst>
              <a:ext uri="{FF2B5EF4-FFF2-40B4-BE49-F238E27FC236}">
                <a16:creationId xmlns:a16="http://schemas.microsoft.com/office/drawing/2014/main" id="{485E5AFC-758F-34A6-2FEC-6042921AB73B}"/>
              </a:ext>
            </a:extLst>
          </p:cNvPr>
          <p:cNvSpPr>
            <a:spLocks noGrp="1"/>
          </p:cNvSpPr>
          <p:nvPr>
            <p:ph type="body" sz="quarter" idx="18" hasCustomPrompt="1"/>
          </p:nvPr>
        </p:nvSpPr>
        <p:spPr>
          <a:xfrm>
            <a:off x="1126514" y="5064875"/>
            <a:ext cx="2788920" cy="365760"/>
          </a:xfrm>
        </p:spPr>
        <p:txBody>
          <a:bodyPr rtlCol="0">
            <a:normAutofit/>
          </a:bodyPr>
          <a:lstStyle>
            <a:lvl1pPr marL="0" indent="0" algn="r">
              <a:lnSpc>
                <a:spcPct val="100000"/>
              </a:lnSpc>
              <a:spcBef>
                <a:spcPts val="0"/>
              </a:spcBef>
              <a:buNone/>
              <a:defRPr sz="18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1" name="テキスト プレースホルダー 47">
            <a:extLst>
              <a:ext uri="{FF2B5EF4-FFF2-40B4-BE49-F238E27FC236}">
                <a16:creationId xmlns:a16="http://schemas.microsoft.com/office/drawing/2014/main" id="{298713CC-F6D5-ED75-901B-4121FEC84360}"/>
              </a:ext>
            </a:extLst>
          </p:cNvPr>
          <p:cNvSpPr>
            <a:spLocks noGrp="1"/>
          </p:cNvSpPr>
          <p:nvPr>
            <p:ph type="body" sz="quarter" idx="19" hasCustomPrompt="1"/>
          </p:nvPr>
        </p:nvSpPr>
        <p:spPr>
          <a:xfrm>
            <a:off x="8271823" y="5032014"/>
            <a:ext cx="2788920" cy="365760"/>
          </a:xfrm>
        </p:spPr>
        <p:txBody>
          <a:bodyPr rtlCol="0">
            <a:normAutofit/>
          </a:bodyPr>
          <a:lstStyle>
            <a:lvl1pPr marL="0" indent="0" algn="l">
              <a:lnSpc>
                <a:spcPct val="100000"/>
              </a:lnSpc>
              <a:spcBef>
                <a:spcPts val="0"/>
              </a:spcBef>
              <a:buNone/>
              <a:defRPr sz="18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7" name="テキスト プレースホルダー 47">
            <a:extLst>
              <a:ext uri="{FF2B5EF4-FFF2-40B4-BE49-F238E27FC236}">
                <a16:creationId xmlns:a16="http://schemas.microsoft.com/office/drawing/2014/main" id="{FD30C172-4265-C1CA-4368-B347D34C9F6D}"/>
              </a:ext>
            </a:extLst>
          </p:cNvPr>
          <p:cNvSpPr>
            <a:spLocks noGrp="1"/>
          </p:cNvSpPr>
          <p:nvPr>
            <p:ph type="body" sz="quarter" idx="16" hasCustomPrompt="1"/>
          </p:nvPr>
        </p:nvSpPr>
        <p:spPr>
          <a:xfrm>
            <a:off x="1126515" y="2795265"/>
            <a:ext cx="2788920" cy="365760"/>
          </a:xfrm>
        </p:spPr>
        <p:txBody>
          <a:bodyPr rtlCol="0">
            <a:normAutofit/>
          </a:bodyPr>
          <a:lstStyle>
            <a:lvl1pPr marL="0" indent="0" algn="r">
              <a:lnSpc>
                <a:spcPct val="100000"/>
              </a:lnSpc>
              <a:spcBef>
                <a:spcPts val="0"/>
              </a:spcBef>
              <a:buNone/>
              <a:defRPr sz="18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8" name="テキスト プレースホルダー 47">
            <a:extLst>
              <a:ext uri="{FF2B5EF4-FFF2-40B4-BE49-F238E27FC236}">
                <a16:creationId xmlns:a16="http://schemas.microsoft.com/office/drawing/2014/main" id="{E6400DD4-A698-8FC3-4A8E-02EA10BB4BF9}"/>
              </a:ext>
            </a:extLst>
          </p:cNvPr>
          <p:cNvSpPr>
            <a:spLocks noGrp="1"/>
          </p:cNvSpPr>
          <p:nvPr>
            <p:ph type="body" sz="quarter" idx="17" hasCustomPrompt="1"/>
          </p:nvPr>
        </p:nvSpPr>
        <p:spPr>
          <a:xfrm>
            <a:off x="8271823" y="2794678"/>
            <a:ext cx="2788920" cy="365760"/>
          </a:xfrm>
        </p:spPr>
        <p:txBody>
          <a:bodyPr rtlCol="0">
            <a:normAutofit/>
          </a:bodyPr>
          <a:lstStyle>
            <a:lvl1pPr marL="0" indent="0" algn="l">
              <a:lnSpc>
                <a:spcPct val="100000"/>
              </a:lnSpc>
              <a:spcBef>
                <a:spcPts val="0"/>
              </a:spcBef>
              <a:buNone/>
              <a:defRPr sz="18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9" name="テキスト プレースホルダー 47">
            <a:extLst>
              <a:ext uri="{FF2B5EF4-FFF2-40B4-BE49-F238E27FC236}">
                <a16:creationId xmlns:a16="http://schemas.microsoft.com/office/drawing/2014/main" id="{630E151D-3E22-BE90-7A51-5ED7C9AD7C25}"/>
              </a:ext>
            </a:extLst>
          </p:cNvPr>
          <p:cNvSpPr>
            <a:spLocks noGrp="1"/>
          </p:cNvSpPr>
          <p:nvPr>
            <p:ph type="body" sz="quarter" idx="20" hasCustomPrompt="1"/>
          </p:nvPr>
        </p:nvSpPr>
        <p:spPr>
          <a:xfrm>
            <a:off x="1098143" y="3085049"/>
            <a:ext cx="2816352" cy="310896"/>
          </a:xfrm>
        </p:spPr>
        <p:txBody>
          <a:bodyPr rtlCol="0">
            <a:normAutofit/>
          </a:bodyPr>
          <a:lstStyle>
            <a:lvl1pPr marL="0" indent="0" algn="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54" name="テキスト プレースホルダー 47">
            <a:extLst>
              <a:ext uri="{FF2B5EF4-FFF2-40B4-BE49-F238E27FC236}">
                <a16:creationId xmlns:a16="http://schemas.microsoft.com/office/drawing/2014/main" id="{6A448965-125C-6EED-07B0-E98A656BBF34}"/>
              </a:ext>
            </a:extLst>
          </p:cNvPr>
          <p:cNvSpPr>
            <a:spLocks noGrp="1"/>
          </p:cNvSpPr>
          <p:nvPr>
            <p:ph type="body" sz="quarter" idx="21" hasCustomPrompt="1"/>
          </p:nvPr>
        </p:nvSpPr>
        <p:spPr>
          <a:xfrm>
            <a:off x="8280067" y="3086146"/>
            <a:ext cx="2816352" cy="310896"/>
          </a:xfrm>
        </p:spPr>
        <p:txBody>
          <a:bodyPr rtlCol="0">
            <a:normAutofit/>
          </a:bodyPr>
          <a:lstStyle>
            <a:lvl1pPr marL="0" indent="0" algn="l">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72" name="図プレースホルダー 42">
            <a:extLst>
              <a:ext uri="{FF2B5EF4-FFF2-40B4-BE49-F238E27FC236}">
                <a16:creationId xmlns:a16="http://schemas.microsoft.com/office/drawing/2014/main" id="{9BD10ABF-0CBA-9D6F-30D9-4C5B717D2F65}"/>
              </a:ext>
            </a:extLst>
          </p:cNvPr>
          <p:cNvSpPr>
            <a:spLocks noGrp="1"/>
          </p:cNvSpPr>
          <p:nvPr>
            <p:ph type="pic" sz="quarter" idx="24"/>
          </p:nvPr>
        </p:nvSpPr>
        <p:spPr>
          <a:xfrm>
            <a:off x="4332186" y="4662092"/>
            <a:ext cx="1389888" cy="1389888"/>
          </a:xfrm>
          <a:prstGeom prst="ellipse">
            <a:avLst/>
          </a:prstGeom>
          <a:solidFill>
            <a:schemeClr val="accent1">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73" name="図プレースホルダー 42">
            <a:extLst>
              <a:ext uri="{FF2B5EF4-FFF2-40B4-BE49-F238E27FC236}">
                <a16:creationId xmlns:a16="http://schemas.microsoft.com/office/drawing/2014/main" id="{BA07108E-6273-D8A7-4270-9E51F53721B6}"/>
              </a:ext>
            </a:extLst>
          </p:cNvPr>
          <p:cNvSpPr>
            <a:spLocks noGrp="1"/>
          </p:cNvSpPr>
          <p:nvPr>
            <p:ph type="pic" sz="quarter" idx="25"/>
          </p:nvPr>
        </p:nvSpPr>
        <p:spPr>
          <a:xfrm>
            <a:off x="6469928" y="4662092"/>
            <a:ext cx="1389888" cy="1389888"/>
          </a:xfrm>
          <a:prstGeom prst="ellipse">
            <a:avLst/>
          </a:prstGeom>
          <a:solidFill>
            <a:schemeClr val="accent4">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56" name="テキスト プレースホルダー 47">
            <a:extLst>
              <a:ext uri="{FF2B5EF4-FFF2-40B4-BE49-F238E27FC236}">
                <a16:creationId xmlns:a16="http://schemas.microsoft.com/office/drawing/2014/main" id="{6E2529DA-6F13-4B74-5C48-2FDB0911FFF1}"/>
              </a:ext>
            </a:extLst>
          </p:cNvPr>
          <p:cNvSpPr>
            <a:spLocks noGrp="1"/>
          </p:cNvSpPr>
          <p:nvPr>
            <p:ph type="body" sz="quarter" idx="23" hasCustomPrompt="1"/>
          </p:nvPr>
        </p:nvSpPr>
        <p:spPr>
          <a:xfrm>
            <a:off x="8284732" y="5337865"/>
            <a:ext cx="2816352" cy="310896"/>
          </a:xfrm>
        </p:spPr>
        <p:txBody>
          <a:bodyPr rtlCol="0">
            <a:normAutofit/>
          </a:bodyPr>
          <a:lstStyle>
            <a:lvl1pPr marL="0" indent="0" algn="l">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74" name="テキスト プレースホルダー 47">
            <a:extLst>
              <a:ext uri="{FF2B5EF4-FFF2-40B4-BE49-F238E27FC236}">
                <a16:creationId xmlns:a16="http://schemas.microsoft.com/office/drawing/2014/main" id="{DDB95F67-F2A0-C836-D292-8E7A6E4B1CC7}"/>
              </a:ext>
            </a:extLst>
          </p:cNvPr>
          <p:cNvSpPr>
            <a:spLocks noGrp="1"/>
          </p:cNvSpPr>
          <p:nvPr>
            <p:ph type="body" sz="quarter" idx="22" hasCustomPrompt="1"/>
          </p:nvPr>
        </p:nvSpPr>
        <p:spPr>
          <a:xfrm>
            <a:off x="1107814" y="5335932"/>
            <a:ext cx="2816352" cy="310896"/>
          </a:xfrm>
        </p:spPr>
        <p:txBody>
          <a:bodyPr rtlCol="0">
            <a:normAutofit/>
          </a:bodyPr>
          <a:lstStyle>
            <a:lvl1pPr marL="0" indent="0" algn="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3" name="フッター プレースホルダー 2">
            <a:extLst>
              <a:ext uri="{FF2B5EF4-FFF2-40B4-BE49-F238E27FC236}">
                <a16:creationId xmlns:a16="http://schemas.microsoft.com/office/drawing/2014/main" id="{6CC414FD-C705-79D9-78A9-63DB36DC2A3B}"/>
              </a:ext>
            </a:extLst>
          </p:cNvPr>
          <p:cNvSpPr>
            <a:spLocks noGrp="1"/>
          </p:cNvSpPr>
          <p:nvPr>
            <p:ph type="ftr" sz="quarter" idx="26"/>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7" name="スライド番号プレースホルダー 6">
            <a:extLst>
              <a:ext uri="{FF2B5EF4-FFF2-40B4-BE49-F238E27FC236}">
                <a16:creationId xmlns:a16="http://schemas.microsoft.com/office/drawing/2014/main" id="{3DDD574B-2DC0-07BF-5573-0917979F78EA}"/>
              </a:ext>
            </a:extLst>
          </p:cNvPr>
          <p:cNvSpPr>
            <a:spLocks noGrp="1"/>
          </p:cNvSpPr>
          <p:nvPr>
            <p:ph type="sldNum" sz="quarter" idx="27"/>
          </p:nvPr>
        </p:nvSpPr>
        <p:spPr/>
        <p:txBody>
          <a:bodyPr rtlCol="0"/>
          <a:lstStyle>
            <a:lvl1pPr>
              <a:defRPr baseline="0">
                <a:latin typeface="Meiryo UI" panose="020B0604030504040204" pitchFamily="50" charset="-128"/>
                <a:ea typeface="Meiryo UI" panose="020B0604030504040204" pitchFamily="50" charset="-128"/>
              </a:defRPr>
            </a:lvl1pPr>
          </a:lstStyle>
          <a:p>
            <a:fld id="{CC43B8D3-9A08-F84C-9DD4-44948BA52D4B}" type="slidenum">
              <a:rPr lang="en-US" altLang="ja-JP" smtClean="0"/>
              <a:pPr/>
              <a:t>‹#›</a:t>
            </a:fld>
            <a:endParaRPr lang="ja-JP" altLang="en-US" dirty="0"/>
          </a:p>
        </p:txBody>
      </p:sp>
    </p:spTree>
    <p:extLst>
      <p:ext uri="{BB962C8B-B14F-4D97-AF65-F5344CB8AC3E}">
        <p14:creationId xmlns:p14="http://schemas.microsoft.com/office/powerpoint/2010/main" val="2281780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チーム - x8">
    <p:spTree>
      <p:nvGrpSpPr>
        <p:cNvPr id="1" name=""/>
        <p:cNvGrpSpPr/>
        <p:nvPr/>
      </p:nvGrpSpPr>
      <p:grpSpPr>
        <a:xfrm>
          <a:off x="0" y="0"/>
          <a:ext cx="0" cy="0"/>
          <a:chOff x="0" y="0"/>
          <a:chExt cx="0" cy="0"/>
        </a:xfrm>
      </p:grpSpPr>
      <p:sp>
        <p:nvSpPr>
          <p:cNvPr id="3" name="円/楕円 2">
            <a:extLst>
              <a:ext uri="{FF2B5EF4-FFF2-40B4-BE49-F238E27FC236}">
                <a16:creationId xmlns:a16="http://schemas.microsoft.com/office/drawing/2014/main" id="{15B61940-E61B-59FA-753F-E3122D288C5B}"/>
              </a:ext>
            </a:extLst>
          </p:cNvPr>
          <p:cNvSpPr/>
          <p:nvPr userDrawn="1"/>
        </p:nvSpPr>
        <p:spPr>
          <a:xfrm>
            <a:off x="1314365" y="1922787"/>
            <a:ext cx="1591489" cy="159148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9" name="円/楕円 8">
            <a:extLst>
              <a:ext uri="{FF2B5EF4-FFF2-40B4-BE49-F238E27FC236}">
                <a16:creationId xmlns:a16="http://schemas.microsoft.com/office/drawing/2014/main" id="{148AA701-7A67-C49D-4314-407AF753DDE7}"/>
              </a:ext>
            </a:extLst>
          </p:cNvPr>
          <p:cNvSpPr/>
          <p:nvPr userDrawn="1"/>
        </p:nvSpPr>
        <p:spPr>
          <a:xfrm>
            <a:off x="3895640" y="1922787"/>
            <a:ext cx="1591489" cy="159148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14" name="円/楕円 13">
            <a:extLst>
              <a:ext uri="{FF2B5EF4-FFF2-40B4-BE49-F238E27FC236}">
                <a16:creationId xmlns:a16="http://schemas.microsoft.com/office/drawing/2014/main" id="{7CC8E6E4-F551-385C-FB82-E0DC1F41683A}"/>
              </a:ext>
            </a:extLst>
          </p:cNvPr>
          <p:cNvSpPr/>
          <p:nvPr userDrawn="1"/>
        </p:nvSpPr>
        <p:spPr>
          <a:xfrm>
            <a:off x="6476915" y="1922787"/>
            <a:ext cx="1591489" cy="15914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18" name="円/楕円 17">
            <a:extLst>
              <a:ext uri="{FF2B5EF4-FFF2-40B4-BE49-F238E27FC236}">
                <a16:creationId xmlns:a16="http://schemas.microsoft.com/office/drawing/2014/main" id="{D29C42C5-603C-FCCB-D730-0AD61CFA4CC2}"/>
              </a:ext>
            </a:extLst>
          </p:cNvPr>
          <p:cNvSpPr/>
          <p:nvPr userDrawn="1"/>
        </p:nvSpPr>
        <p:spPr>
          <a:xfrm>
            <a:off x="9058190" y="1922787"/>
            <a:ext cx="1591489" cy="159148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77" name="長方形 76">
            <a:extLst>
              <a:ext uri="{FF2B5EF4-FFF2-40B4-BE49-F238E27FC236}">
                <a16:creationId xmlns:a16="http://schemas.microsoft.com/office/drawing/2014/main" id="{06608174-ED17-1D4B-48DF-EA532646C797}"/>
              </a:ext>
            </a:extLst>
          </p:cNvPr>
          <p:cNvSpPr/>
          <p:nvPr userDrawn="1"/>
        </p:nvSpPr>
        <p:spPr>
          <a:xfrm>
            <a:off x="732271" y="723899"/>
            <a:ext cx="10727977"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79" name="長方形 78">
            <a:extLst>
              <a:ext uri="{FF2B5EF4-FFF2-40B4-BE49-F238E27FC236}">
                <a16:creationId xmlns:a16="http://schemas.microsoft.com/office/drawing/2014/main" id="{941AE0A6-2671-E79C-548D-3AA4D5D9CB11}"/>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cxnSp>
        <p:nvCxnSpPr>
          <p:cNvPr id="81" name="直線​​コネクタ(S) 80">
            <a:extLst>
              <a:ext uri="{FF2B5EF4-FFF2-40B4-BE49-F238E27FC236}">
                <a16:creationId xmlns:a16="http://schemas.microsoft.com/office/drawing/2014/main" id="{42152D0E-B03D-CC17-D0CC-650AE3953FCF}"/>
              </a:ext>
            </a:extLst>
          </p:cNvPr>
          <p:cNvCxnSpPr>
            <a:cxnSpLocks/>
          </p:cNvCxnSpPr>
          <p:nvPr userDrawn="1"/>
        </p:nvCxnSpPr>
        <p:spPr>
          <a:xfrm>
            <a:off x="1655064" y="722376"/>
            <a:ext cx="0" cy="780808"/>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pic>
        <p:nvPicPr>
          <p:cNvPr id="83" name="グラフィック 82">
            <a:extLst>
              <a:ext uri="{FF2B5EF4-FFF2-40B4-BE49-F238E27FC236}">
                <a16:creationId xmlns:a16="http://schemas.microsoft.com/office/drawing/2014/main" id="{65438DF6-6622-6EE4-F01A-D199CAE96D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3498771">
            <a:off x="868523" y="778989"/>
            <a:ext cx="660389" cy="660389"/>
          </a:xfrm>
          <a:prstGeom prst="rect">
            <a:avLst/>
          </a:prstGeom>
        </p:spPr>
      </p:pic>
      <p:cxnSp>
        <p:nvCxnSpPr>
          <p:cNvPr id="85" name="直線​​コネクタ(S) 84">
            <a:extLst>
              <a:ext uri="{FF2B5EF4-FFF2-40B4-BE49-F238E27FC236}">
                <a16:creationId xmlns:a16="http://schemas.microsoft.com/office/drawing/2014/main" id="{9712EE3B-E131-C405-FCA7-8263094DF01B}"/>
              </a:ext>
            </a:extLst>
          </p:cNvPr>
          <p:cNvCxnSpPr>
            <a:cxnSpLocks/>
          </p:cNvCxnSpPr>
          <p:nvPr userDrawn="1"/>
        </p:nvCxnSpPr>
        <p:spPr>
          <a:xfrm>
            <a:off x="2593735" y="718779"/>
            <a:ext cx="0" cy="780808"/>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3660BA33-D95F-4C82-419E-ADBE0C891558}"/>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45" name="図プレースホルダー 42">
            <a:extLst>
              <a:ext uri="{FF2B5EF4-FFF2-40B4-BE49-F238E27FC236}">
                <a16:creationId xmlns:a16="http://schemas.microsoft.com/office/drawing/2014/main" id="{085DE0BA-CA08-ED26-0A53-02D6FB619788}"/>
              </a:ext>
            </a:extLst>
          </p:cNvPr>
          <p:cNvSpPr>
            <a:spLocks noGrp="1" noChangeAspect="1"/>
          </p:cNvSpPr>
          <p:nvPr>
            <p:ph type="pic" sz="quarter" idx="14"/>
          </p:nvPr>
        </p:nvSpPr>
        <p:spPr>
          <a:xfrm>
            <a:off x="1524893" y="2133315"/>
            <a:ext cx="1170432" cy="1170432"/>
          </a:xfrm>
          <a:prstGeom prst="ellipse">
            <a:avLst/>
          </a:prstGeom>
          <a:solidFill>
            <a:schemeClr val="accent2">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46" name="図プレースホルダー 42">
            <a:extLst>
              <a:ext uri="{FF2B5EF4-FFF2-40B4-BE49-F238E27FC236}">
                <a16:creationId xmlns:a16="http://schemas.microsoft.com/office/drawing/2014/main" id="{70F05177-1747-10FB-B022-0A36F8F91931}"/>
              </a:ext>
            </a:extLst>
          </p:cNvPr>
          <p:cNvSpPr>
            <a:spLocks noGrp="1" noChangeAspect="1"/>
          </p:cNvSpPr>
          <p:nvPr>
            <p:ph type="pic" sz="quarter" idx="15"/>
          </p:nvPr>
        </p:nvSpPr>
        <p:spPr>
          <a:xfrm>
            <a:off x="4106168" y="2133315"/>
            <a:ext cx="1170432" cy="1170432"/>
          </a:xfrm>
          <a:prstGeom prst="ellipse">
            <a:avLst/>
          </a:prstGeom>
          <a:solidFill>
            <a:schemeClr val="bg1">
              <a:lumMod val="95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50" name="テキスト プレースホルダー 47">
            <a:extLst>
              <a:ext uri="{FF2B5EF4-FFF2-40B4-BE49-F238E27FC236}">
                <a16:creationId xmlns:a16="http://schemas.microsoft.com/office/drawing/2014/main" id="{485E5AFC-758F-34A6-2FEC-6042921AB73B}"/>
              </a:ext>
            </a:extLst>
          </p:cNvPr>
          <p:cNvSpPr>
            <a:spLocks noGrp="1"/>
          </p:cNvSpPr>
          <p:nvPr>
            <p:ph type="body" sz="quarter" idx="18" hasCustomPrompt="1"/>
          </p:nvPr>
        </p:nvSpPr>
        <p:spPr>
          <a:xfrm>
            <a:off x="6053328" y="3575304"/>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1" name="テキスト プレースホルダー 47">
            <a:extLst>
              <a:ext uri="{FF2B5EF4-FFF2-40B4-BE49-F238E27FC236}">
                <a16:creationId xmlns:a16="http://schemas.microsoft.com/office/drawing/2014/main" id="{298713CC-F6D5-ED75-901B-4121FEC84360}"/>
              </a:ext>
            </a:extLst>
          </p:cNvPr>
          <p:cNvSpPr>
            <a:spLocks noGrp="1"/>
          </p:cNvSpPr>
          <p:nvPr>
            <p:ph type="body" sz="quarter" idx="19" hasCustomPrompt="1"/>
          </p:nvPr>
        </p:nvSpPr>
        <p:spPr>
          <a:xfrm>
            <a:off x="8631936" y="3575304"/>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7" name="テキスト プレースホルダー 47">
            <a:extLst>
              <a:ext uri="{FF2B5EF4-FFF2-40B4-BE49-F238E27FC236}">
                <a16:creationId xmlns:a16="http://schemas.microsoft.com/office/drawing/2014/main" id="{FD30C172-4265-C1CA-4368-B347D34C9F6D}"/>
              </a:ext>
            </a:extLst>
          </p:cNvPr>
          <p:cNvSpPr>
            <a:spLocks noGrp="1"/>
          </p:cNvSpPr>
          <p:nvPr>
            <p:ph type="body" sz="quarter" idx="16" hasCustomPrompt="1"/>
          </p:nvPr>
        </p:nvSpPr>
        <p:spPr>
          <a:xfrm>
            <a:off x="886968" y="3575304"/>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8" name="テキスト プレースホルダー 47">
            <a:extLst>
              <a:ext uri="{FF2B5EF4-FFF2-40B4-BE49-F238E27FC236}">
                <a16:creationId xmlns:a16="http://schemas.microsoft.com/office/drawing/2014/main" id="{E6400DD4-A698-8FC3-4A8E-02EA10BB4BF9}"/>
              </a:ext>
            </a:extLst>
          </p:cNvPr>
          <p:cNvSpPr>
            <a:spLocks noGrp="1"/>
          </p:cNvSpPr>
          <p:nvPr>
            <p:ph type="body" sz="quarter" idx="17" hasCustomPrompt="1"/>
          </p:nvPr>
        </p:nvSpPr>
        <p:spPr>
          <a:xfrm>
            <a:off x="3474720" y="3575304"/>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59" name="テキスト プレースホルダー 47">
            <a:extLst>
              <a:ext uri="{FF2B5EF4-FFF2-40B4-BE49-F238E27FC236}">
                <a16:creationId xmlns:a16="http://schemas.microsoft.com/office/drawing/2014/main" id="{630E151D-3E22-BE90-7A51-5ED7C9AD7C25}"/>
              </a:ext>
            </a:extLst>
          </p:cNvPr>
          <p:cNvSpPr>
            <a:spLocks noGrp="1"/>
          </p:cNvSpPr>
          <p:nvPr>
            <p:ph type="body" sz="quarter" idx="20" hasCustomPrompt="1"/>
          </p:nvPr>
        </p:nvSpPr>
        <p:spPr>
          <a:xfrm>
            <a:off x="886968" y="3867912"/>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54" name="テキスト プレースホルダー 47">
            <a:extLst>
              <a:ext uri="{FF2B5EF4-FFF2-40B4-BE49-F238E27FC236}">
                <a16:creationId xmlns:a16="http://schemas.microsoft.com/office/drawing/2014/main" id="{6A448965-125C-6EED-07B0-E98A656BBF34}"/>
              </a:ext>
            </a:extLst>
          </p:cNvPr>
          <p:cNvSpPr>
            <a:spLocks noGrp="1"/>
          </p:cNvSpPr>
          <p:nvPr>
            <p:ph type="body" sz="quarter" idx="21" hasCustomPrompt="1"/>
          </p:nvPr>
        </p:nvSpPr>
        <p:spPr>
          <a:xfrm>
            <a:off x="3474720" y="3867912"/>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72" name="図プレースホルダー 42">
            <a:extLst>
              <a:ext uri="{FF2B5EF4-FFF2-40B4-BE49-F238E27FC236}">
                <a16:creationId xmlns:a16="http://schemas.microsoft.com/office/drawing/2014/main" id="{9BD10ABF-0CBA-9D6F-30D9-4C5B717D2F65}"/>
              </a:ext>
            </a:extLst>
          </p:cNvPr>
          <p:cNvSpPr>
            <a:spLocks noGrp="1" noChangeAspect="1"/>
          </p:cNvSpPr>
          <p:nvPr>
            <p:ph type="pic" sz="quarter" idx="24"/>
          </p:nvPr>
        </p:nvSpPr>
        <p:spPr>
          <a:xfrm>
            <a:off x="6687443" y="2133315"/>
            <a:ext cx="1170432" cy="1170432"/>
          </a:xfrm>
          <a:prstGeom prst="ellipse">
            <a:avLst/>
          </a:prstGeom>
          <a:solidFill>
            <a:schemeClr val="accent1">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73" name="図プレースホルダー 42">
            <a:extLst>
              <a:ext uri="{FF2B5EF4-FFF2-40B4-BE49-F238E27FC236}">
                <a16:creationId xmlns:a16="http://schemas.microsoft.com/office/drawing/2014/main" id="{BA07108E-6273-D8A7-4270-9E51F53721B6}"/>
              </a:ext>
            </a:extLst>
          </p:cNvPr>
          <p:cNvSpPr>
            <a:spLocks noGrp="1" noChangeAspect="1"/>
          </p:cNvSpPr>
          <p:nvPr>
            <p:ph type="pic" sz="quarter" idx="25"/>
          </p:nvPr>
        </p:nvSpPr>
        <p:spPr>
          <a:xfrm>
            <a:off x="9268718" y="2133315"/>
            <a:ext cx="1170432" cy="1170432"/>
          </a:xfrm>
          <a:prstGeom prst="ellipse">
            <a:avLst/>
          </a:prstGeom>
          <a:solidFill>
            <a:schemeClr val="accent4">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56" name="テキスト プレースホルダー 47">
            <a:extLst>
              <a:ext uri="{FF2B5EF4-FFF2-40B4-BE49-F238E27FC236}">
                <a16:creationId xmlns:a16="http://schemas.microsoft.com/office/drawing/2014/main" id="{6E2529DA-6F13-4B74-5C48-2FDB0911FFF1}"/>
              </a:ext>
            </a:extLst>
          </p:cNvPr>
          <p:cNvSpPr>
            <a:spLocks noGrp="1"/>
          </p:cNvSpPr>
          <p:nvPr>
            <p:ph type="body" sz="quarter" idx="23" hasCustomPrompt="1"/>
          </p:nvPr>
        </p:nvSpPr>
        <p:spPr>
          <a:xfrm>
            <a:off x="8631936" y="3867912"/>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74" name="テキスト プレースホルダー 47">
            <a:extLst>
              <a:ext uri="{FF2B5EF4-FFF2-40B4-BE49-F238E27FC236}">
                <a16:creationId xmlns:a16="http://schemas.microsoft.com/office/drawing/2014/main" id="{DDB95F67-F2A0-C836-D292-8E7A6E4B1CC7}"/>
              </a:ext>
            </a:extLst>
          </p:cNvPr>
          <p:cNvSpPr>
            <a:spLocks noGrp="1"/>
          </p:cNvSpPr>
          <p:nvPr>
            <p:ph type="body" sz="quarter" idx="22" hasCustomPrompt="1"/>
          </p:nvPr>
        </p:nvSpPr>
        <p:spPr>
          <a:xfrm>
            <a:off x="6053328" y="3867912"/>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75" name="タイトル 74">
            <a:extLst>
              <a:ext uri="{FF2B5EF4-FFF2-40B4-BE49-F238E27FC236}">
                <a16:creationId xmlns:a16="http://schemas.microsoft.com/office/drawing/2014/main" id="{45C7CFA5-6EFF-944C-B5AF-967956876692}"/>
              </a:ext>
            </a:extLst>
          </p:cNvPr>
          <p:cNvSpPr>
            <a:spLocks noGrp="1"/>
          </p:cNvSpPr>
          <p:nvPr>
            <p:ph type="title"/>
          </p:nvPr>
        </p:nvSpPr>
        <p:spPr/>
        <p:txBody>
          <a:bodyPr rtlCol="0"/>
          <a:lstStyle>
            <a:lvl1pPr>
              <a:defRPr baseline="0">
                <a:latin typeface="Meiryo UI" panose="020B0604030504040204" pitchFamily="50" charset="-128"/>
                <a:ea typeface="Meiryo UI" panose="020B0604030504040204" pitchFamily="50" charset="-128"/>
              </a:defRPr>
            </a:lvl1pPr>
          </a:lstStyle>
          <a:p>
            <a:pPr rtl="0"/>
            <a:r>
              <a:rPr lang="ja-JP" altLang="en-US" noProof="0"/>
              <a:t>マスター タイトルの書式設定</a:t>
            </a:r>
          </a:p>
        </p:txBody>
      </p:sp>
      <p:sp>
        <p:nvSpPr>
          <p:cNvPr id="24" name="円/楕円 23">
            <a:extLst>
              <a:ext uri="{FF2B5EF4-FFF2-40B4-BE49-F238E27FC236}">
                <a16:creationId xmlns:a16="http://schemas.microsoft.com/office/drawing/2014/main" id="{DCCCB2D5-E906-485E-2E26-F407AF7990EE}"/>
              </a:ext>
            </a:extLst>
          </p:cNvPr>
          <p:cNvSpPr/>
          <p:nvPr userDrawn="1"/>
        </p:nvSpPr>
        <p:spPr>
          <a:xfrm>
            <a:off x="1314365" y="4348233"/>
            <a:ext cx="1591489" cy="159148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26" name="円/楕円 25">
            <a:extLst>
              <a:ext uri="{FF2B5EF4-FFF2-40B4-BE49-F238E27FC236}">
                <a16:creationId xmlns:a16="http://schemas.microsoft.com/office/drawing/2014/main" id="{608273C2-3AD4-6120-E47A-26DB07BBD95D}"/>
              </a:ext>
            </a:extLst>
          </p:cNvPr>
          <p:cNvSpPr/>
          <p:nvPr userDrawn="1"/>
        </p:nvSpPr>
        <p:spPr>
          <a:xfrm>
            <a:off x="3895640" y="4348233"/>
            <a:ext cx="1591489" cy="15914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28" name="円/楕円 27">
            <a:extLst>
              <a:ext uri="{FF2B5EF4-FFF2-40B4-BE49-F238E27FC236}">
                <a16:creationId xmlns:a16="http://schemas.microsoft.com/office/drawing/2014/main" id="{52F43D3C-5856-8C0F-0F96-72BD06ABE36F}"/>
              </a:ext>
            </a:extLst>
          </p:cNvPr>
          <p:cNvSpPr/>
          <p:nvPr userDrawn="1"/>
        </p:nvSpPr>
        <p:spPr>
          <a:xfrm>
            <a:off x="6476915" y="4348233"/>
            <a:ext cx="1591489" cy="159148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30" name="円/楕円 29">
            <a:extLst>
              <a:ext uri="{FF2B5EF4-FFF2-40B4-BE49-F238E27FC236}">
                <a16:creationId xmlns:a16="http://schemas.microsoft.com/office/drawing/2014/main" id="{9185EECC-2E1F-A706-B285-3F50DE4E325D}"/>
              </a:ext>
            </a:extLst>
          </p:cNvPr>
          <p:cNvSpPr/>
          <p:nvPr userDrawn="1"/>
        </p:nvSpPr>
        <p:spPr>
          <a:xfrm>
            <a:off x="9058190" y="4348233"/>
            <a:ext cx="1591489" cy="159148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sp>
        <p:nvSpPr>
          <p:cNvPr id="31" name="図プレースホルダー 42">
            <a:extLst>
              <a:ext uri="{FF2B5EF4-FFF2-40B4-BE49-F238E27FC236}">
                <a16:creationId xmlns:a16="http://schemas.microsoft.com/office/drawing/2014/main" id="{68BB68C2-C6BF-C6F9-8006-0D20E4119CDC}"/>
              </a:ext>
            </a:extLst>
          </p:cNvPr>
          <p:cNvSpPr>
            <a:spLocks noGrp="1" noChangeAspect="1"/>
          </p:cNvSpPr>
          <p:nvPr>
            <p:ph type="pic" sz="quarter" idx="26"/>
          </p:nvPr>
        </p:nvSpPr>
        <p:spPr>
          <a:xfrm>
            <a:off x="1524893" y="4558761"/>
            <a:ext cx="1170432" cy="1170432"/>
          </a:xfrm>
          <a:prstGeom prst="ellipse">
            <a:avLst/>
          </a:prstGeom>
          <a:solidFill>
            <a:schemeClr val="accent4">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32" name="図プレースホルダー 42">
            <a:extLst>
              <a:ext uri="{FF2B5EF4-FFF2-40B4-BE49-F238E27FC236}">
                <a16:creationId xmlns:a16="http://schemas.microsoft.com/office/drawing/2014/main" id="{7ED2CB41-D537-2DB4-7393-38B54A68A24F}"/>
              </a:ext>
            </a:extLst>
          </p:cNvPr>
          <p:cNvSpPr>
            <a:spLocks noGrp="1" noChangeAspect="1"/>
          </p:cNvSpPr>
          <p:nvPr>
            <p:ph type="pic" sz="quarter" idx="27"/>
          </p:nvPr>
        </p:nvSpPr>
        <p:spPr>
          <a:xfrm>
            <a:off x="4106168" y="4558761"/>
            <a:ext cx="1170432" cy="1170432"/>
          </a:xfrm>
          <a:prstGeom prst="ellipse">
            <a:avLst/>
          </a:prstGeom>
          <a:solidFill>
            <a:schemeClr val="accent1">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33" name="テキスト プレースホルダー 47">
            <a:extLst>
              <a:ext uri="{FF2B5EF4-FFF2-40B4-BE49-F238E27FC236}">
                <a16:creationId xmlns:a16="http://schemas.microsoft.com/office/drawing/2014/main" id="{BBFB738A-B417-1ECD-CD63-3482F41BC56C}"/>
              </a:ext>
            </a:extLst>
          </p:cNvPr>
          <p:cNvSpPr>
            <a:spLocks noGrp="1"/>
          </p:cNvSpPr>
          <p:nvPr>
            <p:ph type="body" sz="quarter" idx="28" hasCustomPrompt="1"/>
          </p:nvPr>
        </p:nvSpPr>
        <p:spPr>
          <a:xfrm>
            <a:off x="6053328" y="6000750"/>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4" name="テキスト プレースホルダー 47">
            <a:extLst>
              <a:ext uri="{FF2B5EF4-FFF2-40B4-BE49-F238E27FC236}">
                <a16:creationId xmlns:a16="http://schemas.microsoft.com/office/drawing/2014/main" id="{2D5357B5-C3E2-7F93-1D38-5A371EEEF566}"/>
              </a:ext>
            </a:extLst>
          </p:cNvPr>
          <p:cNvSpPr>
            <a:spLocks noGrp="1"/>
          </p:cNvSpPr>
          <p:nvPr>
            <p:ph type="body" sz="quarter" idx="29" hasCustomPrompt="1"/>
          </p:nvPr>
        </p:nvSpPr>
        <p:spPr>
          <a:xfrm>
            <a:off x="8631936" y="6000750"/>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5" name="テキスト プレースホルダー 47">
            <a:extLst>
              <a:ext uri="{FF2B5EF4-FFF2-40B4-BE49-F238E27FC236}">
                <a16:creationId xmlns:a16="http://schemas.microsoft.com/office/drawing/2014/main" id="{F3A2EC5D-9943-7E84-56FB-B58A67C05507}"/>
              </a:ext>
            </a:extLst>
          </p:cNvPr>
          <p:cNvSpPr>
            <a:spLocks noGrp="1"/>
          </p:cNvSpPr>
          <p:nvPr>
            <p:ph type="body" sz="quarter" idx="30" hasCustomPrompt="1"/>
          </p:nvPr>
        </p:nvSpPr>
        <p:spPr>
          <a:xfrm>
            <a:off x="886968" y="6000750"/>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6" name="テキスト プレースホルダー 47">
            <a:extLst>
              <a:ext uri="{FF2B5EF4-FFF2-40B4-BE49-F238E27FC236}">
                <a16:creationId xmlns:a16="http://schemas.microsoft.com/office/drawing/2014/main" id="{DE78D7B0-18B2-66C2-EA4E-90629F60BFAC}"/>
              </a:ext>
            </a:extLst>
          </p:cNvPr>
          <p:cNvSpPr>
            <a:spLocks noGrp="1"/>
          </p:cNvSpPr>
          <p:nvPr>
            <p:ph type="body" sz="quarter" idx="31" hasCustomPrompt="1"/>
          </p:nvPr>
        </p:nvSpPr>
        <p:spPr>
          <a:xfrm>
            <a:off x="3474720" y="6000750"/>
            <a:ext cx="2441448" cy="365760"/>
          </a:xfrm>
        </p:spPr>
        <p:txBody>
          <a:bodyPr rtlCol="0">
            <a:noAutofit/>
          </a:bodyPr>
          <a:lstStyle>
            <a:lvl1pPr marL="0" indent="0" algn="ctr">
              <a:lnSpc>
                <a:spcPct val="100000"/>
              </a:lnSpc>
              <a:spcBef>
                <a:spcPts val="0"/>
              </a:spcBef>
              <a:buNone/>
              <a:defRPr sz="1600" baseline="0">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7" name="テキスト プレースホルダー 47">
            <a:extLst>
              <a:ext uri="{FF2B5EF4-FFF2-40B4-BE49-F238E27FC236}">
                <a16:creationId xmlns:a16="http://schemas.microsoft.com/office/drawing/2014/main" id="{A171817E-40B4-8D03-2F00-07A0200ABC8F}"/>
              </a:ext>
            </a:extLst>
          </p:cNvPr>
          <p:cNvSpPr>
            <a:spLocks noGrp="1"/>
          </p:cNvSpPr>
          <p:nvPr>
            <p:ph type="body" sz="quarter" idx="32" hasCustomPrompt="1"/>
          </p:nvPr>
        </p:nvSpPr>
        <p:spPr>
          <a:xfrm>
            <a:off x="886968" y="6293358"/>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38" name="テキスト プレースホルダー 47">
            <a:extLst>
              <a:ext uri="{FF2B5EF4-FFF2-40B4-BE49-F238E27FC236}">
                <a16:creationId xmlns:a16="http://schemas.microsoft.com/office/drawing/2014/main" id="{7CB4D57A-D57F-A9A7-E242-62A0EFB9034B}"/>
              </a:ext>
            </a:extLst>
          </p:cNvPr>
          <p:cNvSpPr>
            <a:spLocks noGrp="1"/>
          </p:cNvSpPr>
          <p:nvPr>
            <p:ph type="body" sz="quarter" idx="33" hasCustomPrompt="1"/>
          </p:nvPr>
        </p:nvSpPr>
        <p:spPr>
          <a:xfrm>
            <a:off x="3474720" y="6293358"/>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39" name="図プレースホルダー 42">
            <a:extLst>
              <a:ext uri="{FF2B5EF4-FFF2-40B4-BE49-F238E27FC236}">
                <a16:creationId xmlns:a16="http://schemas.microsoft.com/office/drawing/2014/main" id="{CABD2581-C1DD-BCD8-B303-D442E2826A57}"/>
              </a:ext>
            </a:extLst>
          </p:cNvPr>
          <p:cNvSpPr>
            <a:spLocks noGrp="1" noChangeAspect="1"/>
          </p:cNvSpPr>
          <p:nvPr>
            <p:ph type="pic" sz="quarter" idx="34"/>
          </p:nvPr>
        </p:nvSpPr>
        <p:spPr>
          <a:xfrm>
            <a:off x="6687443" y="4558761"/>
            <a:ext cx="1170432" cy="1170432"/>
          </a:xfrm>
          <a:prstGeom prst="ellipse">
            <a:avLst/>
          </a:prstGeom>
          <a:solidFill>
            <a:schemeClr val="bg1">
              <a:lumMod val="95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40" name="図プレースホルダー 42">
            <a:extLst>
              <a:ext uri="{FF2B5EF4-FFF2-40B4-BE49-F238E27FC236}">
                <a16:creationId xmlns:a16="http://schemas.microsoft.com/office/drawing/2014/main" id="{69C46305-033A-D1D0-006B-CA534D171213}"/>
              </a:ext>
            </a:extLst>
          </p:cNvPr>
          <p:cNvSpPr>
            <a:spLocks noGrp="1" noChangeAspect="1"/>
          </p:cNvSpPr>
          <p:nvPr>
            <p:ph type="pic" sz="quarter" idx="35"/>
          </p:nvPr>
        </p:nvSpPr>
        <p:spPr>
          <a:xfrm>
            <a:off x="9268718" y="4558761"/>
            <a:ext cx="1170432" cy="1170432"/>
          </a:xfrm>
          <a:prstGeom prst="ellipse">
            <a:avLst/>
          </a:prstGeom>
          <a:solidFill>
            <a:schemeClr val="accent2">
              <a:lumMod val="20000"/>
              <a:lumOff val="80000"/>
            </a:schemeClr>
          </a:solidFill>
        </p:spPr>
        <p:txBody>
          <a:bodyPr rtlCol="0" anchor="ctr">
            <a:normAutofit/>
          </a:bodyPr>
          <a:lstStyle>
            <a:lvl1pPr marL="0" indent="0" algn="ctr">
              <a:buNone/>
              <a:defRPr sz="800" baseline="0">
                <a:latin typeface="Meiryo UI" panose="020B0604030504040204" pitchFamily="50" charset="-128"/>
                <a:ea typeface="Meiryo UI" panose="020B0604030504040204" pitchFamily="50" charset="-128"/>
              </a:defRPr>
            </a:lvl1pPr>
          </a:lstStyle>
          <a:p>
            <a:pPr rtl="0"/>
            <a:r>
              <a:rPr lang="ja-JP" altLang="en-US" noProof="0"/>
              <a:t>アイコンをクリックして図を追加</a:t>
            </a:r>
          </a:p>
        </p:txBody>
      </p:sp>
      <p:sp>
        <p:nvSpPr>
          <p:cNvPr id="41" name="テキスト プレースホルダー 47">
            <a:extLst>
              <a:ext uri="{FF2B5EF4-FFF2-40B4-BE49-F238E27FC236}">
                <a16:creationId xmlns:a16="http://schemas.microsoft.com/office/drawing/2014/main" id="{8A2F0738-422D-8670-FFDD-4DD9CC8579DC}"/>
              </a:ext>
            </a:extLst>
          </p:cNvPr>
          <p:cNvSpPr>
            <a:spLocks noGrp="1"/>
          </p:cNvSpPr>
          <p:nvPr>
            <p:ph type="body" sz="quarter" idx="36" hasCustomPrompt="1"/>
          </p:nvPr>
        </p:nvSpPr>
        <p:spPr>
          <a:xfrm>
            <a:off x="8631936" y="6293358"/>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42" name="テキスト プレースホルダー 47">
            <a:extLst>
              <a:ext uri="{FF2B5EF4-FFF2-40B4-BE49-F238E27FC236}">
                <a16:creationId xmlns:a16="http://schemas.microsoft.com/office/drawing/2014/main" id="{83236D35-4927-EB6F-1700-660A0790337E}"/>
              </a:ext>
            </a:extLst>
          </p:cNvPr>
          <p:cNvSpPr>
            <a:spLocks noGrp="1"/>
          </p:cNvSpPr>
          <p:nvPr>
            <p:ph type="body" sz="quarter" idx="37" hasCustomPrompt="1"/>
          </p:nvPr>
        </p:nvSpPr>
        <p:spPr>
          <a:xfrm>
            <a:off x="6053328" y="6293358"/>
            <a:ext cx="2441448" cy="310896"/>
          </a:xfrm>
        </p:spPr>
        <p:txBody>
          <a:bodyPr rtlCol="0">
            <a:normAutofit/>
          </a:bodyPr>
          <a:lstStyle>
            <a:lvl1pPr marL="0" indent="0" algn="ctr">
              <a:lnSpc>
                <a:spcPct val="100000"/>
              </a:lnSpc>
              <a:spcBef>
                <a:spcPts val="0"/>
              </a:spcBef>
              <a:buNone/>
              <a:defRPr sz="1400" baseline="0">
                <a:latin typeface="Meiryo UI" panose="020B0604030504040204" pitchFamily="50" charset="-128"/>
                <a:ea typeface="Meiryo UI" panose="020B0604030504040204" pitchFamily="50" charset="-128"/>
                <a:cs typeface="Arial" panose="020B0604020202020204" pitchFamily="34" charset="0"/>
              </a:defRPr>
            </a:lvl1pPr>
          </a:lstStyle>
          <a:p>
            <a:pPr lvl="0" rtl="0"/>
            <a:r>
              <a:rPr lang="ja-JP" altLang="en-US" noProof="0"/>
              <a:t>クリックしてマスター テキストのスタイルを編集</a:t>
            </a:r>
          </a:p>
        </p:txBody>
      </p:sp>
      <p:sp>
        <p:nvSpPr>
          <p:cNvPr id="5" name="スライド番号プレースホルダー 4">
            <a:extLst>
              <a:ext uri="{FF2B5EF4-FFF2-40B4-BE49-F238E27FC236}">
                <a16:creationId xmlns:a16="http://schemas.microsoft.com/office/drawing/2014/main" id="{B5F9D1D0-8763-3145-447C-B59E4A8FC6EC}"/>
              </a:ext>
            </a:extLst>
          </p:cNvPr>
          <p:cNvSpPr>
            <a:spLocks noGrp="1"/>
          </p:cNvSpPr>
          <p:nvPr>
            <p:ph type="sldNum" sz="quarter" idx="39"/>
          </p:nvPr>
        </p:nvSpPr>
        <p:spPr/>
        <p:txBody>
          <a:bodyPr rtlCol="0"/>
          <a:lstStyle>
            <a:lvl1pPr>
              <a:defRPr baseline="0">
                <a:latin typeface="Meiryo UI" panose="020B0604030504040204" pitchFamily="50" charset="-128"/>
                <a:ea typeface="Meiryo UI" panose="020B0604030504040204" pitchFamily="50" charset="-128"/>
              </a:defRPr>
            </a:lvl1pPr>
          </a:lstStyle>
          <a:p>
            <a:fld id="{CC43B8D3-9A08-F84C-9DD4-44948BA52D4B}" type="slidenum">
              <a:rPr lang="en-US" altLang="ja-JP" smtClean="0"/>
              <a:pPr/>
              <a:t>‹#›</a:t>
            </a:fld>
            <a:endParaRPr lang="ja-JP" altLang="en-US"/>
          </a:p>
        </p:txBody>
      </p:sp>
    </p:spTree>
    <p:extLst>
      <p:ext uri="{BB962C8B-B14F-4D97-AF65-F5344CB8AC3E}">
        <p14:creationId xmlns:p14="http://schemas.microsoft.com/office/powerpoint/2010/main" val="458818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とコンテンツ - SmartArt">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0AE1B9-1C14-F852-2B97-05DAA5F80CD7}"/>
              </a:ext>
            </a:extLst>
          </p:cNvPr>
          <p:cNvSpPr>
            <a:spLocks noGrp="1"/>
          </p:cNvSpPr>
          <p:nvPr>
            <p:ph type="title"/>
          </p:nvPr>
        </p:nvSpPr>
        <p:spPr/>
        <p:txBody>
          <a:bodyPr rtlCol="0"/>
          <a:lstStyle/>
          <a:p>
            <a:pPr rtl="0"/>
            <a:r>
              <a:rPr lang="ja-JP" altLang="en-US" noProof="0" dirty="0"/>
              <a:t>マスター タイトルの書式設定</a:t>
            </a:r>
          </a:p>
        </p:txBody>
      </p:sp>
      <p:sp>
        <p:nvSpPr>
          <p:cNvPr id="3" name="コンテンツ プレースホルダー 2">
            <a:extLst>
              <a:ext uri="{FF2B5EF4-FFF2-40B4-BE49-F238E27FC236}">
                <a16:creationId xmlns:a16="http://schemas.microsoft.com/office/drawing/2014/main" id="{2B433B37-5F68-E267-936F-4CA547437331}"/>
              </a:ext>
            </a:extLst>
          </p:cNvPr>
          <p:cNvSpPr>
            <a:spLocks noGrp="1"/>
          </p:cNvSpPr>
          <p:nvPr>
            <p:ph idx="1"/>
          </p:nvPr>
        </p:nvSpPr>
        <p:spPr>
          <a:xfrm>
            <a:off x="1665732" y="1825625"/>
            <a:ext cx="8860536" cy="4351338"/>
          </a:xfrm>
        </p:spPr>
        <p:txBody>
          <a:bodyPr rtlCol="0"/>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7" name="テキスト プレースホルダー 9">
            <a:extLst>
              <a:ext uri="{FF2B5EF4-FFF2-40B4-BE49-F238E27FC236}">
                <a16:creationId xmlns:a16="http://schemas.microsoft.com/office/drawing/2014/main" id="{06D563D3-0A67-7027-7E6A-4A1CC1EFC697}"/>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a:noFill/>
              </a:defRPr>
            </a:lvl1pPr>
          </a:lstStyle>
          <a:p>
            <a:pPr lvl="0" rtl="0"/>
            <a:r>
              <a:rPr lang="en-US" altLang="ja-JP" noProof="0"/>
              <a:t>X</a:t>
            </a:r>
          </a:p>
        </p:txBody>
      </p:sp>
      <p:sp>
        <p:nvSpPr>
          <p:cNvPr id="9" name="フッター プレースホルダー 8">
            <a:extLst>
              <a:ext uri="{FF2B5EF4-FFF2-40B4-BE49-F238E27FC236}">
                <a16:creationId xmlns:a16="http://schemas.microsoft.com/office/drawing/2014/main" id="{0253299D-623D-C544-F0BB-1CFBDADB60B5}"/>
              </a:ext>
            </a:extLst>
          </p:cNvPr>
          <p:cNvSpPr>
            <a:spLocks noGrp="1"/>
          </p:cNvSpPr>
          <p:nvPr>
            <p:ph type="ftr" sz="quarter" idx="14"/>
          </p:nvPr>
        </p:nvSpPr>
        <p:spPr/>
        <p:txBody>
          <a:bodyPr rtlCol="0"/>
          <a:lstStyle/>
          <a:p>
            <a:pPr rtl="0"/>
            <a:endParaRPr lang="ja-JP" altLang="en-US" noProof="0"/>
          </a:p>
        </p:txBody>
      </p:sp>
      <p:sp>
        <p:nvSpPr>
          <p:cNvPr id="10" name="スライド番号プレースホルダー 9">
            <a:extLst>
              <a:ext uri="{FF2B5EF4-FFF2-40B4-BE49-F238E27FC236}">
                <a16:creationId xmlns:a16="http://schemas.microsoft.com/office/drawing/2014/main" id="{D4DFB546-9FE5-4620-5D33-4097901B71B3}"/>
              </a:ext>
            </a:extLst>
          </p:cNvPr>
          <p:cNvSpPr>
            <a:spLocks noGrp="1"/>
          </p:cNvSpPr>
          <p:nvPr>
            <p:ph type="sldNum" sz="quarter" idx="15"/>
          </p:nvPr>
        </p:nvSpPr>
        <p:spPr/>
        <p:txBody>
          <a:bodyPr rtlCol="0"/>
          <a:lstStyle>
            <a:lvl1pPr>
              <a:defRPr b="1">
                <a:latin typeface="+mn-ea"/>
                <a:ea typeface="+mn-ea"/>
              </a:defRPr>
            </a:lvl1pPr>
          </a:lstStyle>
          <a:p>
            <a:fld id="{CC43B8D3-9A08-F84C-9DD4-44948BA52D4B}" type="slidenum">
              <a:rPr lang="en-US" altLang="ja-JP" smtClean="0"/>
              <a:pPr/>
              <a:t>‹#›</a:t>
            </a:fld>
            <a:endParaRPr lang="ja-JP" altLang="en-US" b="1" dirty="0"/>
          </a:p>
        </p:txBody>
      </p:sp>
    </p:spTree>
    <p:extLst>
      <p:ext uri="{BB962C8B-B14F-4D97-AF65-F5344CB8AC3E}">
        <p14:creationId xmlns:p14="http://schemas.microsoft.com/office/powerpoint/2010/main" val="1728279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段組">
    <p:spTree>
      <p:nvGrpSpPr>
        <p:cNvPr id="1" name=""/>
        <p:cNvGrpSpPr/>
        <p:nvPr/>
      </p:nvGrpSpPr>
      <p:grpSpPr>
        <a:xfrm>
          <a:off x="0" y="0"/>
          <a:ext cx="0" cy="0"/>
          <a:chOff x="0" y="0"/>
          <a:chExt cx="0" cy="0"/>
        </a:xfrm>
      </p:grpSpPr>
      <p:sp>
        <p:nvSpPr>
          <p:cNvPr id="8" name="テキスト プレースホルダー 9">
            <a:extLst>
              <a:ext uri="{FF2B5EF4-FFF2-40B4-BE49-F238E27FC236}">
                <a16:creationId xmlns:a16="http://schemas.microsoft.com/office/drawing/2014/main" id="{CEF658BC-1431-0DE4-1239-3174304231C4}"/>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a:noFill/>
              </a:defRPr>
            </a:lvl1pPr>
          </a:lstStyle>
          <a:p>
            <a:pPr lvl="0" rtl="0"/>
            <a:r>
              <a:rPr lang="en-US" altLang="ja-JP" noProof="0"/>
              <a:t>X</a:t>
            </a:r>
          </a:p>
        </p:txBody>
      </p:sp>
      <p:sp>
        <p:nvSpPr>
          <p:cNvPr id="2" name="タイトル 1">
            <a:extLst>
              <a:ext uri="{FF2B5EF4-FFF2-40B4-BE49-F238E27FC236}">
                <a16:creationId xmlns:a16="http://schemas.microsoft.com/office/drawing/2014/main" id="{984763BC-4E08-292A-DD60-96BE96D0CDD9}"/>
              </a:ext>
            </a:extLst>
          </p:cNvPr>
          <p:cNvSpPr>
            <a:spLocks noGrp="1"/>
          </p:cNvSpPr>
          <p:nvPr>
            <p:ph type="title"/>
          </p:nvPr>
        </p:nvSpPr>
        <p:spPr/>
        <p:txBody>
          <a:bodyPr rtlCol="0"/>
          <a:lstStyle/>
          <a:p>
            <a:pPr rtl="0"/>
            <a:r>
              <a:rPr lang="ja-JP" altLang="en-US" noProof="0" dirty="0"/>
              <a:t>マスター タイトルの書式設定</a:t>
            </a:r>
          </a:p>
        </p:txBody>
      </p:sp>
      <p:sp>
        <p:nvSpPr>
          <p:cNvPr id="3" name="コンテンツ プレースホルダー 2">
            <a:extLst>
              <a:ext uri="{FF2B5EF4-FFF2-40B4-BE49-F238E27FC236}">
                <a16:creationId xmlns:a16="http://schemas.microsoft.com/office/drawing/2014/main" id="{FF960985-1AA1-7560-41A6-84310DD64AF7}"/>
              </a:ext>
            </a:extLst>
          </p:cNvPr>
          <p:cNvSpPr>
            <a:spLocks noGrp="1"/>
          </p:cNvSpPr>
          <p:nvPr>
            <p:ph sz="half" idx="1"/>
          </p:nvPr>
        </p:nvSpPr>
        <p:spPr>
          <a:xfrm>
            <a:off x="838200" y="1825625"/>
            <a:ext cx="5181600" cy="4351338"/>
          </a:xfrm>
        </p:spPr>
        <p:txBody>
          <a:bodyPr rtlCol="0"/>
          <a:lstStyle/>
          <a:p>
            <a:pPr lvl="0" rtl="0"/>
            <a:r>
              <a:rPr lang="ja-JP" altLang="en-US" noProof="0" dirty="0"/>
              <a:t>マスター テキストの書式設定</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4" name="コンテンツ プレースホルダー 3">
            <a:extLst>
              <a:ext uri="{FF2B5EF4-FFF2-40B4-BE49-F238E27FC236}">
                <a16:creationId xmlns:a16="http://schemas.microsoft.com/office/drawing/2014/main" id="{D70E0AF6-58A8-48DB-1F46-476F080F6153}"/>
              </a:ext>
            </a:extLst>
          </p:cNvPr>
          <p:cNvSpPr>
            <a:spLocks noGrp="1"/>
          </p:cNvSpPr>
          <p:nvPr>
            <p:ph sz="half" idx="2"/>
          </p:nvPr>
        </p:nvSpPr>
        <p:spPr>
          <a:xfrm>
            <a:off x="6172200" y="1825625"/>
            <a:ext cx="5181600" cy="4351338"/>
          </a:xfrm>
        </p:spPr>
        <p:txBody>
          <a:bodyPr rtlCol="0"/>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6" name="フッター プレースホルダー 5">
            <a:extLst>
              <a:ext uri="{FF2B5EF4-FFF2-40B4-BE49-F238E27FC236}">
                <a16:creationId xmlns:a16="http://schemas.microsoft.com/office/drawing/2014/main" id="{6BEC9D58-970F-C9CA-292B-CD8C17FCE482}"/>
              </a:ext>
            </a:extLst>
          </p:cNvPr>
          <p:cNvSpPr>
            <a:spLocks noGrp="1"/>
          </p:cNvSpPr>
          <p:nvPr>
            <p:ph type="ftr" sz="quarter" idx="11"/>
          </p:nvPr>
        </p:nvSpPr>
        <p:spPr/>
        <p:txBody>
          <a:bodyPr rtlCol="0"/>
          <a:lstStyle/>
          <a:p>
            <a:pPr rtl="0"/>
            <a:endParaRPr lang="ja-JP" altLang="en-US" noProof="0"/>
          </a:p>
        </p:txBody>
      </p:sp>
      <p:sp>
        <p:nvSpPr>
          <p:cNvPr id="7" name="スライド番号プレースホルダー 6">
            <a:extLst>
              <a:ext uri="{FF2B5EF4-FFF2-40B4-BE49-F238E27FC236}">
                <a16:creationId xmlns:a16="http://schemas.microsoft.com/office/drawing/2014/main" id="{3852D850-95FE-4444-3630-18B4E285596B}"/>
              </a:ext>
            </a:extLst>
          </p:cNvPr>
          <p:cNvSpPr>
            <a:spLocks noGrp="1"/>
          </p:cNvSpPr>
          <p:nvPr>
            <p:ph type="sldNum" sz="quarter" idx="12"/>
          </p:nvPr>
        </p:nvSpPr>
        <p:spPr/>
        <p:txBody>
          <a:bodyPr rtlCol="0"/>
          <a:lstStyle>
            <a:lvl1pPr>
              <a:defRPr b="1">
                <a:latin typeface="+mn-ea"/>
                <a:ea typeface="+mn-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2481193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ムライン">
    <p:spTree>
      <p:nvGrpSpPr>
        <p:cNvPr id="1" name=""/>
        <p:cNvGrpSpPr/>
        <p:nvPr/>
      </p:nvGrpSpPr>
      <p:grpSpPr>
        <a:xfrm>
          <a:off x="0" y="0"/>
          <a:ext cx="0" cy="0"/>
          <a:chOff x="0" y="0"/>
          <a:chExt cx="0" cy="0"/>
        </a:xfrm>
      </p:grpSpPr>
      <p:sp>
        <p:nvSpPr>
          <p:cNvPr id="32" name="テキスト プレースホルダー 31">
            <a:extLst>
              <a:ext uri="{FF2B5EF4-FFF2-40B4-BE49-F238E27FC236}">
                <a16:creationId xmlns:a16="http://schemas.microsoft.com/office/drawing/2014/main" id="{068D4647-BE09-FD84-9BD2-6303C6683A8E}"/>
              </a:ext>
            </a:extLst>
          </p:cNvPr>
          <p:cNvSpPr>
            <a:spLocks noGrp="1"/>
          </p:cNvSpPr>
          <p:nvPr>
            <p:ph type="body" sz="quarter" idx="23" hasCustomPrompt="1"/>
          </p:nvPr>
        </p:nvSpPr>
        <p:spPr>
          <a:xfrm>
            <a:off x="1655064" y="2926080"/>
            <a:ext cx="1801368" cy="502920"/>
          </a:xfrm>
          <a:solidFill>
            <a:schemeClr val="accent1"/>
          </a:solidFill>
        </p:spPr>
        <p:txBody>
          <a:bodyPr rtlCol="0">
            <a:noAutofit/>
          </a:bodyPr>
          <a:lstStyle>
            <a:lvl1pPr marL="0" indent="0">
              <a:buNone/>
              <a:defRPr sz="1200" baseline="0">
                <a:noFill/>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3" name="テキスト プレースホルダー 31">
            <a:extLst>
              <a:ext uri="{FF2B5EF4-FFF2-40B4-BE49-F238E27FC236}">
                <a16:creationId xmlns:a16="http://schemas.microsoft.com/office/drawing/2014/main" id="{AB9EB1AC-FF5A-36FF-E4EC-C3F6EDF04BEF}"/>
              </a:ext>
            </a:extLst>
          </p:cNvPr>
          <p:cNvSpPr>
            <a:spLocks noGrp="1"/>
          </p:cNvSpPr>
          <p:nvPr>
            <p:ph type="body" sz="quarter" idx="24" hasCustomPrompt="1"/>
          </p:nvPr>
        </p:nvSpPr>
        <p:spPr>
          <a:xfrm>
            <a:off x="3995928" y="2926080"/>
            <a:ext cx="1801368" cy="502920"/>
          </a:xfrm>
          <a:solidFill>
            <a:schemeClr val="accent2"/>
          </a:solidFill>
        </p:spPr>
        <p:txBody>
          <a:bodyPr rtlCol="0">
            <a:noAutofit/>
          </a:bodyPr>
          <a:lstStyle>
            <a:lvl1pPr marL="0" indent="0">
              <a:buNone/>
              <a:defRPr sz="1200" baseline="0">
                <a:noFill/>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4" name="テキスト プレースホルダー 31">
            <a:extLst>
              <a:ext uri="{FF2B5EF4-FFF2-40B4-BE49-F238E27FC236}">
                <a16:creationId xmlns:a16="http://schemas.microsoft.com/office/drawing/2014/main" id="{919FA078-A6CC-4C6E-BB4E-70AA4ECA801E}"/>
              </a:ext>
            </a:extLst>
          </p:cNvPr>
          <p:cNvSpPr>
            <a:spLocks noGrp="1"/>
          </p:cNvSpPr>
          <p:nvPr>
            <p:ph type="body" sz="quarter" idx="25" hasCustomPrompt="1"/>
          </p:nvPr>
        </p:nvSpPr>
        <p:spPr>
          <a:xfrm>
            <a:off x="6345936" y="2926080"/>
            <a:ext cx="1801368" cy="502920"/>
          </a:xfrm>
          <a:solidFill>
            <a:schemeClr val="accent4"/>
          </a:solidFill>
        </p:spPr>
        <p:txBody>
          <a:bodyPr rtlCol="0">
            <a:noAutofit/>
          </a:bodyPr>
          <a:lstStyle>
            <a:lvl1pPr marL="0" indent="0">
              <a:buNone/>
              <a:defRPr sz="1200" baseline="0">
                <a:noFill/>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35" name="テキスト プレースホルダー 31">
            <a:extLst>
              <a:ext uri="{FF2B5EF4-FFF2-40B4-BE49-F238E27FC236}">
                <a16:creationId xmlns:a16="http://schemas.microsoft.com/office/drawing/2014/main" id="{B0730A45-AC46-DF6D-F56B-76A81490918A}"/>
              </a:ext>
            </a:extLst>
          </p:cNvPr>
          <p:cNvSpPr>
            <a:spLocks noGrp="1"/>
          </p:cNvSpPr>
          <p:nvPr>
            <p:ph type="body" sz="quarter" idx="26" hasCustomPrompt="1"/>
          </p:nvPr>
        </p:nvSpPr>
        <p:spPr>
          <a:xfrm>
            <a:off x="8695944" y="2926080"/>
            <a:ext cx="1987296" cy="502920"/>
          </a:xfrm>
          <a:solidFill>
            <a:schemeClr val="accent3"/>
          </a:solidFill>
        </p:spPr>
        <p:txBody>
          <a:bodyPr rtlCol="0">
            <a:noAutofit/>
          </a:bodyPr>
          <a:lstStyle>
            <a:lvl1pPr marL="0" indent="0">
              <a:buNone/>
              <a:defRPr sz="1200" baseline="0">
                <a:noFill/>
                <a:latin typeface="Meiryo UI" panose="020B0604030504040204" pitchFamily="50" charset="-128"/>
                <a:ea typeface="Meiryo UI" panose="020B0604030504040204" pitchFamily="50" charset="-128"/>
              </a:defRPr>
            </a:lvl1pPr>
          </a:lstStyle>
          <a:p>
            <a:pPr lvl="0" rtl="0"/>
            <a:r>
              <a:rPr lang="ja-JP" altLang="en-US" noProof="0"/>
              <a:t>クリックしてマスター テキストのスタイルを編集</a:t>
            </a:r>
          </a:p>
        </p:txBody>
      </p:sp>
      <p:sp>
        <p:nvSpPr>
          <p:cNvPr id="13" name="長方形 12">
            <a:extLst>
              <a:ext uri="{FF2B5EF4-FFF2-40B4-BE49-F238E27FC236}">
                <a16:creationId xmlns:a16="http://schemas.microsoft.com/office/drawing/2014/main" id="{1BEF48E5-0EF0-3977-79C2-820662F06DA9}"/>
              </a:ext>
            </a:extLst>
          </p:cNvPr>
          <p:cNvSpPr/>
          <p:nvPr userDrawn="1"/>
        </p:nvSpPr>
        <p:spPr>
          <a:xfrm>
            <a:off x="2589592" y="723899"/>
            <a:ext cx="8870656"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17" name="長方形 16">
            <a:extLst>
              <a:ext uri="{FF2B5EF4-FFF2-40B4-BE49-F238E27FC236}">
                <a16:creationId xmlns:a16="http://schemas.microsoft.com/office/drawing/2014/main" id="{36AAF462-6D82-EBE1-069E-7DBC32F1CC5D}"/>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3" name="テキスト プレースホルダー 2">
            <a:extLst>
              <a:ext uri="{FF2B5EF4-FFF2-40B4-BE49-F238E27FC236}">
                <a16:creationId xmlns:a16="http://schemas.microsoft.com/office/drawing/2014/main" id="{AF211A54-748F-71FD-8701-AE68B04A5A19}"/>
              </a:ext>
            </a:extLst>
          </p:cNvPr>
          <p:cNvSpPr>
            <a:spLocks noGrp="1"/>
          </p:cNvSpPr>
          <p:nvPr>
            <p:ph type="body" idx="1" hasCustomPrompt="1"/>
          </p:nvPr>
        </p:nvSpPr>
        <p:spPr>
          <a:xfrm>
            <a:off x="630936" y="4041648"/>
            <a:ext cx="1822704" cy="1414272"/>
          </a:xfrm>
        </p:spPr>
        <p:txBody>
          <a:bodyPr rtlCol="0" anchor="t">
            <a:noAutofit/>
          </a:bodyPr>
          <a:lstStyle>
            <a:lvl1pPr marL="0" indent="0">
              <a:lnSpc>
                <a:spcPct val="100000"/>
              </a:lnSpc>
              <a:spcBef>
                <a:spcPts val="0"/>
              </a:spcBef>
              <a:buNone/>
              <a:defRPr sz="1400" b="0" baseline="0">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5" name="テキスト プレースホルダー 4">
            <a:extLst>
              <a:ext uri="{FF2B5EF4-FFF2-40B4-BE49-F238E27FC236}">
                <a16:creationId xmlns:a16="http://schemas.microsoft.com/office/drawing/2014/main" id="{30FF5B42-8E52-2B78-7C88-39A811D7A960}"/>
              </a:ext>
            </a:extLst>
          </p:cNvPr>
          <p:cNvSpPr>
            <a:spLocks noGrp="1"/>
          </p:cNvSpPr>
          <p:nvPr>
            <p:ph type="body" sz="quarter" idx="3" hasCustomPrompt="1"/>
          </p:nvPr>
        </p:nvSpPr>
        <p:spPr>
          <a:xfrm>
            <a:off x="3054096" y="4041648"/>
            <a:ext cx="1822704" cy="1414272"/>
          </a:xfrm>
        </p:spPr>
        <p:txBody>
          <a:bodyPr rtlCol="0" anchor="t">
            <a:noAutofit/>
          </a:bodyPr>
          <a:lstStyle>
            <a:lvl1pPr marL="0" indent="0">
              <a:lnSpc>
                <a:spcPct val="100000"/>
              </a:lnSpc>
              <a:spcBef>
                <a:spcPts val="0"/>
              </a:spcBef>
              <a:buNone/>
              <a:defRPr sz="1400" b="0" baseline="0">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10" name="タイトル 9">
            <a:extLst>
              <a:ext uri="{FF2B5EF4-FFF2-40B4-BE49-F238E27FC236}">
                <a16:creationId xmlns:a16="http://schemas.microsoft.com/office/drawing/2014/main" id="{FB569F4F-40C0-2BAE-2F80-0B6BF70B4999}"/>
              </a:ext>
            </a:extLst>
          </p:cNvPr>
          <p:cNvSpPr>
            <a:spLocks noGrp="1"/>
          </p:cNvSpPr>
          <p:nvPr>
            <p:ph type="title"/>
          </p:nvPr>
        </p:nvSpPr>
        <p:spPr/>
        <p:txBody>
          <a:bodyPr rtlCol="0"/>
          <a:lstStyle>
            <a:lvl1pPr>
              <a:defRPr baseline="0">
                <a:latin typeface="+mj-ea"/>
                <a:ea typeface="+mj-ea"/>
              </a:defRPr>
            </a:lvl1pPr>
          </a:lstStyle>
          <a:p>
            <a:pPr rtl="0"/>
            <a:r>
              <a:rPr lang="ja-JP" altLang="en-US" noProof="0" dirty="0"/>
              <a:t>マスター タイトルの書式設定</a:t>
            </a:r>
          </a:p>
        </p:txBody>
      </p:sp>
      <p:sp>
        <p:nvSpPr>
          <p:cNvPr id="15" name="テキスト プレースホルダー 14">
            <a:extLst>
              <a:ext uri="{FF2B5EF4-FFF2-40B4-BE49-F238E27FC236}">
                <a16:creationId xmlns:a16="http://schemas.microsoft.com/office/drawing/2014/main" id="{3F862698-31B6-3C3C-7B04-A5AB06659947}"/>
              </a:ext>
            </a:extLst>
          </p:cNvPr>
          <p:cNvSpPr>
            <a:spLocks noGrp="1" noChangeAspect="1"/>
          </p:cNvSpPr>
          <p:nvPr>
            <p:ph type="body" sz="quarter" idx="15" hasCustomPrompt="1"/>
          </p:nvPr>
        </p:nvSpPr>
        <p:spPr>
          <a:xfrm>
            <a:off x="722376" y="2706624"/>
            <a:ext cx="1014984" cy="1014984"/>
          </a:xfrm>
          <a:prstGeom prst="ellipse">
            <a:avLst/>
          </a:prstGeom>
          <a:solidFill>
            <a:schemeClr val="tx1"/>
          </a:solidFill>
        </p:spPr>
        <p:txBody>
          <a:bodyPr lIns="0" tIns="0" rIns="0" bIns="0" rtlCol="0" anchor="ctr">
            <a:normAutofit/>
          </a:bodyPr>
          <a:lstStyle>
            <a:lvl1pPr marL="0" indent="0" algn="ctr">
              <a:buNone/>
              <a:defRPr sz="1800" baseline="0">
                <a:solidFill>
                  <a:schemeClr val="bg2"/>
                </a:solidFill>
                <a:latin typeface="Meiryo UI" panose="020B0604030504040204" pitchFamily="50" charset="-128"/>
                <a:ea typeface="Meiryo UI" panose="020B0604030504040204" pitchFamily="50" charset="-128"/>
              </a:defRPr>
            </a:lvl1pPr>
          </a:lstStyle>
          <a:p>
            <a:pPr lvl="0" rtl="0"/>
            <a:r>
              <a:rPr lang="en-US" altLang="ja-JP" noProof="0"/>
              <a:t>MMM</a:t>
            </a:r>
          </a:p>
        </p:txBody>
      </p:sp>
      <p:sp>
        <p:nvSpPr>
          <p:cNvPr id="19" name="テキスト プレースホルダー 14">
            <a:extLst>
              <a:ext uri="{FF2B5EF4-FFF2-40B4-BE49-F238E27FC236}">
                <a16:creationId xmlns:a16="http://schemas.microsoft.com/office/drawing/2014/main" id="{12F0E6AE-7B40-CC7A-BAB7-B5963027CE13}"/>
              </a:ext>
            </a:extLst>
          </p:cNvPr>
          <p:cNvSpPr>
            <a:spLocks noGrp="1" noChangeAspect="1"/>
          </p:cNvSpPr>
          <p:nvPr>
            <p:ph type="body" sz="quarter" idx="16" hasCustomPrompt="1"/>
          </p:nvPr>
        </p:nvSpPr>
        <p:spPr>
          <a:xfrm>
            <a:off x="3163824" y="2706624"/>
            <a:ext cx="1014984" cy="1014984"/>
          </a:xfrm>
          <a:prstGeom prst="ellipse">
            <a:avLst/>
          </a:prstGeom>
          <a:solidFill>
            <a:schemeClr val="tx1"/>
          </a:solidFill>
        </p:spPr>
        <p:txBody>
          <a:bodyPr lIns="0" tIns="0" rIns="0" bIns="0" rtlCol="0" anchor="ctr">
            <a:normAutofit/>
          </a:bodyPr>
          <a:lstStyle>
            <a:lvl1pPr marL="0" indent="0" algn="ctr">
              <a:buNone/>
              <a:defRPr sz="1800" baseline="0">
                <a:solidFill>
                  <a:schemeClr val="bg2"/>
                </a:solidFill>
                <a:latin typeface="Meiryo UI" panose="020B0604030504040204" pitchFamily="50" charset="-128"/>
                <a:ea typeface="Meiryo UI" panose="020B0604030504040204" pitchFamily="50" charset="-128"/>
              </a:defRPr>
            </a:lvl1pPr>
          </a:lstStyle>
          <a:p>
            <a:pPr lvl="0" rtl="0"/>
            <a:r>
              <a:rPr lang="en-US" altLang="ja-JP" noProof="0"/>
              <a:t>MMM</a:t>
            </a:r>
          </a:p>
        </p:txBody>
      </p:sp>
      <p:sp>
        <p:nvSpPr>
          <p:cNvPr id="21" name="テキスト プレースホルダー 14">
            <a:extLst>
              <a:ext uri="{FF2B5EF4-FFF2-40B4-BE49-F238E27FC236}">
                <a16:creationId xmlns:a16="http://schemas.microsoft.com/office/drawing/2014/main" id="{F19DE03C-9C3C-ED9E-7938-68DC59591962}"/>
              </a:ext>
            </a:extLst>
          </p:cNvPr>
          <p:cNvSpPr>
            <a:spLocks noGrp="1" noChangeAspect="1"/>
          </p:cNvSpPr>
          <p:nvPr>
            <p:ph type="body" sz="quarter" idx="17" hasCustomPrompt="1"/>
          </p:nvPr>
        </p:nvSpPr>
        <p:spPr>
          <a:xfrm>
            <a:off x="5596128" y="2706624"/>
            <a:ext cx="1014984" cy="1014984"/>
          </a:xfrm>
          <a:prstGeom prst="ellipse">
            <a:avLst/>
          </a:prstGeom>
          <a:solidFill>
            <a:schemeClr val="tx1"/>
          </a:solidFill>
        </p:spPr>
        <p:txBody>
          <a:bodyPr lIns="0" tIns="0" rIns="0" bIns="0" rtlCol="0" anchor="ctr">
            <a:normAutofit/>
          </a:bodyPr>
          <a:lstStyle>
            <a:lvl1pPr marL="0" indent="0" algn="ctr">
              <a:buNone/>
              <a:defRPr sz="1800" baseline="0">
                <a:solidFill>
                  <a:schemeClr val="bg2"/>
                </a:solidFill>
                <a:latin typeface="Meiryo UI" panose="020B0604030504040204" pitchFamily="50" charset="-128"/>
                <a:ea typeface="Meiryo UI" panose="020B0604030504040204" pitchFamily="50" charset="-128"/>
              </a:defRPr>
            </a:lvl1pPr>
          </a:lstStyle>
          <a:p>
            <a:pPr lvl="0" rtl="0"/>
            <a:r>
              <a:rPr lang="en-US" altLang="ja-JP" noProof="0"/>
              <a:t>MMM</a:t>
            </a:r>
          </a:p>
        </p:txBody>
      </p:sp>
      <p:sp>
        <p:nvSpPr>
          <p:cNvPr id="23" name="テキスト プレースホルダー 14">
            <a:extLst>
              <a:ext uri="{FF2B5EF4-FFF2-40B4-BE49-F238E27FC236}">
                <a16:creationId xmlns:a16="http://schemas.microsoft.com/office/drawing/2014/main" id="{D15E2928-BFA0-AA75-6EC4-69EFDD615540}"/>
              </a:ext>
            </a:extLst>
          </p:cNvPr>
          <p:cNvSpPr>
            <a:spLocks noGrp="1" noChangeAspect="1"/>
          </p:cNvSpPr>
          <p:nvPr>
            <p:ph type="body" sz="quarter" idx="18" hasCustomPrompt="1"/>
          </p:nvPr>
        </p:nvSpPr>
        <p:spPr>
          <a:xfrm>
            <a:off x="8028432" y="2706624"/>
            <a:ext cx="1014984" cy="1014984"/>
          </a:xfrm>
          <a:prstGeom prst="ellipse">
            <a:avLst/>
          </a:prstGeom>
          <a:solidFill>
            <a:schemeClr val="tx1"/>
          </a:solidFill>
        </p:spPr>
        <p:txBody>
          <a:bodyPr lIns="0" tIns="0" rIns="0" bIns="0" rtlCol="0" anchor="ctr">
            <a:normAutofit/>
          </a:bodyPr>
          <a:lstStyle>
            <a:lvl1pPr marL="0" indent="0" algn="ctr">
              <a:buNone/>
              <a:defRPr sz="1800" baseline="0">
                <a:solidFill>
                  <a:schemeClr val="bg2"/>
                </a:solidFill>
                <a:latin typeface="Meiryo UI" panose="020B0604030504040204" pitchFamily="50" charset="-128"/>
                <a:ea typeface="Meiryo UI" panose="020B0604030504040204" pitchFamily="50" charset="-128"/>
              </a:defRPr>
            </a:lvl1pPr>
          </a:lstStyle>
          <a:p>
            <a:pPr lvl="0" rtl="0"/>
            <a:r>
              <a:rPr lang="en-US" altLang="ja-JP" noProof="0"/>
              <a:t>MMM</a:t>
            </a:r>
          </a:p>
        </p:txBody>
      </p:sp>
      <p:sp>
        <p:nvSpPr>
          <p:cNvPr id="25" name="テキスト プレースホルダー 14">
            <a:extLst>
              <a:ext uri="{FF2B5EF4-FFF2-40B4-BE49-F238E27FC236}">
                <a16:creationId xmlns:a16="http://schemas.microsoft.com/office/drawing/2014/main" id="{B1000C26-BF38-857C-8EB7-C84E4425628C}"/>
              </a:ext>
            </a:extLst>
          </p:cNvPr>
          <p:cNvSpPr>
            <a:spLocks noGrp="1" noChangeAspect="1"/>
          </p:cNvSpPr>
          <p:nvPr>
            <p:ph type="body" sz="quarter" idx="19" hasCustomPrompt="1"/>
          </p:nvPr>
        </p:nvSpPr>
        <p:spPr>
          <a:xfrm>
            <a:off x="10460736" y="2706624"/>
            <a:ext cx="1014984" cy="1014984"/>
          </a:xfrm>
          <a:prstGeom prst="ellipse">
            <a:avLst/>
          </a:prstGeom>
          <a:solidFill>
            <a:schemeClr val="tx1"/>
          </a:solidFill>
        </p:spPr>
        <p:txBody>
          <a:bodyPr lIns="0" tIns="0" rIns="0" bIns="0" rtlCol="0" anchor="ctr">
            <a:normAutofit/>
          </a:bodyPr>
          <a:lstStyle>
            <a:lvl1pPr marL="0" indent="0" algn="ctr">
              <a:buNone/>
              <a:defRPr sz="1800" baseline="0">
                <a:solidFill>
                  <a:schemeClr val="bg2"/>
                </a:solidFill>
                <a:latin typeface="Meiryo UI" panose="020B0604030504040204" pitchFamily="50" charset="-128"/>
                <a:ea typeface="Meiryo UI" panose="020B0604030504040204" pitchFamily="50" charset="-128"/>
              </a:defRPr>
            </a:lvl1pPr>
          </a:lstStyle>
          <a:p>
            <a:pPr lvl="0" rtl="0"/>
            <a:r>
              <a:rPr lang="en-US" altLang="ja-JP" noProof="0"/>
              <a:t>MMM</a:t>
            </a:r>
          </a:p>
        </p:txBody>
      </p:sp>
      <p:sp>
        <p:nvSpPr>
          <p:cNvPr id="26" name="テキスト プレースホルダー 4">
            <a:extLst>
              <a:ext uri="{FF2B5EF4-FFF2-40B4-BE49-F238E27FC236}">
                <a16:creationId xmlns:a16="http://schemas.microsoft.com/office/drawing/2014/main" id="{7A3AFB34-A509-98A0-B6AB-3BC35F16DDD2}"/>
              </a:ext>
            </a:extLst>
          </p:cNvPr>
          <p:cNvSpPr>
            <a:spLocks noGrp="1"/>
          </p:cNvSpPr>
          <p:nvPr>
            <p:ph type="body" sz="quarter" idx="20" hasCustomPrompt="1"/>
          </p:nvPr>
        </p:nvSpPr>
        <p:spPr>
          <a:xfrm>
            <a:off x="5504688" y="4041648"/>
            <a:ext cx="1822704" cy="1414272"/>
          </a:xfrm>
        </p:spPr>
        <p:txBody>
          <a:bodyPr rtlCol="0" anchor="t">
            <a:noAutofit/>
          </a:bodyPr>
          <a:lstStyle>
            <a:lvl1pPr marL="0" indent="0">
              <a:lnSpc>
                <a:spcPct val="100000"/>
              </a:lnSpc>
              <a:spcBef>
                <a:spcPts val="0"/>
              </a:spcBef>
              <a:buNone/>
              <a:defRPr sz="1400" b="0" baseline="0">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27" name="テキスト プレースホルダー 4">
            <a:extLst>
              <a:ext uri="{FF2B5EF4-FFF2-40B4-BE49-F238E27FC236}">
                <a16:creationId xmlns:a16="http://schemas.microsoft.com/office/drawing/2014/main" id="{B4CAD471-FB12-ACCA-9D4A-E01322DC61A0}"/>
              </a:ext>
            </a:extLst>
          </p:cNvPr>
          <p:cNvSpPr>
            <a:spLocks noGrp="1"/>
          </p:cNvSpPr>
          <p:nvPr>
            <p:ph type="body" sz="quarter" idx="21" hasCustomPrompt="1"/>
          </p:nvPr>
        </p:nvSpPr>
        <p:spPr>
          <a:xfrm>
            <a:off x="7918704" y="4041648"/>
            <a:ext cx="1822704" cy="1414272"/>
          </a:xfrm>
        </p:spPr>
        <p:txBody>
          <a:bodyPr rtlCol="0" anchor="t">
            <a:noAutofit/>
          </a:bodyPr>
          <a:lstStyle>
            <a:lvl1pPr marL="0" indent="0">
              <a:lnSpc>
                <a:spcPct val="100000"/>
              </a:lnSpc>
              <a:spcBef>
                <a:spcPts val="0"/>
              </a:spcBef>
              <a:buNone/>
              <a:defRPr sz="1400" b="0" baseline="0">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28" name="テキスト プレースホルダー 4">
            <a:extLst>
              <a:ext uri="{FF2B5EF4-FFF2-40B4-BE49-F238E27FC236}">
                <a16:creationId xmlns:a16="http://schemas.microsoft.com/office/drawing/2014/main" id="{B7FF2DDC-689F-CE60-97C8-8575DBB2C068}"/>
              </a:ext>
            </a:extLst>
          </p:cNvPr>
          <p:cNvSpPr>
            <a:spLocks noGrp="1"/>
          </p:cNvSpPr>
          <p:nvPr>
            <p:ph type="body" sz="quarter" idx="22" hasCustomPrompt="1"/>
          </p:nvPr>
        </p:nvSpPr>
        <p:spPr>
          <a:xfrm>
            <a:off x="10369296" y="4041648"/>
            <a:ext cx="1563624" cy="1414272"/>
          </a:xfrm>
        </p:spPr>
        <p:txBody>
          <a:bodyPr rtlCol="0" anchor="t">
            <a:noAutofit/>
          </a:bodyPr>
          <a:lstStyle>
            <a:lvl1pPr marL="0" indent="0">
              <a:lnSpc>
                <a:spcPct val="100000"/>
              </a:lnSpc>
              <a:spcBef>
                <a:spcPts val="0"/>
              </a:spcBef>
              <a:buNone/>
              <a:defRPr sz="1400" b="0" baseline="0">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36" name="フッター プレースホルダー 35">
            <a:extLst>
              <a:ext uri="{FF2B5EF4-FFF2-40B4-BE49-F238E27FC236}">
                <a16:creationId xmlns:a16="http://schemas.microsoft.com/office/drawing/2014/main" id="{A2666B74-0A69-6162-5AD3-4561A8EE5514}"/>
              </a:ext>
            </a:extLst>
          </p:cNvPr>
          <p:cNvSpPr>
            <a:spLocks noGrp="1"/>
          </p:cNvSpPr>
          <p:nvPr>
            <p:ph type="ftr" sz="quarter" idx="27"/>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2" name="テキスト プレースホルダー 9">
            <a:extLst>
              <a:ext uri="{FF2B5EF4-FFF2-40B4-BE49-F238E27FC236}">
                <a16:creationId xmlns:a16="http://schemas.microsoft.com/office/drawing/2014/main" id="{78FC7A6E-EB75-1109-AB97-8091F2C9FF89}"/>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4" name="スライド番号プレースホルダー 9">
            <a:extLst>
              <a:ext uri="{FF2B5EF4-FFF2-40B4-BE49-F238E27FC236}">
                <a16:creationId xmlns:a16="http://schemas.microsoft.com/office/drawing/2014/main" id="{3882992B-56C1-1B1D-6308-47369A0DF03F}"/>
              </a:ext>
            </a:extLst>
          </p:cNvPr>
          <p:cNvSpPr>
            <a:spLocks noGrp="1"/>
          </p:cNvSpPr>
          <p:nvPr>
            <p:ph type="sldNum" sz="quarter" idx="28"/>
          </p:nvPr>
        </p:nvSpPr>
        <p:spPr>
          <a:xfrm>
            <a:off x="1651903" y="809244"/>
            <a:ext cx="941832" cy="621792"/>
          </a:xfrm>
        </p:spPr>
        <p:txBody>
          <a:bodyPr rtlCol="0"/>
          <a:lstStyle>
            <a:lvl1pPr>
              <a:defRPr b="1" baseline="0">
                <a:latin typeface="+mn-ea"/>
                <a:ea typeface="+mn-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2309024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pic>
        <p:nvPicPr>
          <p:cNvPr id="14" name="グラフィック 13">
            <a:extLst>
              <a:ext uri="{FF2B5EF4-FFF2-40B4-BE49-F238E27FC236}">
                <a16:creationId xmlns:a16="http://schemas.microsoft.com/office/drawing/2014/main" id="{9F44A91D-CC57-69D8-3CC1-3538FCB6BBA4}"/>
              </a:ext>
            </a:extLst>
          </p:cNvPr>
          <p:cNvPicPr>
            <a:picLocks noChangeAspect="1"/>
          </p:cNvPicPr>
          <p:nvPr userDrawn="1"/>
        </p:nvPicPr>
        <p:blipFill>
          <a:blip>
            <a:extLst>
              <a:ext uri="{96DAC541-7B7A-43D3-8B79-37D633B846F1}">
                <asvg:svgBlip xmlns:asvg="http://schemas.microsoft.com/office/drawing/2016/SVG/main" r:embed="rId2"/>
              </a:ext>
            </a:extLst>
          </a:blip>
          <a:srcRect r="77662" b="48541"/>
          <a:stretch>
            <a:fillRect/>
          </a:stretch>
        </p:blipFill>
        <p:spPr>
          <a:xfrm flipV="1">
            <a:off x="10376194" y="1"/>
            <a:ext cx="1815806" cy="3829511"/>
          </a:xfrm>
          <a:custGeom>
            <a:avLst/>
            <a:gdLst>
              <a:gd name="connsiteX0" fmla="*/ 0 w 1815806"/>
              <a:gd name="connsiteY0" fmla="*/ 3829511 h 3829511"/>
              <a:gd name="connsiteX1" fmla="*/ 1815806 w 1815806"/>
              <a:gd name="connsiteY1" fmla="*/ 3829511 h 3829511"/>
              <a:gd name="connsiteX2" fmla="*/ 1815806 w 1815806"/>
              <a:gd name="connsiteY2" fmla="*/ 0 h 3829511"/>
              <a:gd name="connsiteX3" fmla="*/ 0 w 1815806"/>
              <a:gd name="connsiteY3" fmla="*/ 0 h 3829511"/>
            </a:gdLst>
            <a:ahLst/>
            <a:cxnLst>
              <a:cxn ang="0">
                <a:pos x="connsiteX0" y="connsiteY0"/>
              </a:cxn>
              <a:cxn ang="0">
                <a:pos x="connsiteX1" y="connsiteY1"/>
              </a:cxn>
              <a:cxn ang="0">
                <a:pos x="connsiteX2" y="connsiteY2"/>
              </a:cxn>
              <a:cxn ang="0">
                <a:pos x="connsiteX3" y="connsiteY3"/>
              </a:cxn>
            </a:cxnLst>
            <a:rect l="l" t="t" r="r" b="b"/>
            <a:pathLst>
              <a:path w="1815806" h="3829511">
                <a:moveTo>
                  <a:pt x="0" y="3829511"/>
                </a:moveTo>
                <a:lnTo>
                  <a:pt x="1815806" y="3829511"/>
                </a:lnTo>
                <a:lnTo>
                  <a:pt x="1815806" y="0"/>
                </a:lnTo>
                <a:lnTo>
                  <a:pt x="0" y="0"/>
                </a:lnTo>
                <a:close/>
              </a:path>
            </a:pathLst>
          </a:custGeom>
        </p:spPr>
      </p:pic>
      <p:pic>
        <p:nvPicPr>
          <p:cNvPr id="16" name="グラフィック 15">
            <a:extLst>
              <a:ext uri="{FF2B5EF4-FFF2-40B4-BE49-F238E27FC236}">
                <a16:creationId xmlns:a16="http://schemas.microsoft.com/office/drawing/2014/main" id="{5AB0AC87-A4CD-F667-74B2-52047C1E6FB5}"/>
              </a:ext>
            </a:extLst>
          </p:cNvPr>
          <p:cNvPicPr>
            <a:picLocks noChangeAspect="1"/>
          </p:cNvPicPr>
          <p:nvPr userDrawn="1"/>
        </p:nvPicPr>
        <p:blipFill>
          <a:blip>
            <a:extLst>
              <a:ext uri="{96DAC541-7B7A-43D3-8B79-37D633B846F1}">
                <asvg:svgBlip xmlns:asvg="http://schemas.microsoft.com/office/drawing/2016/SVG/main" r:embed="rId3"/>
              </a:ext>
            </a:extLst>
          </a:blip>
          <a:srcRect r="85638" b="45150"/>
          <a:stretch>
            <a:fillRect/>
          </a:stretch>
        </p:blipFill>
        <p:spPr>
          <a:xfrm flipV="1">
            <a:off x="10887888" y="1"/>
            <a:ext cx="1304112" cy="3289795"/>
          </a:xfrm>
          <a:custGeom>
            <a:avLst/>
            <a:gdLst>
              <a:gd name="connsiteX0" fmla="*/ 0 w 1304112"/>
              <a:gd name="connsiteY0" fmla="*/ 3289795 h 3289795"/>
              <a:gd name="connsiteX1" fmla="*/ 1304112 w 1304112"/>
              <a:gd name="connsiteY1" fmla="*/ 3289795 h 3289795"/>
              <a:gd name="connsiteX2" fmla="*/ 1304112 w 1304112"/>
              <a:gd name="connsiteY2" fmla="*/ 0 h 3289795"/>
              <a:gd name="connsiteX3" fmla="*/ 0 w 1304112"/>
              <a:gd name="connsiteY3" fmla="*/ 0 h 3289795"/>
            </a:gdLst>
            <a:ahLst/>
            <a:cxnLst>
              <a:cxn ang="0">
                <a:pos x="connsiteX0" y="connsiteY0"/>
              </a:cxn>
              <a:cxn ang="0">
                <a:pos x="connsiteX1" y="connsiteY1"/>
              </a:cxn>
              <a:cxn ang="0">
                <a:pos x="connsiteX2" y="connsiteY2"/>
              </a:cxn>
              <a:cxn ang="0">
                <a:pos x="connsiteX3" y="connsiteY3"/>
              </a:cxn>
            </a:cxnLst>
            <a:rect l="l" t="t" r="r" b="b"/>
            <a:pathLst>
              <a:path w="1304112" h="3289795">
                <a:moveTo>
                  <a:pt x="0" y="3289795"/>
                </a:moveTo>
                <a:lnTo>
                  <a:pt x="1304112" y="3289795"/>
                </a:lnTo>
                <a:lnTo>
                  <a:pt x="1304112" y="0"/>
                </a:lnTo>
                <a:lnTo>
                  <a:pt x="0" y="0"/>
                </a:lnTo>
                <a:close/>
              </a:path>
            </a:pathLst>
          </a:custGeom>
        </p:spPr>
      </p:pic>
      <p:sp>
        <p:nvSpPr>
          <p:cNvPr id="13" name="長方形 12">
            <a:extLst>
              <a:ext uri="{FF2B5EF4-FFF2-40B4-BE49-F238E27FC236}">
                <a16:creationId xmlns:a16="http://schemas.microsoft.com/office/drawing/2014/main" id="{1BEF48E5-0EF0-3977-79C2-820662F06DA9}"/>
              </a:ext>
            </a:extLst>
          </p:cNvPr>
          <p:cNvSpPr/>
          <p:nvPr userDrawn="1"/>
        </p:nvSpPr>
        <p:spPr>
          <a:xfrm>
            <a:off x="2589592" y="723899"/>
            <a:ext cx="8870656"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17" name="長方形 16">
            <a:extLst>
              <a:ext uri="{FF2B5EF4-FFF2-40B4-BE49-F238E27FC236}">
                <a16:creationId xmlns:a16="http://schemas.microsoft.com/office/drawing/2014/main" id="{36AAF462-6D82-EBE1-069E-7DBC32F1CC5D}"/>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18" name="フリーフォーム(F) 55">
            <a:extLst>
              <a:ext uri="{FF2B5EF4-FFF2-40B4-BE49-F238E27FC236}">
                <a16:creationId xmlns:a16="http://schemas.microsoft.com/office/drawing/2014/main" id="{5DF0CA69-CF45-9850-4F85-B4C3BF2141B4}"/>
              </a:ext>
            </a:extLst>
          </p:cNvPr>
          <p:cNvSpPr/>
          <p:nvPr userDrawn="1"/>
        </p:nvSpPr>
        <p:spPr>
          <a:xfrm>
            <a:off x="-7736" y="6082871"/>
            <a:ext cx="12199737" cy="493110"/>
          </a:xfrm>
          <a:custGeom>
            <a:avLst/>
            <a:gdLst>
              <a:gd name="connsiteX0" fmla="*/ 25897 w 12199737"/>
              <a:gd name="connsiteY0" fmla="*/ 0 h 493110"/>
              <a:gd name="connsiteX1" fmla="*/ 12199737 w 12199737"/>
              <a:gd name="connsiteY1" fmla="*/ 0 h 493110"/>
              <a:gd name="connsiteX2" fmla="*/ 12199737 w 12199737"/>
              <a:gd name="connsiteY2" fmla="*/ 493110 h 493110"/>
              <a:gd name="connsiteX3" fmla="*/ 25897 w 12199737"/>
              <a:gd name="connsiteY3" fmla="*/ 493109 h 493110"/>
              <a:gd name="connsiteX4" fmla="*/ 0 w 12199737"/>
              <a:gd name="connsiteY4" fmla="*/ 490499 h 493110"/>
              <a:gd name="connsiteX5" fmla="*/ 0 w 12199737"/>
              <a:gd name="connsiteY5" fmla="*/ 2611 h 493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9737" h="493110">
                <a:moveTo>
                  <a:pt x="25897" y="0"/>
                </a:moveTo>
                <a:lnTo>
                  <a:pt x="12199737" y="0"/>
                </a:lnTo>
                <a:lnTo>
                  <a:pt x="12199737" y="493110"/>
                </a:lnTo>
                <a:lnTo>
                  <a:pt x="25897" y="493109"/>
                </a:lnTo>
                <a:lnTo>
                  <a:pt x="0" y="490499"/>
                </a:lnTo>
                <a:lnTo>
                  <a:pt x="0" y="261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0" name="円/楕円 19">
            <a:extLst>
              <a:ext uri="{FF2B5EF4-FFF2-40B4-BE49-F238E27FC236}">
                <a16:creationId xmlns:a16="http://schemas.microsoft.com/office/drawing/2014/main" id="{AFE865D6-FFF0-8547-C225-4EA40D12981C}"/>
              </a:ext>
            </a:extLst>
          </p:cNvPr>
          <p:cNvSpPr/>
          <p:nvPr userDrawn="1"/>
        </p:nvSpPr>
        <p:spPr>
          <a:xfrm>
            <a:off x="10745496" y="2712720"/>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2" name="円/楕円 21">
            <a:extLst>
              <a:ext uri="{FF2B5EF4-FFF2-40B4-BE49-F238E27FC236}">
                <a16:creationId xmlns:a16="http://schemas.microsoft.com/office/drawing/2014/main" id="{BC43A4F4-14CD-C1BC-076B-D3EC524E9072}"/>
              </a:ext>
            </a:extLst>
          </p:cNvPr>
          <p:cNvSpPr/>
          <p:nvPr userDrawn="1"/>
        </p:nvSpPr>
        <p:spPr>
          <a:xfrm>
            <a:off x="11336726" y="2288311"/>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24" name="円/楕円 23">
            <a:extLst>
              <a:ext uri="{FF2B5EF4-FFF2-40B4-BE49-F238E27FC236}">
                <a16:creationId xmlns:a16="http://schemas.microsoft.com/office/drawing/2014/main" id="{F59C9BF2-FA96-FBA2-CC60-3024E983F26F}"/>
              </a:ext>
            </a:extLst>
          </p:cNvPr>
          <p:cNvSpPr/>
          <p:nvPr userDrawn="1"/>
        </p:nvSpPr>
        <p:spPr>
          <a:xfrm>
            <a:off x="825032" y="6142636"/>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3" name="テキスト プレースホルダー 2">
            <a:extLst>
              <a:ext uri="{FF2B5EF4-FFF2-40B4-BE49-F238E27FC236}">
                <a16:creationId xmlns:a16="http://schemas.microsoft.com/office/drawing/2014/main" id="{AF211A54-748F-71FD-8701-AE68B04A5A19}"/>
              </a:ext>
            </a:extLst>
          </p:cNvPr>
          <p:cNvSpPr>
            <a:spLocks noGrp="1"/>
          </p:cNvSpPr>
          <p:nvPr>
            <p:ph type="body" idx="1" hasCustomPrompt="1"/>
          </p:nvPr>
        </p:nvSpPr>
        <p:spPr>
          <a:xfrm>
            <a:off x="1572768" y="2148840"/>
            <a:ext cx="3566160" cy="649224"/>
          </a:xfrm>
        </p:spPr>
        <p:txBody>
          <a:bodyPr rtlCol="0" anchor="b">
            <a:noAutofit/>
          </a:bodyPr>
          <a:lstStyle>
            <a:lvl1pPr marL="0" indent="0">
              <a:lnSpc>
                <a:spcPct val="100000"/>
              </a:lnSpc>
              <a:spcBef>
                <a:spcPts val="0"/>
              </a:spcBef>
              <a:buNone/>
              <a:defRPr sz="1800" b="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4" name="コンテンツ プレースホルダー 3">
            <a:extLst>
              <a:ext uri="{FF2B5EF4-FFF2-40B4-BE49-F238E27FC236}">
                <a16:creationId xmlns:a16="http://schemas.microsoft.com/office/drawing/2014/main" id="{1108F8E6-CFD8-798A-9C2F-F6AC425444CA}"/>
              </a:ext>
            </a:extLst>
          </p:cNvPr>
          <p:cNvSpPr>
            <a:spLocks noGrp="1"/>
          </p:cNvSpPr>
          <p:nvPr>
            <p:ph sz="half" idx="2" hasCustomPrompt="1"/>
          </p:nvPr>
        </p:nvSpPr>
        <p:spPr>
          <a:xfrm>
            <a:off x="1298448" y="2788920"/>
            <a:ext cx="4352544" cy="2002536"/>
          </a:xfrm>
        </p:spPr>
        <p:txBody>
          <a:bodyPr rtlCol="0">
            <a:normAutofit/>
          </a:bodyPr>
          <a:lstStyle>
            <a:lvl1pPr>
              <a:lnSpc>
                <a:spcPct val="150000"/>
              </a:lnSpc>
              <a:spcBef>
                <a:spcPts val="0"/>
              </a:spcBef>
              <a:defRPr sz="1400" baseline="0">
                <a:latin typeface="+mn-ea"/>
                <a:ea typeface="+mn-ea"/>
              </a:defRPr>
            </a:lvl1pPr>
            <a:lvl2pPr>
              <a:lnSpc>
                <a:spcPct val="150000"/>
              </a:lnSpc>
              <a:spcBef>
                <a:spcPts val="0"/>
              </a:spcBef>
              <a:defRPr sz="1200" baseline="0">
                <a:latin typeface="+mn-ea"/>
                <a:ea typeface="+mn-ea"/>
              </a:defRPr>
            </a:lvl2pPr>
            <a:lvl3pPr>
              <a:lnSpc>
                <a:spcPct val="150000"/>
              </a:lnSpc>
              <a:spcBef>
                <a:spcPts val="0"/>
              </a:spcBef>
              <a:defRPr sz="1100" baseline="0">
                <a:latin typeface="+mn-ea"/>
                <a:ea typeface="+mn-ea"/>
              </a:defRPr>
            </a:lvl3pPr>
            <a:lvl4pPr>
              <a:lnSpc>
                <a:spcPct val="150000"/>
              </a:lnSpc>
              <a:spcBef>
                <a:spcPts val="0"/>
              </a:spcBef>
              <a:defRPr sz="1050" baseline="0">
                <a:latin typeface="+mn-ea"/>
                <a:ea typeface="+mn-ea"/>
              </a:defRPr>
            </a:lvl4pPr>
            <a:lvl5pPr>
              <a:lnSpc>
                <a:spcPct val="150000"/>
              </a:lnSpc>
              <a:spcBef>
                <a:spcPts val="0"/>
              </a:spcBef>
              <a:defRPr sz="1050" baseline="0">
                <a:latin typeface="+mn-ea"/>
                <a:ea typeface="+mn-ea"/>
              </a:defRPr>
            </a:lvl5p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5" name="テキスト プレースホルダー 4">
            <a:extLst>
              <a:ext uri="{FF2B5EF4-FFF2-40B4-BE49-F238E27FC236}">
                <a16:creationId xmlns:a16="http://schemas.microsoft.com/office/drawing/2014/main" id="{30FF5B42-8E52-2B78-7C88-39A811D7A960}"/>
              </a:ext>
            </a:extLst>
          </p:cNvPr>
          <p:cNvSpPr>
            <a:spLocks noGrp="1"/>
          </p:cNvSpPr>
          <p:nvPr>
            <p:ph type="body" sz="quarter" idx="3" hasCustomPrompt="1"/>
          </p:nvPr>
        </p:nvSpPr>
        <p:spPr>
          <a:xfrm>
            <a:off x="6035040" y="2148840"/>
            <a:ext cx="3566160" cy="649224"/>
          </a:xfrm>
        </p:spPr>
        <p:txBody>
          <a:bodyPr rtlCol="0" anchor="b">
            <a:noAutofit/>
          </a:bodyPr>
          <a:lstStyle>
            <a:lvl1pPr marL="0" indent="0">
              <a:lnSpc>
                <a:spcPct val="100000"/>
              </a:lnSpc>
              <a:spcBef>
                <a:spcPts val="0"/>
              </a:spcBef>
              <a:buNone/>
              <a:defRPr sz="1800" b="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6" name="コンテンツ プレースホルダー 5">
            <a:extLst>
              <a:ext uri="{FF2B5EF4-FFF2-40B4-BE49-F238E27FC236}">
                <a16:creationId xmlns:a16="http://schemas.microsoft.com/office/drawing/2014/main" id="{440AB633-C7A8-E90B-901E-7E3FCE2D54D4}"/>
              </a:ext>
            </a:extLst>
          </p:cNvPr>
          <p:cNvSpPr>
            <a:spLocks noGrp="1"/>
          </p:cNvSpPr>
          <p:nvPr>
            <p:ph sz="quarter" idx="4" hasCustomPrompt="1"/>
          </p:nvPr>
        </p:nvSpPr>
        <p:spPr>
          <a:xfrm>
            <a:off x="5760720" y="2788920"/>
            <a:ext cx="4352544" cy="2002536"/>
          </a:xfrm>
        </p:spPr>
        <p:txBody>
          <a:bodyPr rtlCol="0">
            <a:normAutofit/>
          </a:bodyPr>
          <a:lstStyle>
            <a:lvl1pPr>
              <a:lnSpc>
                <a:spcPct val="150000"/>
              </a:lnSpc>
              <a:spcBef>
                <a:spcPts val="0"/>
              </a:spcBef>
              <a:defRPr sz="1400" baseline="0">
                <a:latin typeface="+mn-ea"/>
                <a:ea typeface="+mn-ea"/>
              </a:defRPr>
            </a:lvl1pPr>
            <a:lvl2pPr>
              <a:lnSpc>
                <a:spcPct val="150000"/>
              </a:lnSpc>
              <a:spcBef>
                <a:spcPts val="0"/>
              </a:spcBef>
              <a:defRPr sz="1200" baseline="0">
                <a:latin typeface="+mn-ea"/>
                <a:ea typeface="+mn-ea"/>
              </a:defRPr>
            </a:lvl2pPr>
            <a:lvl3pPr>
              <a:lnSpc>
                <a:spcPct val="150000"/>
              </a:lnSpc>
              <a:spcBef>
                <a:spcPts val="0"/>
              </a:spcBef>
              <a:defRPr sz="1100" baseline="0">
                <a:latin typeface="+mn-ea"/>
                <a:ea typeface="+mn-ea"/>
              </a:defRPr>
            </a:lvl3pPr>
            <a:lvl4pPr>
              <a:lnSpc>
                <a:spcPct val="150000"/>
              </a:lnSpc>
              <a:spcBef>
                <a:spcPts val="0"/>
              </a:spcBef>
              <a:defRPr sz="1050" baseline="0">
                <a:latin typeface="+mn-ea"/>
                <a:ea typeface="+mn-ea"/>
              </a:defRPr>
            </a:lvl4pPr>
            <a:lvl5pPr>
              <a:lnSpc>
                <a:spcPct val="150000"/>
              </a:lnSpc>
              <a:spcBef>
                <a:spcPts val="0"/>
              </a:spcBef>
              <a:defRPr sz="1050" baseline="0">
                <a:latin typeface="+mn-ea"/>
                <a:ea typeface="+mn-ea"/>
              </a:defRPr>
            </a:lvl5p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10" name="タイトル 9">
            <a:extLst>
              <a:ext uri="{FF2B5EF4-FFF2-40B4-BE49-F238E27FC236}">
                <a16:creationId xmlns:a16="http://schemas.microsoft.com/office/drawing/2014/main" id="{FB569F4F-40C0-2BAE-2F80-0B6BF70B4999}"/>
              </a:ext>
            </a:extLst>
          </p:cNvPr>
          <p:cNvSpPr>
            <a:spLocks noGrp="1"/>
          </p:cNvSpPr>
          <p:nvPr>
            <p:ph type="title"/>
          </p:nvPr>
        </p:nvSpPr>
        <p:spPr/>
        <p:txBody>
          <a:bodyPr rtlCol="0"/>
          <a:lstStyle>
            <a:lvl1pPr>
              <a:defRPr baseline="0">
                <a:latin typeface="+mj-ea"/>
                <a:ea typeface="+mj-ea"/>
              </a:defRPr>
            </a:lvl1pPr>
          </a:lstStyle>
          <a:p>
            <a:pPr rtl="0"/>
            <a:r>
              <a:rPr lang="ja-JP" altLang="en-US" noProof="0" dirty="0"/>
              <a:t>マスター タイトルの書式設定</a:t>
            </a:r>
          </a:p>
        </p:txBody>
      </p:sp>
      <p:sp>
        <p:nvSpPr>
          <p:cNvPr id="19" name="テキスト プレースホルダー 9">
            <a:extLst>
              <a:ext uri="{FF2B5EF4-FFF2-40B4-BE49-F238E27FC236}">
                <a16:creationId xmlns:a16="http://schemas.microsoft.com/office/drawing/2014/main" id="{F38E5EFA-258F-AF45-F3FE-029FC106765E}"/>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21" name="フッター プレースホルダー 20">
            <a:extLst>
              <a:ext uri="{FF2B5EF4-FFF2-40B4-BE49-F238E27FC236}">
                <a16:creationId xmlns:a16="http://schemas.microsoft.com/office/drawing/2014/main" id="{D44511B0-E2E3-43E3-E867-BD59B58CA925}"/>
              </a:ext>
            </a:extLst>
          </p:cNvPr>
          <p:cNvSpPr>
            <a:spLocks noGrp="1"/>
          </p:cNvSpPr>
          <p:nvPr>
            <p:ph type="ftr" sz="quarter" idx="14"/>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23" name="スライド番号プレースホルダー 22">
            <a:extLst>
              <a:ext uri="{FF2B5EF4-FFF2-40B4-BE49-F238E27FC236}">
                <a16:creationId xmlns:a16="http://schemas.microsoft.com/office/drawing/2014/main" id="{9FE5CA81-EC6E-7E1A-302A-32C7DC50B8AB}"/>
              </a:ext>
            </a:extLst>
          </p:cNvPr>
          <p:cNvSpPr>
            <a:spLocks noGrp="1"/>
          </p:cNvSpPr>
          <p:nvPr>
            <p:ph type="sldNum" sz="quarter" idx="15"/>
          </p:nvPr>
        </p:nvSpPr>
        <p:spPr/>
        <p:txBody>
          <a:bodyPr rtlCol="0"/>
          <a:lstStyle>
            <a:lvl1pPr>
              <a:defRPr b="1" baseline="0">
                <a:latin typeface="+mn-ea"/>
                <a:ea typeface="+mn-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17528128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比較">
    <p:spTree>
      <p:nvGrpSpPr>
        <p:cNvPr id="1" name=""/>
        <p:cNvGrpSpPr/>
        <p:nvPr/>
      </p:nvGrpSpPr>
      <p:grpSpPr>
        <a:xfrm>
          <a:off x="0" y="0"/>
          <a:ext cx="0" cy="0"/>
          <a:chOff x="0" y="0"/>
          <a:chExt cx="0" cy="0"/>
        </a:xfrm>
      </p:grpSpPr>
      <p:sp>
        <p:nvSpPr>
          <p:cNvPr id="13" name="長方形 12">
            <a:extLst>
              <a:ext uri="{FF2B5EF4-FFF2-40B4-BE49-F238E27FC236}">
                <a16:creationId xmlns:a16="http://schemas.microsoft.com/office/drawing/2014/main" id="{1BEF48E5-0EF0-3977-79C2-820662F06DA9}"/>
              </a:ext>
            </a:extLst>
          </p:cNvPr>
          <p:cNvSpPr/>
          <p:nvPr userDrawn="1"/>
        </p:nvSpPr>
        <p:spPr>
          <a:xfrm>
            <a:off x="2589592" y="723899"/>
            <a:ext cx="8870656"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dirty="0">
              <a:latin typeface="+mn-ea"/>
              <a:ea typeface="+mn-ea"/>
            </a:endParaRPr>
          </a:p>
        </p:txBody>
      </p:sp>
      <p:sp>
        <p:nvSpPr>
          <p:cNvPr id="17" name="長方形 16">
            <a:extLst>
              <a:ext uri="{FF2B5EF4-FFF2-40B4-BE49-F238E27FC236}">
                <a16:creationId xmlns:a16="http://schemas.microsoft.com/office/drawing/2014/main" id="{36AAF462-6D82-EBE1-069E-7DBC32F1CC5D}"/>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3" name="テキスト プレースホルダー 2">
            <a:extLst>
              <a:ext uri="{FF2B5EF4-FFF2-40B4-BE49-F238E27FC236}">
                <a16:creationId xmlns:a16="http://schemas.microsoft.com/office/drawing/2014/main" id="{AF211A54-748F-71FD-8701-AE68B04A5A19}"/>
              </a:ext>
            </a:extLst>
          </p:cNvPr>
          <p:cNvSpPr>
            <a:spLocks noGrp="1"/>
          </p:cNvSpPr>
          <p:nvPr>
            <p:ph type="body" idx="1" hasCustomPrompt="1"/>
          </p:nvPr>
        </p:nvSpPr>
        <p:spPr>
          <a:xfrm>
            <a:off x="1572768" y="2148840"/>
            <a:ext cx="3218688" cy="365760"/>
          </a:xfrm>
        </p:spPr>
        <p:txBody>
          <a:bodyPr rtlCol="0" anchor="b">
            <a:noAutofit/>
          </a:bodyPr>
          <a:lstStyle>
            <a:lvl1pPr marL="0" indent="0">
              <a:lnSpc>
                <a:spcPct val="100000"/>
              </a:lnSpc>
              <a:spcBef>
                <a:spcPts val="0"/>
              </a:spcBef>
              <a:buNone/>
              <a:defRPr sz="1800" b="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dirty="0"/>
              <a:t>クリックしてマスター テキストのスタイルを編集</a:t>
            </a:r>
          </a:p>
        </p:txBody>
      </p:sp>
      <p:sp>
        <p:nvSpPr>
          <p:cNvPr id="4" name="コンテンツ プレースホルダー 3">
            <a:extLst>
              <a:ext uri="{FF2B5EF4-FFF2-40B4-BE49-F238E27FC236}">
                <a16:creationId xmlns:a16="http://schemas.microsoft.com/office/drawing/2014/main" id="{1108F8E6-CFD8-798A-9C2F-F6AC425444CA}"/>
              </a:ext>
            </a:extLst>
          </p:cNvPr>
          <p:cNvSpPr>
            <a:spLocks noGrp="1"/>
          </p:cNvSpPr>
          <p:nvPr>
            <p:ph sz="half" idx="2" hasCustomPrompt="1"/>
          </p:nvPr>
        </p:nvSpPr>
        <p:spPr>
          <a:xfrm>
            <a:off x="1298448" y="2788920"/>
            <a:ext cx="3163824" cy="3291840"/>
          </a:xfrm>
        </p:spPr>
        <p:txBody>
          <a:bodyPr rtlCol="0">
            <a:normAutofit/>
          </a:bodyPr>
          <a:lstStyle>
            <a:lvl1pPr>
              <a:lnSpc>
                <a:spcPct val="150000"/>
              </a:lnSpc>
              <a:spcBef>
                <a:spcPts val="0"/>
              </a:spcBef>
              <a:defRPr sz="1400" baseline="0">
                <a:latin typeface="+mn-ea"/>
                <a:ea typeface="+mn-ea"/>
              </a:defRPr>
            </a:lvl1pPr>
            <a:lvl2pPr>
              <a:lnSpc>
                <a:spcPct val="150000"/>
              </a:lnSpc>
              <a:spcBef>
                <a:spcPts val="0"/>
              </a:spcBef>
              <a:defRPr sz="1200" baseline="0">
                <a:latin typeface="+mn-ea"/>
                <a:ea typeface="+mn-ea"/>
              </a:defRPr>
            </a:lvl2pPr>
            <a:lvl3pPr>
              <a:lnSpc>
                <a:spcPct val="150000"/>
              </a:lnSpc>
              <a:spcBef>
                <a:spcPts val="0"/>
              </a:spcBef>
              <a:defRPr sz="1100" baseline="0">
                <a:latin typeface="+mn-ea"/>
                <a:ea typeface="+mn-ea"/>
              </a:defRPr>
            </a:lvl3pPr>
            <a:lvl4pPr>
              <a:lnSpc>
                <a:spcPct val="150000"/>
              </a:lnSpc>
              <a:spcBef>
                <a:spcPts val="0"/>
              </a:spcBef>
              <a:defRPr sz="1050" baseline="0">
                <a:latin typeface="+mn-ea"/>
                <a:ea typeface="+mn-ea"/>
              </a:defRPr>
            </a:lvl4pPr>
            <a:lvl5pPr>
              <a:lnSpc>
                <a:spcPct val="150000"/>
              </a:lnSpc>
              <a:spcBef>
                <a:spcPts val="0"/>
              </a:spcBef>
              <a:defRPr sz="1050" baseline="0">
                <a:latin typeface="+mn-ea"/>
                <a:ea typeface="+mn-ea"/>
              </a:defRPr>
            </a:lvl5p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5" name="テキスト プレースホルダー 4">
            <a:extLst>
              <a:ext uri="{FF2B5EF4-FFF2-40B4-BE49-F238E27FC236}">
                <a16:creationId xmlns:a16="http://schemas.microsoft.com/office/drawing/2014/main" id="{30FF5B42-8E52-2B78-7C88-39A811D7A960}"/>
              </a:ext>
            </a:extLst>
          </p:cNvPr>
          <p:cNvSpPr>
            <a:spLocks noGrp="1"/>
          </p:cNvSpPr>
          <p:nvPr>
            <p:ph type="body" sz="quarter" idx="3" hasCustomPrompt="1"/>
          </p:nvPr>
        </p:nvSpPr>
        <p:spPr>
          <a:xfrm>
            <a:off x="5349240" y="2148840"/>
            <a:ext cx="3218688" cy="365760"/>
          </a:xfrm>
        </p:spPr>
        <p:txBody>
          <a:bodyPr rtlCol="0" anchor="b">
            <a:noAutofit/>
          </a:bodyPr>
          <a:lstStyle>
            <a:lvl1pPr marL="0" indent="0">
              <a:lnSpc>
                <a:spcPct val="100000"/>
              </a:lnSpc>
              <a:spcBef>
                <a:spcPts val="0"/>
              </a:spcBef>
              <a:buNone/>
              <a:defRPr sz="1800" b="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6" name="コンテンツ プレースホルダー 5">
            <a:extLst>
              <a:ext uri="{FF2B5EF4-FFF2-40B4-BE49-F238E27FC236}">
                <a16:creationId xmlns:a16="http://schemas.microsoft.com/office/drawing/2014/main" id="{440AB633-C7A8-E90B-901E-7E3FCE2D54D4}"/>
              </a:ext>
            </a:extLst>
          </p:cNvPr>
          <p:cNvSpPr>
            <a:spLocks noGrp="1"/>
          </p:cNvSpPr>
          <p:nvPr>
            <p:ph sz="quarter" idx="4" hasCustomPrompt="1"/>
          </p:nvPr>
        </p:nvSpPr>
        <p:spPr>
          <a:xfrm>
            <a:off x="5074920" y="2788920"/>
            <a:ext cx="3163824" cy="3291840"/>
          </a:xfrm>
        </p:spPr>
        <p:txBody>
          <a:bodyPr rtlCol="0">
            <a:normAutofit/>
          </a:bodyPr>
          <a:lstStyle>
            <a:lvl1pPr>
              <a:lnSpc>
                <a:spcPct val="150000"/>
              </a:lnSpc>
              <a:spcBef>
                <a:spcPts val="0"/>
              </a:spcBef>
              <a:defRPr sz="1400" baseline="0">
                <a:latin typeface="+mn-ea"/>
                <a:ea typeface="+mn-ea"/>
              </a:defRPr>
            </a:lvl1pPr>
            <a:lvl2pPr>
              <a:lnSpc>
                <a:spcPct val="150000"/>
              </a:lnSpc>
              <a:spcBef>
                <a:spcPts val="0"/>
              </a:spcBef>
              <a:defRPr sz="1200" baseline="0">
                <a:latin typeface="+mn-ea"/>
                <a:ea typeface="+mn-ea"/>
              </a:defRPr>
            </a:lvl2pPr>
            <a:lvl3pPr>
              <a:lnSpc>
                <a:spcPct val="150000"/>
              </a:lnSpc>
              <a:spcBef>
                <a:spcPts val="0"/>
              </a:spcBef>
              <a:defRPr sz="1100" baseline="0">
                <a:latin typeface="+mn-ea"/>
                <a:ea typeface="+mn-ea"/>
              </a:defRPr>
            </a:lvl3pPr>
            <a:lvl4pPr>
              <a:lnSpc>
                <a:spcPct val="150000"/>
              </a:lnSpc>
              <a:spcBef>
                <a:spcPts val="0"/>
              </a:spcBef>
              <a:defRPr sz="1050" baseline="0">
                <a:latin typeface="+mn-ea"/>
                <a:ea typeface="+mn-ea"/>
              </a:defRPr>
            </a:lvl4pPr>
            <a:lvl5pPr>
              <a:lnSpc>
                <a:spcPct val="150000"/>
              </a:lnSpc>
              <a:spcBef>
                <a:spcPts val="0"/>
              </a:spcBef>
              <a:defRPr sz="1050" baseline="0">
                <a:latin typeface="+mn-ea"/>
                <a:ea typeface="+mn-ea"/>
              </a:defRPr>
            </a:lvl5p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10" name="タイトル 9">
            <a:extLst>
              <a:ext uri="{FF2B5EF4-FFF2-40B4-BE49-F238E27FC236}">
                <a16:creationId xmlns:a16="http://schemas.microsoft.com/office/drawing/2014/main" id="{FB569F4F-40C0-2BAE-2F80-0B6BF70B4999}"/>
              </a:ext>
            </a:extLst>
          </p:cNvPr>
          <p:cNvSpPr>
            <a:spLocks noGrp="1"/>
          </p:cNvSpPr>
          <p:nvPr>
            <p:ph type="title"/>
          </p:nvPr>
        </p:nvSpPr>
        <p:spPr/>
        <p:txBody>
          <a:bodyPr rtlCol="0"/>
          <a:lstStyle>
            <a:lvl1pPr>
              <a:defRPr baseline="0">
                <a:latin typeface="+mj-ea"/>
                <a:ea typeface="+mj-ea"/>
              </a:defRPr>
            </a:lvl1pPr>
          </a:lstStyle>
          <a:p>
            <a:pPr rtl="0"/>
            <a:r>
              <a:rPr lang="ja-JP" altLang="en-US" noProof="0" dirty="0"/>
              <a:t>マスター タイトルの書式設定</a:t>
            </a:r>
          </a:p>
        </p:txBody>
      </p:sp>
      <p:sp>
        <p:nvSpPr>
          <p:cNvPr id="19" name="テキスト プレースホルダー 9">
            <a:extLst>
              <a:ext uri="{FF2B5EF4-FFF2-40B4-BE49-F238E27FC236}">
                <a16:creationId xmlns:a16="http://schemas.microsoft.com/office/drawing/2014/main" id="{F38E5EFA-258F-AF45-F3FE-029FC106765E}"/>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21" name="フッター プレースホルダー 20">
            <a:extLst>
              <a:ext uri="{FF2B5EF4-FFF2-40B4-BE49-F238E27FC236}">
                <a16:creationId xmlns:a16="http://schemas.microsoft.com/office/drawing/2014/main" id="{D44511B0-E2E3-43E3-E867-BD59B58CA925}"/>
              </a:ext>
            </a:extLst>
          </p:cNvPr>
          <p:cNvSpPr>
            <a:spLocks noGrp="1"/>
          </p:cNvSpPr>
          <p:nvPr>
            <p:ph type="ftr" sz="quarter" idx="14"/>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23" name="スライド番号プレースホルダー 22">
            <a:extLst>
              <a:ext uri="{FF2B5EF4-FFF2-40B4-BE49-F238E27FC236}">
                <a16:creationId xmlns:a16="http://schemas.microsoft.com/office/drawing/2014/main" id="{9FE5CA81-EC6E-7E1A-302A-32C7DC50B8AB}"/>
              </a:ext>
            </a:extLst>
          </p:cNvPr>
          <p:cNvSpPr>
            <a:spLocks noGrp="1"/>
          </p:cNvSpPr>
          <p:nvPr>
            <p:ph type="sldNum" sz="quarter" idx="15"/>
          </p:nvPr>
        </p:nvSpPr>
        <p:spPr/>
        <p:txBody>
          <a:bodyPr rtlCol="0"/>
          <a:lstStyle>
            <a:lvl1pPr>
              <a:defRPr b="1" baseline="0">
                <a:latin typeface="+mn-ea"/>
                <a:ea typeface="+mn-ea"/>
              </a:defRPr>
            </a:lvl1pPr>
          </a:lstStyle>
          <a:p>
            <a:fld id="{CC43B8D3-9A08-F84C-9DD4-44948BA52D4B}" type="slidenum">
              <a:rPr lang="en-US" altLang="ja-JP" smtClean="0"/>
              <a:pPr/>
              <a:t>‹#›</a:t>
            </a:fld>
            <a:endParaRPr lang="ja-JP" altLang="en-US" b="1"/>
          </a:p>
        </p:txBody>
      </p:sp>
      <p:pic>
        <p:nvPicPr>
          <p:cNvPr id="2" name="グラフィック 1">
            <a:extLst>
              <a:ext uri="{FF2B5EF4-FFF2-40B4-BE49-F238E27FC236}">
                <a16:creationId xmlns:a16="http://schemas.microsoft.com/office/drawing/2014/main" id="{E38DCAB8-FF04-8225-502A-9415422E45E7}"/>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4165" t="86663"/>
          <a:stretch/>
        </p:blipFill>
        <p:spPr>
          <a:xfrm flipH="1" flipV="1">
            <a:off x="7732664" y="5943369"/>
            <a:ext cx="4459335" cy="914630"/>
          </a:xfrm>
          <a:custGeom>
            <a:avLst/>
            <a:gdLst>
              <a:gd name="connsiteX0" fmla="*/ 0 w 4459335"/>
              <a:gd name="connsiteY0" fmla="*/ 0 h 1543022"/>
              <a:gd name="connsiteX1" fmla="*/ 4459335 w 4459335"/>
              <a:gd name="connsiteY1" fmla="*/ 0 h 1543022"/>
              <a:gd name="connsiteX2" fmla="*/ 4459335 w 4459335"/>
              <a:gd name="connsiteY2" fmla="*/ 1543022 h 1543022"/>
              <a:gd name="connsiteX3" fmla="*/ 0 w 4459335"/>
              <a:gd name="connsiteY3" fmla="*/ 1543022 h 1543022"/>
            </a:gdLst>
            <a:ahLst/>
            <a:cxnLst>
              <a:cxn ang="0">
                <a:pos x="connsiteX0" y="connsiteY0"/>
              </a:cxn>
              <a:cxn ang="0">
                <a:pos x="connsiteX1" y="connsiteY1"/>
              </a:cxn>
              <a:cxn ang="0">
                <a:pos x="connsiteX2" y="connsiteY2"/>
              </a:cxn>
              <a:cxn ang="0">
                <a:pos x="connsiteX3" y="connsiteY3"/>
              </a:cxn>
            </a:cxnLst>
            <a:rect l="l" t="t" r="r" b="b"/>
            <a:pathLst>
              <a:path w="4459335" h="1543022">
                <a:moveTo>
                  <a:pt x="0" y="0"/>
                </a:moveTo>
                <a:lnTo>
                  <a:pt x="4459335" y="0"/>
                </a:lnTo>
                <a:lnTo>
                  <a:pt x="4459335" y="1543022"/>
                </a:lnTo>
                <a:lnTo>
                  <a:pt x="0" y="1543022"/>
                </a:lnTo>
                <a:close/>
              </a:path>
            </a:pathLst>
          </a:custGeom>
        </p:spPr>
      </p:pic>
      <p:sp>
        <p:nvSpPr>
          <p:cNvPr id="7" name="円/楕円 6">
            <a:extLst>
              <a:ext uri="{FF2B5EF4-FFF2-40B4-BE49-F238E27FC236}">
                <a16:creationId xmlns:a16="http://schemas.microsoft.com/office/drawing/2014/main" id="{D37B56B1-1773-120E-5DF7-ADC768615C86}"/>
              </a:ext>
            </a:extLst>
          </p:cNvPr>
          <p:cNvSpPr/>
          <p:nvPr userDrawn="1"/>
        </p:nvSpPr>
        <p:spPr>
          <a:xfrm>
            <a:off x="10012200" y="5977940"/>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8" name="テキスト プレースホルダー 4">
            <a:extLst>
              <a:ext uri="{FF2B5EF4-FFF2-40B4-BE49-F238E27FC236}">
                <a16:creationId xmlns:a16="http://schemas.microsoft.com/office/drawing/2014/main" id="{BA05B6D8-31AC-001B-57B4-132C0A9BED34}"/>
              </a:ext>
            </a:extLst>
          </p:cNvPr>
          <p:cNvSpPr>
            <a:spLocks noGrp="1"/>
          </p:cNvSpPr>
          <p:nvPr>
            <p:ph type="body" sz="quarter" idx="16" hasCustomPrompt="1"/>
          </p:nvPr>
        </p:nvSpPr>
        <p:spPr>
          <a:xfrm>
            <a:off x="8851392" y="2148840"/>
            <a:ext cx="3218688" cy="365760"/>
          </a:xfrm>
        </p:spPr>
        <p:txBody>
          <a:bodyPr rtlCol="0" anchor="b">
            <a:noAutofit/>
          </a:bodyPr>
          <a:lstStyle>
            <a:lvl1pPr marL="0" indent="0">
              <a:lnSpc>
                <a:spcPct val="100000"/>
              </a:lnSpc>
              <a:spcBef>
                <a:spcPts val="0"/>
              </a:spcBef>
              <a:buNone/>
              <a:defRPr sz="1800" b="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クリックしてマスター テキストのスタイルを編集</a:t>
            </a:r>
          </a:p>
        </p:txBody>
      </p:sp>
      <p:sp>
        <p:nvSpPr>
          <p:cNvPr id="9" name="コンテンツ プレースホルダー 5">
            <a:extLst>
              <a:ext uri="{FF2B5EF4-FFF2-40B4-BE49-F238E27FC236}">
                <a16:creationId xmlns:a16="http://schemas.microsoft.com/office/drawing/2014/main" id="{56DC4DB0-B5C2-72F4-A891-0281DDB80FCB}"/>
              </a:ext>
            </a:extLst>
          </p:cNvPr>
          <p:cNvSpPr>
            <a:spLocks noGrp="1"/>
          </p:cNvSpPr>
          <p:nvPr>
            <p:ph sz="quarter" idx="17" hasCustomPrompt="1"/>
          </p:nvPr>
        </p:nvSpPr>
        <p:spPr>
          <a:xfrm>
            <a:off x="8567928" y="2788920"/>
            <a:ext cx="3163824" cy="3291840"/>
          </a:xfrm>
        </p:spPr>
        <p:txBody>
          <a:bodyPr rtlCol="0">
            <a:normAutofit/>
          </a:bodyPr>
          <a:lstStyle>
            <a:lvl1pPr>
              <a:lnSpc>
                <a:spcPct val="150000"/>
              </a:lnSpc>
              <a:spcBef>
                <a:spcPts val="0"/>
              </a:spcBef>
              <a:defRPr sz="1400" baseline="0">
                <a:latin typeface="+mn-ea"/>
                <a:ea typeface="+mn-ea"/>
              </a:defRPr>
            </a:lvl1pPr>
            <a:lvl2pPr>
              <a:lnSpc>
                <a:spcPct val="150000"/>
              </a:lnSpc>
              <a:spcBef>
                <a:spcPts val="0"/>
              </a:spcBef>
              <a:defRPr sz="1200" baseline="0">
                <a:latin typeface="+mn-ea"/>
                <a:ea typeface="+mn-ea"/>
              </a:defRPr>
            </a:lvl2pPr>
            <a:lvl3pPr>
              <a:lnSpc>
                <a:spcPct val="150000"/>
              </a:lnSpc>
              <a:spcBef>
                <a:spcPts val="0"/>
              </a:spcBef>
              <a:defRPr sz="1100" baseline="0">
                <a:latin typeface="+mn-ea"/>
                <a:ea typeface="+mn-ea"/>
              </a:defRPr>
            </a:lvl3pPr>
            <a:lvl4pPr>
              <a:lnSpc>
                <a:spcPct val="150000"/>
              </a:lnSpc>
              <a:spcBef>
                <a:spcPts val="0"/>
              </a:spcBef>
              <a:defRPr sz="1050" baseline="0">
                <a:latin typeface="+mn-ea"/>
                <a:ea typeface="+mn-ea"/>
              </a:defRPr>
            </a:lvl4pPr>
            <a:lvl5pPr>
              <a:lnSpc>
                <a:spcPct val="150000"/>
              </a:lnSpc>
              <a:spcBef>
                <a:spcPts val="0"/>
              </a:spcBef>
              <a:defRPr sz="1050" baseline="0">
                <a:latin typeface="+mn-ea"/>
                <a:ea typeface="+mn-ea"/>
              </a:defRPr>
            </a:lvl5pPr>
          </a:lstStyle>
          <a:p>
            <a:pPr lvl="0" rtl="0"/>
            <a:r>
              <a:rPr lang="ja-JP" altLang="en-US" noProof="0"/>
              <a:t>クリックしてマスター テキストのスタイルを編集</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Tree>
    <p:extLst>
      <p:ext uri="{BB962C8B-B14F-4D97-AF65-F5344CB8AC3E}">
        <p14:creationId xmlns:p14="http://schemas.microsoft.com/office/powerpoint/2010/main" val="125535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40" name="グラフィック 22">
            <a:extLst>
              <a:ext uri="{FF2B5EF4-FFF2-40B4-BE49-F238E27FC236}">
                <a16:creationId xmlns:a16="http://schemas.microsoft.com/office/drawing/2014/main" id="{8508C9A2-89A3-8585-F561-54AF27E76C2E}"/>
              </a:ext>
            </a:extLst>
          </p:cNvPr>
          <p:cNvSpPr/>
          <p:nvPr/>
        </p:nvSpPr>
        <p:spPr>
          <a:xfrm>
            <a:off x="8963354" y="3545840"/>
            <a:ext cx="2556181" cy="2641600"/>
          </a:xfrm>
          <a:custGeom>
            <a:avLst/>
            <a:gdLst>
              <a:gd name="connsiteX0" fmla="*/ 11417928 w 11417635"/>
              <a:gd name="connsiteY0" fmla="*/ 16489276 h 17685280"/>
              <a:gd name="connsiteX1" fmla="*/ 10219543 w 11417635"/>
              <a:gd name="connsiteY1" fmla="*/ 17687536 h 17685280"/>
              <a:gd name="connsiteX2" fmla="*/ 1198684 w 11417635"/>
              <a:gd name="connsiteY2" fmla="*/ 17687536 h 17685280"/>
              <a:gd name="connsiteX3" fmla="*/ 293 w 11417635"/>
              <a:gd name="connsiteY3" fmla="*/ 16489276 h 17685280"/>
              <a:gd name="connsiteX4" fmla="*/ 293 w 11417635"/>
              <a:gd name="connsiteY4" fmla="*/ 1200514 h 17685280"/>
              <a:gd name="connsiteX5" fmla="*/ 1198684 w 11417635"/>
              <a:gd name="connsiteY5" fmla="*/ 2255 h 17685280"/>
              <a:gd name="connsiteX6" fmla="*/ 10219543 w 11417635"/>
              <a:gd name="connsiteY6" fmla="*/ 2255 h 17685280"/>
              <a:gd name="connsiteX7" fmla="*/ 11417928 w 11417635"/>
              <a:gd name="connsiteY7" fmla="*/ 1200514 h 17685280"/>
              <a:gd name="connsiteX0" fmla="*/ 11417635 w 11417635"/>
              <a:gd name="connsiteY0" fmla="*/ 16501248 h 17699508"/>
              <a:gd name="connsiteX1" fmla="*/ 10219250 w 11417635"/>
              <a:gd name="connsiteY1" fmla="*/ 17699508 h 17699508"/>
              <a:gd name="connsiteX2" fmla="*/ 1198391 w 11417635"/>
              <a:gd name="connsiteY2" fmla="*/ 17699508 h 17699508"/>
              <a:gd name="connsiteX3" fmla="*/ 0 w 11417635"/>
              <a:gd name="connsiteY3" fmla="*/ 16501248 h 17699508"/>
              <a:gd name="connsiteX4" fmla="*/ 0 w 11417635"/>
              <a:gd name="connsiteY4" fmla="*/ 1212486 h 17699508"/>
              <a:gd name="connsiteX5" fmla="*/ 1198391 w 11417635"/>
              <a:gd name="connsiteY5" fmla="*/ 14227 h 17699508"/>
              <a:gd name="connsiteX6" fmla="*/ 3548686 w 11417635"/>
              <a:gd name="connsiteY6" fmla="*/ 0 h 17699508"/>
              <a:gd name="connsiteX7" fmla="*/ 10219250 w 11417635"/>
              <a:gd name="connsiteY7" fmla="*/ 14227 h 17699508"/>
              <a:gd name="connsiteX8" fmla="*/ 11417635 w 11417635"/>
              <a:gd name="connsiteY8" fmla="*/ 1212486 h 17699508"/>
              <a:gd name="connsiteX9" fmla="*/ 11417635 w 11417635"/>
              <a:gd name="connsiteY9" fmla="*/ 16501248 h 17699508"/>
              <a:gd name="connsiteX0" fmla="*/ 11417635 w 11509075"/>
              <a:gd name="connsiteY0" fmla="*/ 1212486 h 17699508"/>
              <a:gd name="connsiteX1" fmla="*/ 11417635 w 11509075"/>
              <a:gd name="connsiteY1" fmla="*/ 16501248 h 17699508"/>
              <a:gd name="connsiteX2" fmla="*/ 10219250 w 11509075"/>
              <a:gd name="connsiteY2" fmla="*/ 17699508 h 17699508"/>
              <a:gd name="connsiteX3" fmla="*/ 1198391 w 11509075"/>
              <a:gd name="connsiteY3" fmla="*/ 17699508 h 17699508"/>
              <a:gd name="connsiteX4" fmla="*/ 0 w 11509075"/>
              <a:gd name="connsiteY4" fmla="*/ 16501248 h 17699508"/>
              <a:gd name="connsiteX5" fmla="*/ 0 w 11509075"/>
              <a:gd name="connsiteY5" fmla="*/ 1212486 h 17699508"/>
              <a:gd name="connsiteX6" fmla="*/ 1198391 w 11509075"/>
              <a:gd name="connsiteY6" fmla="*/ 14227 h 17699508"/>
              <a:gd name="connsiteX7" fmla="*/ 3548686 w 11509075"/>
              <a:gd name="connsiteY7" fmla="*/ 0 h 17699508"/>
              <a:gd name="connsiteX8" fmla="*/ 10219250 w 11509075"/>
              <a:gd name="connsiteY8" fmla="*/ 14227 h 17699508"/>
              <a:gd name="connsiteX9" fmla="*/ 11509075 w 11509075"/>
              <a:gd name="connsiteY9" fmla="*/ 1303926 h 17699508"/>
              <a:gd name="connsiteX0" fmla="*/ 11417635 w 11417635"/>
              <a:gd name="connsiteY0" fmla="*/ 1212486 h 17699508"/>
              <a:gd name="connsiteX1" fmla="*/ 11417635 w 11417635"/>
              <a:gd name="connsiteY1" fmla="*/ 16501248 h 17699508"/>
              <a:gd name="connsiteX2" fmla="*/ 10219250 w 11417635"/>
              <a:gd name="connsiteY2" fmla="*/ 17699508 h 17699508"/>
              <a:gd name="connsiteX3" fmla="*/ 1198391 w 11417635"/>
              <a:gd name="connsiteY3" fmla="*/ 17699508 h 17699508"/>
              <a:gd name="connsiteX4" fmla="*/ 0 w 11417635"/>
              <a:gd name="connsiteY4" fmla="*/ 16501248 h 17699508"/>
              <a:gd name="connsiteX5" fmla="*/ 0 w 11417635"/>
              <a:gd name="connsiteY5" fmla="*/ 1212486 h 17699508"/>
              <a:gd name="connsiteX6" fmla="*/ 1198391 w 11417635"/>
              <a:gd name="connsiteY6" fmla="*/ 14227 h 17699508"/>
              <a:gd name="connsiteX7" fmla="*/ 3548686 w 11417635"/>
              <a:gd name="connsiteY7" fmla="*/ 0 h 17699508"/>
              <a:gd name="connsiteX8" fmla="*/ 10219250 w 11417635"/>
              <a:gd name="connsiteY8" fmla="*/ 14227 h 17699508"/>
              <a:gd name="connsiteX0" fmla="*/ 11417635 w 11417635"/>
              <a:gd name="connsiteY0" fmla="*/ 1212486 h 17699508"/>
              <a:gd name="connsiteX1" fmla="*/ 11417635 w 11417635"/>
              <a:gd name="connsiteY1" fmla="*/ 16501248 h 17699508"/>
              <a:gd name="connsiteX2" fmla="*/ 10219250 w 11417635"/>
              <a:gd name="connsiteY2" fmla="*/ 17699508 h 17699508"/>
              <a:gd name="connsiteX3" fmla="*/ 1198391 w 11417635"/>
              <a:gd name="connsiteY3" fmla="*/ 17699508 h 17699508"/>
              <a:gd name="connsiteX4" fmla="*/ 0 w 11417635"/>
              <a:gd name="connsiteY4" fmla="*/ 16501248 h 17699508"/>
              <a:gd name="connsiteX5" fmla="*/ 0 w 11417635"/>
              <a:gd name="connsiteY5" fmla="*/ 1212486 h 17699508"/>
              <a:gd name="connsiteX6" fmla="*/ 1198391 w 11417635"/>
              <a:gd name="connsiteY6" fmla="*/ 14227 h 17699508"/>
              <a:gd name="connsiteX7" fmla="*/ 3548686 w 11417635"/>
              <a:gd name="connsiteY7" fmla="*/ 0 h 17699508"/>
              <a:gd name="connsiteX0" fmla="*/ 11417635 w 11417635"/>
              <a:gd name="connsiteY0" fmla="*/ 16501248 h 17699508"/>
              <a:gd name="connsiteX1" fmla="*/ 10219250 w 11417635"/>
              <a:gd name="connsiteY1" fmla="*/ 17699508 h 17699508"/>
              <a:gd name="connsiteX2" fmla="*/ 1198391 w 11417635"/>
              <a:gd name="connsiteY2" fmla="*/ 17699508 h 17699508"/>
              <a:gd name="connsiteX3" fmla="*/ 0 w 11417635"/>
              <a:gd name="connsiteY3" fmla="*/ 16501248 h 17699508"/>
              <a:gd name="connsiteX4" fmla="*/ 0 w 11417635"/>
              <a:gd name="connsiteY4" fmla="*/ 1212486 h 17699508"/>
              <a:gd name="connsiteX5" fmla="*/ 1198391 w 11417635"/>
              <a:gd name="connsiteY5" fmla="*/ 14227 h 17699508"/>
              <a:gd name="connsiteX6" fmla="*/ 3548686 w 11417635"/>
              <a:gd name="connsiteY6" fmla="*/ 0 h 17699508"/>
              <a:gd name="connsiteX0" fmla="*/ 11419870 w 11419870"/>
              <a:gd name="connsiteY0" fmla="*/ 16501248 h 17699508"/>
              <a:gd name="connsiteX1" fmla="*/ 10221485 w 11419870"/>
              <a:gd name="connsiteY1" fmla="*/ 17699508 h 17699508"/>
              <a:gd name="connsiteX2" fmla="*/ 1200626 w 11419870"/>
              <a:gd name="connsiteY2" fmla="*/ 17699508 h 17699508"/>
              <a:gd name="connsiteX3" fmla="*/ 2235 w 11419870"/>
              <a:gd name="connsiteY3" fmla="*/ 16501248 h 17699508"/>
              <a:gd name="connsiteX4" fmla="*/ 0 w 11419870"/>
              <a:gd name="connsiteY4" fmla="*/ 3002280 h 17699508"/>
              <a:gd name="connsiteX5" fmla="*/ 2235 w 11419870"/>
              <a:gd name="connsiteY5" fmla="*/ 1212486 h 17699508"/>
              <a:gd name="connsiteX6" fmla="*/ 1200626 w 11419870"/>
              <a:gd name="connsiteY6" fmla="*/ 14227 h 17699508"/>
              <a:gd name="connsiteX7" fmla="*/ 3550921 w 11419870"/>
              <a:gd name="connsiteY7" fmla="*/ 0 h 17699508"/>
              <a:gd name="connsiteX0" fmla="*/ 11419870 w 11419870"/>
              <a:gd name="connsiteY0" fmla="*/ 16501248 h 17699508"/>
              <a:gd name="connsiteX1" fmla="*/ 10221485 w 11419870"/>
              <a:gd name="connsiteY1" fmla="*/ 17699508 h 17699508"/>
              <a:gd name="connsiteX2" fmla="*/ 1200626 w 11419870"/>
              <a:gd name="connsiteY2" fmla="*/ 17699508 h 17699508"/>
              <a:gd name="connsiteX3" fmla="*/ 2235 w 11419870"/>
              <a:gd name="connsiteY3" fmla="*/ 16501248 h 17699508"/>
              <a:gd name="connsiteX4" fmla="*/ 0 w 11419870"/>
              <a:gd name="connsiteY4" fmla="*/ 3947160 h 17699508"/>
              <a:gd name="connsiteX5" fmla="*/ 0 w 11419870"/>
              <a:gd name="connsiteY5" fmla="*/ 3002280 h 17699508"/>
              <a:gd name="connsiteX6" fmla="*/ 2235 w 11419870"/>
              <a:gd name="connsiteY6" fmla="*/ 1212486 h 17699508"/>
              <a:gd name="connsiteX7" fmla="*/ 1200626 w 11419870"/>
              <a:gd name="connsiteY7" fmla="*/ 14227 h 17699508"/>
              <a:gd name="connsiteX8" fmla="*/ 3550921 w 11419870"/>
              <a:gd name="connsiteY8" fmla="*/ 0 h 17699508"/>
              <a:gd name="connsiteX0" fmla="*/ 10221485 w 10221485"/>
              <a:gd name="connsiteY0" fmla="*/ 17699508 h 17699508"/>
              <a:gd name="connsiteX1" fmla="*/ 1200626 w 10221485"/>
              <a:gd name="connsiteY1" fmla="*/ 17699508 h 17699508"/>
              <a:gd name="connsiteX2" fmla="*/ 2235 w 10221485"/>
              <a:gd name="connsiteY2" fmla="*/ 16501248 h 17699508"/>
              <a:gd name="connsiteX3" fmla="*/ 0 w 10221485"/>
              <a:gd name="connsiteY3" fmla="*/ 3947160 h 17699508"/>
              <a:gd name="connsiteX4" fmla="*/ 0 w 10221485"/>
              <a:gd name="connsiteY4" fmla="*/ 3002280 h 17699508"/>
              <a:gd name="connsiteX5" fmla="*/ 2235 w 10221485"/>
              <a:gd name="connsiteY5" fmla="*/ 1212486 h 17699508"/>
              <a:gd name="connsiteX6" fmla="*/ 1200626 w 10221485"/>
              <a:gd name="connsiteY6" fmla="*/ 14227 h 17699508"/>
              <a:gd name="connsiteX7" fmla="*/ 3550921 w 10221485"/>
              <a:gd name="connsiteY7" fmla="*/ 0 h 17699508"/>
              <a:gd name="connsiteX0" fmla="*/ 1200626 w 3550921"/>
              <a:gd name="connsiteY0" fmla="*/ 17699508 h 17699508"/>
              <a:gd name="connsiteX1" fmla="*/ 2235 w 3550921"/>
              <a:gd name="connsiteY1" fmla="*/ 16501248 h 17699508"/>
              <a:gd name="connsiteX2" fmla="*/ 0 w 3550921"/>
              <a:gd name="connsiteY2" fmla="*/ 3947160 h 17699508"/>
              <a:gd name="connsiteX3" fmla="*/ 0 w 3550921"/>
              <a:gd name="connsiteY3" fmla="*/ 3002280 h 17699508"/>
              <a:gd name="connsiteX4" fmla="*/ 2235 w 3550921"/>
              <a:gd name="connsiteY4" fmla="*/ 1212486 h 17699508"/>
              <a:gd name="connsiteX5" fmla="*/ 1200626 w 3550921"/>
              <a:gd name="connsiteY5" fmla="*/ 14227 h 17699508"/>
              <a:gd name="connsiteX6" fmla="*/ 3550921 w 3550921"/>
              <a:gd name="connsiteY6" fmla="*/ 0 h 17699508"/>
              <a:gd name="connsiteX0" fmla="*/ 2235 w 3550921"/>
              <a:gd name="connsiteY0" fmla="*/ 16501248 h 16501248"/>
              <a:gd name="connsiteX1" fmla="*/ 0 w 3550921"/>
              <a:gd name="connsiteY1" fmla="*/ 3947160 h 16501248"/>
              <a:gd name="connsiteX2" fmla="*/ 0 w 3550921"/>
              <a:gd name="connsiteY2" fmla="*/ 3002280 h 16501248"/>
              <a:gd name="connsiteX3" fmla="*/ 2235 w 3550921"/>
              <a:gd name="connsiteY3" fmla="*/ 1212486 h 16501248"/>
              <a:gd name="connsiteX4" fmla="*/ 1200626 w 3550921"/>
              <a:gd name="connsiteY4" fmla="*/ 14227 h 16501248"/>
              <a:gd name="connsiteX5" fmla="*/ 3550921 w 3550921"/>
              <a:gd name="connsiteY5" fmla="*/ 0 h 16501248"/>
              <a:gd name="connsiteX0" fmla="*/ 0 w 3550921"/>
              <a:gd name="connsiteY0" fmla="*/ 3947160 h 3947160"/>
              <a:gd name="connsiteX1" fmla="*/ 0 w 3550921"/>
              <a:gd name="connsiteY1" fmla="*/ 3002280 h 3947160"/>
              <a:gd name="connsiteX2" fmla="*/ 2235 w 3550921"/>
              <a:gd name="connsiteY2" fmla="*/ 1212486 h 3947160"/>
              <a:gd name="connsiteX3" fmla="*/ 1200626 w 3550921"/>
              <a:gd name="connsiteY3" fmla="*/ 14227 h 3947160"/>
              <a:gd name="connsiteX4" fmla="*/ 3550921 w 3550921"/>
              <a:gd name="connsiteY4" fmla="*/ 0 h 3947160"/>
              <a:gd name="connsiteX0" fmla="*/ 0 w 3550921"/>
              <a:gd name="connsiteY0" fmla="*/ 3002280 h 3002280"/>
              <a:gd name="connsiteX1" fmla="*/ 2235 w 3550921"/>
              <a:gd name="connsiteY1" fmla="*/ 1212486 h 3002280"/>
              <a:gd name="connsiteX2" fmla="*/ 1200626 w 3550921"/>
              <a:gd name="connsiteY2" fmla="*/ 14227 h 3002280"/>
              <a:gd name="connsiteX3" fmla="*/ 3550921 w 3550921"/>
              <a:gd name="connsiteY3" fmla="*/ 0 h 3002280"/>
              <a:gd name="connsiteX0" fmla="*/ 2845 w 3548686"/>
              <a:gd name="connsiteY0" fmla="*/ 2799080 h 2799080"/>
              <a:gd name="connsiteX1" fmla="*/ 0 w 3548686"/>
              <a:gd name="connsiteY1" fmla="*/ 1212486 h 2799080"/>
              <a:gd name="connsiteX2" fmla="*/ 1198391 w 3548686"/>
              <a:gd name="connsiteY2" fmla="*/ 14227 h 2799080"/>
              <a:gd name="connsiteX3" fmla="*/ 3548686 w 3548686"/>
              <a:gd name="connsiteY3" fmla="*/ 0 h 2799080"/>
              <a:gd name="connsiteX0" fmla="*/ 2845 w 3548686"/>
              <a:gd name="connsiteY0" fmla="*/ 2707640 h 2707640"/>
              <a:gd name="connsiteX1" fmla="*/ 0 w 3548686"/>
              <a:gd name="connsiteY1" fmla="*/ 1212486 h 2707640"/>
              <a:gd name="connsiteX2" fmla="*/ 1198391 w 3548686"/>
              <a:gd name="connsiteY2" fmla="*/ 14227 h 2707640"/>
              <a:gd name="connsiteX3" fmla="*/ 3548686 w 3548686"/>
              <a:gd name="connsiteY3" fmla="*/ 0 h 2707640"/>
              <a:gd name="connsiteX0" fmla="*/ 2845 w 3548686"/>
              <a:gd name="connsiteY0" fmla="*/ 2667000 h 2667000"/>
              <a:gd name="connsiteX1" fmla="*/ 0 w 3548686"/>
              <a:gd name="connsiteY1" fmla="*/ 1212486 h 2667000"/>
              <a:gd name="connsiteX2" fmla="*/ 1198391 w 3548686"/>
              <a:gd name="connsiteY2" fmla="*/ 14227 h 2667000"/>
              <a:gd name="connsiteX3" fmla="*/ 3548686 w 3548686"/>
              <a:gd name="connsiteY3" fmla="*/ 0 h 2667000"/>
              <a:gd name="connsiteX0" fmla="*/ 2845 w 3548686"/>
              <a:gd name="connsiteY0" fmla="*/ 2651760 h 2651760"/>
              <a:gd name="connsiteX1" fmla="*/ 0 w 3548686"/>
              <a:gd name="connsiteY1" fmla="*/ 1212486 h 2651760"/>
              <a:gd name="connsiteX2" fmla="*/ 1198391 w 3548686"/>
              <a:gd name="connsiteY2" fmla="*/ 14227 h 2651760"/>
              <a:gd name="connsiteX3" fmla="*/ 3548686 w 3548686"/>
              <a:gd name="connsiteY3" fmla="*/ 0 h 2651760"/>
              <a:gd name="connsiteX0" fmla="*/ 2845 w 3020366"/>
              <a:gd name="connsiteY0" fmla="*/ 2651760 h 2651760"/>
              <a:gd name="connsiteX1" fmla="*/ 0 w 3020366"/>
              <a:gd name="connsiteY1" fmla="*/ 1212486 h 2651760"/>
              <a:gd name="connsiteX2" fmla="*/ 1198391 w 3020366"/>
              <a:gd name="connsiteY2" fmla="*/ 14227 h 2651760"/>
              <a:gd name="connsiteX3" fmla="*/ 3020366 w 3020366"/>
              <a:gd name="connsiteY3" fmla="*/ 0 h 2651760"/>
              <a:gd name="connsiteX0" fmla="*/ 2845 w 2883206"/>
              <a:gd name="connsiteY0" fmla="*/ 2651760 h 2651760"/>
              <a:gd name="connsiteX1" fmla="*/ 0 w 2883206"/>
              <a:gd name="connsiteY1" fmla="*/ 1212486 h 2651760"/>
              <a:gd name="connsiteX2" fmla="*/ 1198391 w 2883206"/>
              <a:gd name="connsiteY2" fmla="*/ 14227 h 2651760"/>
              <a:gd name="connsiteX3" fmla="*/ 2883206 w 2883206"/>
              <a:gd name="connsiteY3" fmla="*/ 0 h 2651760"/>
              <a:gd name="connsiteX0" fmla="*/ 2845 w 2796846"/>
              <a:gd name="connsiteY0" fmla="*/ 2651760 h 2651760"/>
              <a:gd name="connsiteX1" fmla="*/ 0 w 2796846"/>
              <a:gd name="connsiteY1" fmla="*/ 1212486 h 2651760"/>
              <a:gd name="connsiteX2" fmla="*/ 1198391 w 2796846"/>
              <a:gd name="connsiteY2" fmla="*/ 14227 h 2651760"/>
              <a:gd name="connsiteX3" fmla="*/ 2796846 w 2796846"/>
              <a:gd name="connsiteY3" fmla="*/ 0 h 2651760"/>
              <a:gd name="connsiteX0" fmla="*/ 2845 w 2735886"/>
              <a:gd name="connsiteY0" fmla="*/ 2656840 h 2656840"/>
              <a:gd name="connsiteX1" fmla="*/ 0 w 2735886"/>
              <a:gd name="connsiteY1" fmla="*/ 1217566 h 2656840"/>
              <a:gd name="connsiteX2" fmla="*/ 1198391 w 2735886"/>
              <a:gd name="connsiteY2" fmla="*/ 19307 h 2656840"/>
              <a:gd name="connsiteX3" fmla="*/ 2735886 w 2735886"/>
              <a:gd name="connsiteY3" fmla="*/ 0 h 2656840"/>
              <a:gd name="connsiteX0" fmla="*/ 2845 w 2674926"/>
              <a:gd name="connsiteY0" fmla="*/ 2651760 h 2651760"/>
              <a:gd name="connsiteX1" fmla="*/ 0 w 2674926"/>
              <a:gd name="connsiteY1" fmla="*/ 1212486 h 2651760"/>
              <a:gd name="connsiteX2" fmla="*/ 1198391 w 2674926"/>
              <a:gd name="connsiteY2" fmla="*/ 14227 h 2651760"/>
              <a:gd name="connsiteX3" fmla="*/ 2674926 w 2674926"/>
              <a:gd name="connsiteY3" fmla="*/ 0 h 2651760"/>
              <a:gd name="connsiteX0" fmla="*/ 2845 w 2674926"/>
              <a:gd name="connsiteY0" fmla="*/ 2651760 h 2651760"/>
              <a:gd name="connsiteX1" fmla="*/ 0 w 2674926"/>
              <a:gd name="connsiteY1" fmla="*/ 1212486 h 2651760"/>
              <a:gd name="connsiteX2" fmla="*/ 1198391 w 2674926"/>
              <a:gd name="connsiteY2" fmla="*/ 14227 h 2651760"/>
              <a:gd name="connsiteX3" fmla="*/ 2674926 w 2674926"/>
              <a:gd name="connsiteY3" fmla="*/ 0 h 2651760"/>
              <a:gd name="connsiteX0" fmla="*/ 2845 w 2644446"/>
              <a:gd name="connsiteY0" fmla="*/ 2651760 h 2651760"/>
              <a:gd name="connsiteX1" fmla="*/ 0 w 2644446"/>
              <a:gd name="connsiteY1" fmla="*/ 1212486 h 2651760"/>
              <a:gd name="connsiteX2" fmla="*/ 1198391 w 2644446"/>
              <a:gd name="connsiteY2" fmla="*/ 14227 h 2651760"/>
              <a:gd name="connsiteX3" fmla="*/ 2644446 w 2644446"/>
              <a:gd name="connsiteY3" fmla="*/ 0 h 2651760"/>
              <a:gd name="connsiteX0" fmla="*/ 2845 w 2608886"/>
              <a:gd name="connsiteY0" fmla="*/ 2651760 h 2651760"/>
              <a:gd name="connsiteX1" fmla="*/ 0 w 2608886"/>
              <a:gd name="connsiteY1" fmla="*/ 1212486 h 2651760"/>
              <a:gd name="connsiteX2" fmla="*/ 1198391 w 2608886"/>
              <a:gd name="connsiteY2" fmla="*/ 14227 h 2651760"/>
              <a:gd name="connsiteX3" fmla="*/ 2608886 w 2608886"/>
              <a:gd name="connsiteY3" fmla="*/ 0 h 2651760"/>
              <a:gd name="connsiteX0" fmla="*/ 2845 w 2598726"/>
              <a:gd name="connsiteY0" fmla="*/ 2646680 h 2646680"/>
              <a:gd name="connsiteX1" fmla="*/ 0 w 2598726"/>
              <a:gd name="connsiteY1" fmla="*/ 1207406 h 2646680"/>
              <a:gd name="connsiteX2" fmla="*/ 1198391 w 2598726"/>
              <a:gd name="connsiteY2" fmla="*/ 9147 h 2646680"/>
              <a:gd name="connsiteX3" fmla="*/ 2598726 w 2598726"/>
              <a:gd name="connsiteY3" fmla="*/ 0 h 2646680"/>
              <a:gd name="connsiteX0" fmla="*/ 2845 w 2558086"/>
              <a:gd name="connsiteY0" fmla="*/ 2641600 h 2641600"/>
              <a:gd name="connsiteX1" fmla="*/ 0 w 2558086"/>
              <a:gd name="connsiteY1" fmla="*/ 1202326 h 2641600"/>
              <a:gd name="connsiteX2" fmla="*/ 1198391 w 2558086"/>
              <a:gd name="connsiteY2" fmla="*/ 4067 h 2641600"/>
              <a:gd name="connsiteX3" fmla="*/ 2558086 w 2558086"/>
              <a:gd name="connsiteY3" fmla="*/ 0 h 2641600"/>
              <a:gd name="connsiteX0" fmla="*/ 2845 w 2556181"/>
              <a:gd name="connsiteY0" fmla="*/ 2641600 h 2641600"/>
              <a:gd name="connsiteX1" fmla="*/ 0 w 2556181"/>
              <a:gd name="connsiteY1" fmla="*/ 1202326 h 2641600"/>
              <a:gd name="connsiteX2" fmla="*/ 1198391 w 2556181"/>
              <a:gd name="connsiteY2" fmla="*/ 4067 h 2641600"/>
              <a:gd name="connsiteX3" fmla="*/ 2556181 w 2556181"/>
              <a:gd name="connsiteY3" fmla="*/ 0 h 2641600"/>
            </a:gdLst>
            <a:ahLst/>
            <a:cxnLst>
              <a:cxn ang="0">
                <a:pos x="connsiteX0" y="connsiteY0"/>
              </a:cxn>
              <a:cxn ang="0">
                <a:pos x="connsiteX1" y="connsiteY1"/>
              </a:cxn>
              <a:cxn ang="0">
                <a:pos x="connsiteX2" y="connsiteY2"/>
              </a:cxn>
              <a:cxn ang="0">
                <a:pos x="connsiteX3" y="connsiteY3"/>
              </a:cxn>
            </a:cxnLst>
            <a:rect l="l" t="t" r="r" b="b"/>
            <a:pathLst>
              <a:path w="2556181" h="2641600">
                <a:moveTo>
                  <a:pt x="2845" y="2641600"/>
                </a:moveTo>
                <a:cubicBezTo>
                  <a:pt x="1897" y="2112735"/>
                  <a:pt x="948" y="1731191"/>
                  <a:pt x="0" y="1202326"/>
                </a:cubicBezTo>
                <a:cubicBezTo>
                  <a:pt x="0" y="540519"/>
                  <a:pt x="536541" y="4067"/>
                  <a:pt x="1198391" y="4067"/>
                </a:cubicBezTo>
                <a:lnTo>
                  <a:pt x="2556181" y="0"/>
                </a:lnTo>
              </a:path>
            </a:pathLst>
          </a:custGeom>
          <a:noFill/>
          <a:ln w="1356897" cap="sq">
            <a:solidFill>
              <a:schemeClr val="accent4">
                <a:alpha val="89000"/>
              </a:schemeClr>
            </a:solidFill>
            <a:prstDash val="solid"/>
            <a:round/>
          </a:ln>
        </p:spPr>
        <p:txBody>
          <a:bodyPr rtlCol="0" anchor="ctr"/>
          <a:lstStyle/>
          <a:p>
            <a:pPr rtl="0"/>
            <a:endParaRPr lang="ja-JP" altLang="en-US" baseline="0" noProof="0">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160AE1B9-1C14-F852-2B97-05DAA5F80CD7}"/>
              </a:ext>
            </a:extLst>
          </p:cNvPr>
          <p:cNvSpPr>
            <a:spLocks noGrp="1"/>
          </p:cNvSpPr>
          <p:nvPr>
            <p:ph type="title"/>
          </p:nvPr>
        </p:nvSpPr>
        <p:spPr/>
        <p:txBody>
          <a:bodyPr rtlCol="0"/>
          <a:lstStyle>
            <a:lvl1pPr>
              <a:defRPr baseline="0">
                <a:latin typeface="Meiryo UI" panose="020B0604030504040204" pitchFamily="50" charset="-128"/>
                <a:ea typeface="Meiryo UI" panose="020B0604030504040204" pitchFamily="50" charset="-128"/>
              </a:defRPr>
            </a:lvl1pPr>
          </a:lstStyle>
          <a:p>
            <a:pPr rtl="0"/>
            <a:r>
              <a:rPr lang="ja-JP" altLang="en-US" noProof="0"/>
              <a:t>マスター タイトルの書式設定</a:t>
            </a:r>
          </a:p>
        </p:txBody>
      </p:sp>
      <p:sp>
        <p:nvSpPr>
          <p:cNvPr id="3" name="コンテンツ プレースホルダー 2">
            <a:extLst>
              <a:ext uri="{FF2B5EF4-FFF2-40B4-BE49-F238E27FC236}">
                <a16:creationId xmlns:a16="http://schemas.microsoft.com/office/drawing/2014/main" id="{2B433B37-5F68-E267-936F-4CA547437331}"/>
              </a:ext>
            </a:extLst>
          </p:cNvPr>
          <p:cNvSpPr>
            <a:spLocks noGrp="1"/>
          </p:cNvSpPr>
          <p:nvPr>
            <p:ph idx="1"/>
          </p:nvPr>
        </p:nvSpPr>
        <p:spPr>
          <a:xfrm>
            <a:off x="1600200" y="2121408"/>
            <a:ext cx="6510528" cy="3578352"/>
          </a:xfrm>
        </p:spPr>
        <p:txBody>
          <a:bodyPr rtlCol="0"/>
          <a:lstStyle>
            <a:lvl1pPr marL="0" indent="0">
              <a:buNone/>
              <a:defRPr sz="1800" baseline="0">
                <a:latin typeface="Meiryo UI" panose="020B0604030504040204" pitchFamily="50" charset="-128"/>
                <a:ea typeface="Meiryo UI" panose="020B0604030504040204" pitchFamily="50" charset="-128"/>
              </a:defRPr>
            </a:lvl1pPr>
            <a:lvl2pPr marL="283464">
              <a:defRPr sz="1800" baseline="0">
                <a:latin typeface="Meiryo UI" panose="020B0604030504040204" pitchFamily="50" charset="-128"/>
                <a:ea typeface="Meiryo UI" panose="020B0604030504040204" pitchFamily="50" charset="-128"/>
              </a:defRPr>
            </a:lvl2pPr>
            <a:lvl3pPr marL="566928">
              <a:defRPr sz="1600" baseline="0">
                <a:latin typeface="Meiryo UI" panose="020B0604030504040204" pitchFamily="50" charset="-128"/>
                <a:ea typeface="Meiryo UI" panose="020B0604030504040204" pitchFamily="50" charset="-128"/>
              </a:defRPr>
            </a:lvl3pPr>
            <a:lvl4pPr marL="758952">
              <a:defRPr sz="1400" baseline="0">
                <a:latin typeface="Meiryo UI" panose="020B0604030504040204" pitchFamily="50" charset="-128"/>
                <a:ea typeface="Meiryo UI" panose="020B0604030504040204" pitchFamily="50" charset="-128"/>
              </a:defRPr>
            </a:lvl4pPr>
            <a:lvl5pPr marL="1042416">
              <a:defRPr sz="1400" baseline="0">
                <a:latin typeface="Meiryo UI" panose="020B0604030504040204" pitchFamily="50" charset="-128"/>
                <a:ea typeface="Meiryo UI" panose="020B0604030504040204" pitchFamily="50" charset="-128"/>
              </a:defRPr>
            </a:lvl5pPr>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7" name="テキスト プレースホルダー 9">
            <a:extLst>
              <a:ext uri="{FF2B5EF4-FFF2-40B4-BE49-F238E27FC236}">
                <a16:creationId xmlns:a16="http://schemas.microsoft.com/office/drawing/2014/main" id="{E3602100-4B1B-08F9-3FE3-A39515512D51}"/>
              </a:ext>
            </a:extLst>
          </p:cNvPr>
          <p:cNvSpPr>
            <a:spLocks noGrp="1"/>
          </p:cNvSpPr>
          <p:nvPr>
            <p:ph type="body" sz="quarter" idx="13" hasCustomPrompt="1"/>
          </p:nvPr>
        </p:nvSpPr>
        <p:spPr>
          <a:xfrm>
            <a:off x="1815806" y="793971"/>
            <a:ext cx="621792" cy="621792"/>
          </a:xfrm>
          <a:prstGeom prst="ellipse">
            <a:avLst/>
          </a:prstGeom>
          <a:solidFill>
            <a:schemeClr val="accent3"/>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ea typeface="Meiryo UI" panose="020B0604030504040204" pitchFamily="50" charset="-128"/>
              </a:defRPr>
            </a:lvl1pPr>
          </a:lstStyle>
          <a:p>
            <a:pPr lvl="0" rtl="0"/>
            <a:r>
              <a:rPr lang="en-US" altLang="ja-JP" noProof="0"/>
              <a:t>X</a:t>
            </a:r>
          </a:p>
        </p:txBody>
      </p:sp>
      <p:sp>
        <p:nvSpPr>
          <p:cNvPr id="45" name="グラフィック 24">
            <a:extLst>
              <a:ext uri="{FF2B5EF4-FFF2-40B4-BE49-F238E27FC236}">
                <a16:creationId xmlns:a16="http://schemas.microsoft.com/office/drawing/2014/main" id="{3A387C14-96A1-A53F-B0C4-8C320C0E434B}"/>
              </a:ext>
            </a:extLst>
          </p:cNvPr>
          <p:cNvSpPr/>
          <p:nvPr/>
        </p:nvSpPr>
        <p:spPr>
          <a:xfrm>
            <a:off x="8928734" y="3558489"/>
            <a:ext cx="3162299" cy="3196641"/>
          </a:xfrm>
          <a:custGeom>
            <a:avLst/>
            <a:gdLst>
              <a:gd name="connsiteX0" fmla="*/ -3730 w 9166847"/>
              <a:gd name="connsiteY0" fmla="*/ 5764965 h 5765688"/>
              <a:gd name="connsiteX1" fmla="*/ -3730 w 9166847"/>
              <a:gd name="connsiteY1" fmla="*/ 1152444 h 5765688"/>
              <a:gd name="connsiteX2" fmla="*/ 1189314 w 9166847"/>
              <a:gd name="connsiteY2" fmla="*/ -724 h 5765688"/>
              <a:gd name="connsiteX3" fmla="*/ 9163118 w 9166847"/>
              <a:gd name="connsiteY3" fmla="*/ 36857 h 5765688"/>
              <a:gd name="connsiteX0" fmla="*/ 0 w 9166848"/>
              <a:gd name="connsiteY0" fmla="*/ 5765689 h 5765689"/>
              <a:gd name="connsiteX1" fmla="*/ 0 w 9166848"/>
              <a:gd name="connsiteY1" fmla="*/ 1153168 h 5765689"/>
              <a:gd name="connsiteX2" fmla="*/ 1193044 w 9166848"/>
              <a:gd name="connsiteY2" fmla="*/ 0 h 5765689"/>
              <a:gd name="connsiteX3" fmla="*/ 2736923 w 9166848"/>
              <a:gd name="connsiteY3" fmla="*/ 1574 h 5765689"/>
              <a:gd name="connsiteX4" fmla="*/ 9166848 w 9166848"/>
              <a:gd name="connsiteY4" fmla="*/ 37581 h 5765689"/>
              <a:gd name="connsiteX0" fmla="*/ 0 w 9166848"/>
              <a:gd name="connsiteY0" fmla="*/ 5765689 h 5765689"/>
              <a:gd name="connsiteX1" fmla="*/ 0 w 9166848"/>
              <a:gd name="connsiteY1" fmla="*/ 1153168 h 5765689"/>
              <a:gd name="connsiteX2" fmla="*/ 1193044 w 9166848"/>
              <a:gd name="connsiteY2" fmla="*/ 0 h 5765689"/>
              <a:gd name="connsiteX3" fmla="*/ 2736923 w 9166848"/>
              <a:gd name="connsiteY3" fmla="*/ 1574 h 5765689"/>
              <a:gd name="connsiteX4" fmla="*/ 3169739 w 9166848"/>
              <a:gd name="connsiteY4" fmla="*/ 7671 h 5765689"/>
              <a:gd name="connsiteX5" fmla="*/ 9166848 w 9166848"/>
              <a:gd name="connsiteY5" fmla="*/ 37581 h 5765689"/>
              <a:gd name="connsiteX0" fmla="*/ 0 w 3169739"/>
              <a:gd name="connsiteY0" fmla="*/ 5765689 h 5765689"/>
              <a:gd name="connsiteX1" fmla="*/ 0 w 3169739"/>
              <a:gd name="connsiteY1" fmla="*/ 1153168 h 5765689"/>
              <a:gd name="connsiteX2" fmla="*/ 1193044 w 3169739"/>
              <a:gd name="connsiteY2" fmla="*/ 0 h 5765689"/>
              <a:gd name="connsiteX3" fmla="*/ 2736923 w 3169739"/>
              <a:gd name="connsiteY3" fmla="*/ 1574 h 5765689"/>
              <a:gd name="connsiteX4" fmla="*/ 3169739 w 3169739"/>
              <a:gd name="connsiteY4" fmla="*/ 7671 h 5765689"/>
              <a:gd name="connsiteX0" fmla="*/ 0 w 3160214"/>
              <a:gd name="connsiteY0" fmla="*/ 5765689 h 5765689"/>
              <a:gd name="connsiteX1" fmla="*/ 0 w 3160214"/>
              <a:gd name="connsiteY1" fmla="*/ 1153168 h 5765689"/>
              <a:gd name="connsiteX2" fmla="*/ 1193044 w 3160214"/>
              <a:gd name="connsiteY2" fmla="*/ 0 h 5765689"/>
              <a:gd name="connsiteX3" fmla="*/ 2736923 w 3160214"/>
              <a:gd name="connsiteY3" fmla="*/ 1574 h 5765689"/>
              <a:gd name="connsiteX4" fmla="*/ 3160214 w 3160214"/>
              <a:gd name="connsiteY4" fmla="*/ 7671 h 5765689"/>
              <a:gd name="connsiteX0" fmla="*/ 2085 w 3162299"/>
              <a:gd name="connsiteY0" fmla="*/ 5765689 h 5765689"/>
              <a:gd name="connsiteX1" fmla="*/ 0 w 3162299"/>
              <a:gd name="connsiteY1" fmla="*/ 3173781 h 5765689"/>
              <a:gd name="connsiteX2" fmla="*/ 2085 w 3162299"/>
              <a:gd name="connsiteY2" fmla="*/ 1153168 h 5765689"/>
              <a:gd name="connsiteX3" fmla="*/ 1195129 w 3162299"/>
              <a:gd name="connsiteY3" fmla="*/ 0 h 5765689"/>
              <a:gd name="connsiteX4" fmla="*/ 2739008 w 3162299"/>
              <a:gd name="connsiteY4" fmla="*/ 1574 h 5765689"/>
              <a:gd name="connsiteX5" fmla="*/ 3162299 w 3162299"/>
              <a:gd name="connsiteY5" fmla="*/ 7671 h 5765689"/>
              <a:gd name="connsiteX0" fmla="*/ 0 w 3162299"/>
              <a:gd name="connsiteY0" fmla="*/ 3173781 h 3173781"/>
              <a:gd name="connsiteX1" fmla="*/ 2085 w 3162299"/>
              <a:gd name="connsiteY1" fmla="*/ 1153168 h 3173781"/>
              <a:gd name="connsiteX2" fmla="*/ 1195129 w 3162299"/>
              <a:gd name="connsiteY2" fmla="*/ 0 h 3173781"/>
              <a:gd name="connsiteX3" fmla="*/ 2739008 w 3162299"/>
              <a:gd name="connsiteY3" fmla="*/ 1574 h 3173781"/>
              <a:gd name="connsiteX4" fmla="*/ 3162299 w 3162299"/>
              <a:gd name="connsiteY4" fmla="*/ 7671 h 3173781"/>
              <a:gd name="connsiteX0" fmla="*/ 0 w 3162299"/>
              <a:gd name="connsiteY0" fmla="*/ 3196641 h 3196641"/>
              <a:gd name="connsiteX1" fmla="*/ 2085 w 3162299"/>
              <a:gd name="connsiteY1" fmla="*/ 1153168 h 3196641"/>
              <a:gd name="connsiteX2" fmla="*/ 1195129 w 3162299"/>
              <a:gd name="connsiteY2" fmla="*/ 0 h 3196641"/>
              <a:gd name="connsiteX3" fmla="*/ 2739008 w 3162299"/>
              <a:gd name="connsiteY3" fmla="*/ 1574 h 3196641"/>
              <a:gd name="connsiteX4" fmla="*/ 3162299 w 3162299"/>
              <a:gd name="connsiteY4" fmla="*/ 7671 h 3196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299" h="3196641">
                <a:moveTo>
                  <a:pt x="0" y="3196641"/>
                </a:moveTo>
                <a:lnTo>
                  <a:pt x="2085" y="1153168"/>
                </a:lnTo>
                <a:cubicBezTo>
                  <a:pt x="2085" y="516291"/>
                  <a:pt x="536218" y="0"/>
                  <a:pt x="1195129" y="0"/>
                </a:cubicBezTo>
                <a:lnTo>
                  <a:pt x="2739008" y="1574"/>
                </a:lnTo>
                <a:lnTo>
                  <a:pt x="3162299" y="7671"/>
                </a:lnTo>
              </a:path>
            </a:pathLst>
          </a:custGeom>
          <a:noFill/>
          <a:ln w="225588" cap="sq">
            <a:solidFill>
              <a:srgbClr val="FDF9E2"/>
            </a:solidFill>
            <a:prstDash val="solid"/>
            <a:miter/>
          </a:ln>
        </p:spPr>
        <p:txBody>
          <a:bodyPr rtlCol="0" anchor="ctr"/>
          <a:lstStyle/>
          <a:p>
            <a:pPr rtl="0"/>
            <a:endParaRPr lang="ja-JP" altLang="en-US" baseline="0" noProof="0">
              <a:latin typeface="Meiryo UI" panose="020B0604030504040204" pitchFamily="50" charset="-128"/>
              <a:ea typeface="Meiryo UI" panose="020B0604030504040204" pitchFamily="50" charset="-128"/>
            </a:endParaRPr>
          </a:p>
        </p:txBody>
      </p:sp>
      <p:sp>
        <p:nvSpPr>
          <p:cNvPr id="29" name="円/楕円 28">
            <a:extLst>
              <a:ext uri="{FF2B5EF4-FFF2-40B4-BE49-F238E27FC236}">
                <a16:creationId xmlns:a16="http://schemas.microsoft.com/office/drawing/2014/main" id="{09E9B68F-058D-E637-2550-5DA70E3D0D41}"/>
              </a:ext>
            </a:extLst>
          </p:cNvPr>
          <p:cNvSpPr/>
          <p:nvPr userDrawn="1"/>
        </p:nvSpPr>
        <p:spPr>
          <a:xfrm>
            <a:off x="10310340" y="2011478"/>
            <a:ext cx="1628275" cy="1628275"/>
          </a:xfrm>
          <a:prstGeom prst="ellipse">
            <a:avLst/>
          </a:prstGeom>
          <a:solidFill>
            <a:schemeClr val="accent6">
              <a:alpha val="9304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pic>
        <p:nvPicPr>
          <p:cNvPr id="34" name="グラフィック 33">
            <a:extLst>
              <a:ext uri="{FF2B5EF4-FFF2-40B4-BE49-F238E27FC236}">
                <a16:creationId xmlns:a16="http://schemas.microsoft.com/office/drawing/2014/main" id="{6188A037-6B9F-861E-36A7-10311D612729}"/>
              </a:ext>
            </a:extLst>
          </p:cNvPr>
          <p:cNvPicPr>
            <a:picLocks noChangeAspect="1"/>
          </p:cNvPicPr>
          <p:nvPr userDrawn="1"/>
        </p:nvPicPr>
        <p:blipFill>
          <a:blip>
            <a:extLst>
              <a:ext uri="{96DAC541-7B7A-43D3-8B79-37D633B846F1}">
                <asvg:svgBlip xmlns:asvg="http://schemas.microsoft.com/office/drawing/2016/SVG/main" r:embed="rId2"/>
              </a:ext>
            </a:extLst>
          </a:blip>
          <a:srcRect l="20972" r="31496"/>
          <a:stretch>
            <a:fillRect/>
          </a:stretch>
        </p:blipFill>
        <p:spPr>
          <a:xfrm>
            <a:off x="12700" y="6051321"/>
            <a:ext cx="12192000" cy="528377"/>
          </a:xfrm>
          <a:custGeom>
            <a:avLst/>
            <a:gdLst>
              <a:gd name="connsiteX0" fmla="*/ 0 w 6858000"/>
              <a:gd name="connsiteY0" fmla="*/ 400156 h 400156"/>
              <a:gd name="connsiteX1" fmla="*/ 0 w 6858000"/>
              <a:gd name="connsiteY1" fmla="*/ 0 h 400156"/>
              <a:gd name="connsiteX2" fmla="*/ 6858000 w 6858000"/>
              <a:gd name="connsiteY2" fmla="*/ 0 h 400156"/>
              <a:gd name="connsiteX3" fmla="*/ 6858000 w 6858000"/>
              <a:gd name="connsiteY3" fmla="*/ 400156 h 400156"/>
            </a:gdLst>
            <a:ahLst/>
            <a:cxnLst>
              <a:cxn ang="0">
                <a:pos x="connsiteX0" y="connsiteY0"/>
              </a:cxn>
              <a:cxn ang="0">
                <a:pos x="connsiteX1" y="connsiteY1"/>
              </a:cxn>
              <a:cxn ang="0">
                <a:pos x="connsiteX2" y="connsiteY2"/>
              </a:cxn>
              <a:cxn ang="0">
                <a:pos x="connsiteX3" y="connsiteY3"/>
              </a:cxn>
            </a:cxnLst>
            <a:rect l="l" t="t" r="r" b="b"/>
            <a:pathLst>
              <a:path w="6858000" h="400156">
                <a:moveTo>
                  <a:pt x="0" y="400156"/>
                </a:moveTo>
                <a:lnTo>
                  <a:pt x="0" y="0"/>
                </a:lnTo>
                <a:lnTo>
                  <a:pt x="6858000" y="0"/>
                </a:lnTo>
                <a:lnTo>
                  <a:pt x="6858000" y="400156"/>
                </a:lnTo>
                <a:close/>
              </a:path>
            </a:pathLst>
          </a:custGeom>
        </p:spPr>
      </p:pic>
      <p:sp>
        <p:nvSpPr>
          <p:cNvPr id="36" name="円/楕円 35">
            <a:extLst>
              <a:ext uri="{FF2B5EF4-FFF2-40B4-BE49-F238E27FC236}">
                <a16:creationId xmlns:a16="http://schemas.microsoft.com/office/drawing/2014/main" id="{1C9183AD-9166-27E4-F8C4-4AAE1C7F0BB9}"/>
              </a:ext>
            </a:extLst>
          </p:cNvPr>
          <p:cNvSpPr/>
          <p:nvPr userDrawn="1"/>
        </p:nvSpPr>
        <p:spPr>
          <a:xfrm>
            <a:off x="9130046" y="6134101"/>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38" name="円/楕円 37">
            <a:extLst>
              <a:ext uri="{FF2B5EF4-FFF2-40B4-BE49-F238E27FC236}">
                <a16:creationId xmlns:a16="http://schemas.microsoft.com/office/drawing/2014/main" id="{DFED6151-9FDE-FB42-89FC-0347B6A3276D}"/>
              </a:ext>
            </a:extLst>
          </p:cNvPr>
          <p:cNvSpPr/>
          <p:nvPr userDrawn="1"/>
        </p:nvSpPr>
        <p:spPr>
          <a:xfrm>
            <a:off x="8385329" y="6134101"/>
            <a:ext cx="376579" cy="3765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46" name="フッター プレースホルダー 45">
            <a:extLst>
              <a:ext uri="{FF2B5EF4-FFF2-40B4-BE49-F238E27FC236}">
                <a16:creationId xmlns:a16="http://schemas.microsoft.com/office/drawing/2014/main" id="{41E6D8BC-2E14-B95F-1E2F-30FF6EE3AEB3}"/>
              </a:ext>
            </a:extLst>
          </p:cNvPr>
          <p:cNvSpPr>
            <a:spLocks noGrp="1"/>
          </p:cNvSpPr>
          <p:nvPr>
            <p:ph type="ftr" sz="quarter" idx="14"/>
          </p:nvPr>
        </p:nvSpPr>
        <p:spPr/>
        <p:txBody>
          <a:bodyPr rtlCol="0"/>
          <a:lstStyle>
            <a:lvl1pPr>
              <a:defRPr baseline="0">
                <a:latin typeface="Meiryo UI" panose="020B0604030504040204" pitchFamily="50" charset="-128"/>
                <a:ea typeface="Meiryo UI" panose="020B0604030504040204" pitchFamily="50" charset="-128"/>
              </a:defRPr>
            </a:lvl1pPr>
          </a:lstStyle>
          <a:p>
            <a:endParaRPr lang="ja-JP" altLang="en-US"/>
          </a:p>
        </p:txBody>
      </p:sp>
      <p:sp>
        <p:nvSpPr>
          <p:cNvPr id="47" name="スライド番号プレースホルダー 46">
            <a:extLst>
              <a:ext uri="{FF2B5EF4-FFF2-40B4-BE49-F238E27FC236}">
                <a16:creationId xmlns:a16="http://schemas.microsoft.com/office/drawing/2014/main" id="{89B6F428-7A93-4AA9-C12A-2A93DFEAF0B6}"/>
              </a:ext>
            </a:extLst>
          </p:cNvPr>
          <p:cNvSpPr>
            <a:spLocks noGrp="1"/>
          </p:cNvSpPr>
          <p:nvPr>
            <p:ph type="sldNum" sz="quarter" idx="15"/>
          </p:nvPr>
        </p:nvSpPr>
        <p:spPr/>
        <p:txBody>
          <a:bodyPr rtlCol="0"/>
          <a:lstStyle>
            <a:lvl1pPr>
              <a:defRPr baseline="0">
                <a:latin typeface="Meiryo UI" panose="020B0604030504040204" pitchFamily="50" charset="-128"/>
                <a:ea typeface="Meiryo UI" panose="020B0604030504040204" pitchFamily="50" charset="-128"/>
              </a:defRPr>
            </a:lvl1pPr>
          </a:lstStyle>
          <a:p>
            <a:fld id="{CC43B8D3-9A08-F84C-9DD4-44948BA52D4B}" type="slidenum">
              <a:rPr lang="en-US" altLang="ja-JP" smtClean="0"/>
              <a:pPr/>
              <a:t>‹#›</a:t>
            </a:fld>
            <a:endParaRPr lang="ja-JP" altLang="en-US"/>
          </a:p>
        </p:txBody>
      </p:sp>
    </p:spTree>
    <p:extLst>
      <p:ext uri="{BB962C8B-B14F-4D97-AF65-F5344CB8AC3E}">
        <p14:creationId xmlns:p14="http://schemas.microsoft.com/office/powerpoint/2010/main" val="15808116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ありがとうございました">
    <p:spTree>
      <p:nvGrpSpPr>
        <p:cNvPr id="1" name=""/>
        <p:cNvGrpSpPr/>
        <p:nvPr/>
      </p:nvGrpSpPr>
      <p:grpSpPr>
        <a:xfrm>
          <a:off x="0" y="0"/>
          <a:ext cx="0" cy="0"/>
          <a:chOff x="0" y="0"/>
          <a:chExt cx="0" cy="0"/>
        </a:xfrm>
      </p:grpSpPr>
      <p:pic>
        <p:nvPicPr>
          <p:cNvPr id="44" name="グラフィック 43">
            <a:extLst>
              <a:ext uri="{FF2B5EF4-FFF2-40B4-BE49-F238E27FC236}">
                <a16:creationId xmlns:a16="http://schemas.microsoft.com/office/drawing/2014/main" id="{94240F9C-F2B6-6263-0817-7E0809D9DF3A}"/>
              </a:ext>
            </a:extLst>
          </p:cNvPr>
          <p:cNvPicPr>
            <a:picLocks noChangeAspect="1"/>
          </p:cNvPicPr>
          <p:nvPr userDrawn="1"/>
        </p:nvPicPr>
        <p:blipFill>
          <a:blip>
            <a:extLst>
              <a:ext uri="{96DAC541-7B7A-43D3-8B79-37D633B846F1}">
                <asvg:svgBlip xmlns:asvg="http://schemas.microsoft.com/office/drawing/2016/SVG/main" r:embed="rId2"/>
              </a:ext>
            </a:extLst>
          </a:blip>
          <a:srcRect b="85327"/>
          <a:stretch>
            <a:fillRect/>
          </a:stretch>
        </p:blipFill>
        <p:spPr>
          <a:xfrm rot="16200000">
            <a:off x="8348893" y="2856018"/>
            <a:ext cx="6718341" cy="1006304"/>
          </a:xfrm>
          <a:custGeom>
            <a:avLst/>
            <a:gdLst>
              <a:gd name="connsiteX0" fmla="*/ 0 w 6718341"/>
              <a:gd name="connsiteY0" fmla="*/ 0 h 1006304"/>
              <a:gd name="connsiteX1" fmla="*/ 6718341 w 6718341"/>
              <a:gd name="connsiteY1" fmla="*/ 0 h 1006304"/>
              <a:gd name="connsiteX2" fmla="*/ 6718341 w 6718341"/>
              <a:gd name="connsiteY2" fmla="*/ 1006304 h 1006304"/>
              <a:gd name="connsiteX3" fmla="*/ 0 w 6718341"/>
              <a:gd name="connsiteY3" fmla="*/ 1006304 h 1006304"/>
            </a:gdLst>
            <a:ahLst/>
            <a:cxnLst>
              <a:cxn ang="0">
                <a:pos x="connsiteX0" y="connsiteY0"/>
              </a:cxn>
              <a:cxn ang="0">
                <a:pos x="connsiteX1" y="connsiteY1"/>
              </a:cxn>
              <a:cxn ang="0">
                <a:pos x="connsiteX2" y="connsiteY2"/>
              </a:cxn>
              <a:cxn ang="0">
                <a:pos x="connsiteX3" y="connsiteY3"/>
              </a:cxn>
            </a:cxnLst>
            <a:rect l="l" t="t" r="r" b="b"/>
            <a:pathLst>
              <a:path w="6718341" h="1006304">
                <a:moveTo>
                  <a:pt x="0" y="0"/>
                </a:moveTo>
                <a:lnTo>
                  <a:pt x="6718341" y="0"/>
                </a:lnTo>
                <a:lnTo>
                  <a:pt x="6718341" y="1006304"/>
                </a:lnTo>
                <a:lnTo>
                  <a:pt x="0" y="1006304"/>
                </a:lnTo>
                <a:close/>
              </a:path>
            </a:pathLst>
          </a:custGeom>
        </p:spPr>
      </p:pic>
      <p:sp>
        <p:nvSpPr>
          <p:cNvPr id="50" name="円/楕円 49">
            <a:extLst>
              <a:ext uri="{FF2B5EF4-FFF2-40B4-BE49-F238E27FC236}">
                <a16:creationId xmlns:a16="http://schemas.microsoft.com/office/drawing/2014/main" id="{024F3BA7-5767-DA19-90B2-79087CCD234A}"/>
              </a:ext>
            </a:extLst>
          </p:cNvPr>
          <p:cNvSpPr/>
          <p:nvPr userDrawn="1"/>
        </p:nvSpPr>
        <p:spPr>
          <a:xfrm>
            <a:off x="11280648" y="1079982"/>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sp>
        <p:nvSpPr>
          <p:cNvPr id="52" name="円/楕円 51">
            <a:extLst>
              <a:ext uri="{FF2B5EF4-FFF2-40B4-BE49-F238E27FC236}">
                <a16:creationId xmlns:a16="http://schemas.microsoft.com/office/drawing/2014/main" id="{75941C3B-69D9-2131-DE98-77882C6B492E}"/>
              </a:ext>
            </a:extLst>
          </p:cNvPr>
          <p:cNvSpPr/>
          <p:nvPr userDrawn="1"/>
        </p:nvSpPr>
        <p:spPr>
          <a:xfrm>
            <a:off x="9885091" y="4608699"/>
            <a:ext cx="1628275" cy="1628275"/>
          </a:xfrm>
          <a:prstGeom prst="ellipse">
            <a:avLst/>
          </a:prstGeom>
          <a:solidFill>
            <a:schemeClr val="accent3">
              <a:alpha val="9304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solidFill>
                <a:schemeClr val="accent4"/>
              </a:solidFill>
              <a:latin typeface="Meiryo UI" panose="020B0604030504040204" pitchFamily="50" charset="-128"/>
              <a:ea typeface="Meiryo UI" panose="020B0604030504040204" pitchFamily="50" charset="-128"/>
            </a:endParaRPr>
          </a:p>
        </p:txBody>
      </p:sp>
      <p:pic>
        <p:nvPicPr>
          <p:cNvPr id="72" name="グラフィック 71">
            <a:extLst>
              <a:ext uri="{FF2B5EF4-FFF2-40B4-BE49-F238E27FC236}">
                <a16:creationId xmlns:a16="http://schemas.microsoft.com/office/drawing/2014/main" id="{F2C371ED-FE8B-10E6-6B09-AB1AF954AAF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44820" t="41526" b="3152"/>
          <a:stretch/>
        </p:blipFill>
        <p:spPr>
          <a:xfrm>
            <a:off x="-63921" y="5642"/>
            <a:ext cx="3769859" cy="6852356"/>
          </a:xfrm>
          <a:custGeom>
            <a:avLst/>
            <a:gdLst>
              <a:gd name="connsiteX0" fmla="*/ 0 w 3769859"/>
              <a:gd name="connsiteY0" fmla="*/ 0 h 6852356"/>
              <a:gd name="connsiteX1" fmla="*/ 3769859 w 3769859"/>
              <a:gd name="connsiteY1" fmla="*/ 0 h 6852356"/>
              <a:gd name="connsiteX2" fmla="*/ 3769859 w 3769859"/>
              <a:gd name="connsiteY2" fmla="*/ 6852356 h 6852356"/>
              <a:gd name="connsiteX3" fmla="*/ 0 w 3769859"/>
              <a:gd name="connsiteY3" fmla="*/ 6852356 h 6852356"/>
            </a:gdLst>
            <a:ahLst/>
            <a:cxnLst>
              <a:cxn ang="0">
                <a:pos x="connsiteX0" y="connsiteY0"/>
              </a:cxn>
              <a:cxn ang="0">
                <a:pos x="connsiteX1" y="connsiteY1"/>
              </a:cxn>
              <a:cxn ang="0">
                <a:pos x="connsiteX2" y="connsiteY2"/>
              </a:cxn>
              <a:cxn ang="0">
                <a:pos x="connsiteX3" y="connsiteY3"/>
              </a:cxn>
            </a:cxnLst>
            <a:rect l="l" t="t" r="r" b="b"/>
            <a:pathLst>
              <a:path w="3769859" h="6852356">
                <a:moveTo>
                  <a:pt x="0" y="0"/>
                </a:moveTo>
                <a:lnTo>
                  <a:pt x="3769859" y="0"/>
                </a:lnTo>
                <a:lnTo>
                  <a:pt x="3769859" y="6852356"/>
                </a:lnTo>
                <a:lnTo>
                  <a:pt x="0" y="6852356"/>
                </a:lnTo>
                <a:close/>
              </a:path>
            </a:pathLst>
          </a:custGeom>
        </p:spPr>
      </p:pic>
      <p:pic>
        <p:nvPicPr>
          <p:cNvPr id="57" name="グラフィック 56">
            <a:extLst>
              <a:ext uri="{FF2B5EF4-FFF2-40B4-BE49-F238E27FC236}">
                <a16:creationId xmlns:a16="http://schemas.microsoft.com/office/drawing/2014/main" id="{E6DDC0DD-511A-395D-6DF6-B3EBA937EF97}"/>
              </a:ext>
            </a:extLst>
          </p:cNvPr>
          <p:cNvPicPr>
            <a:picLocks noChangeAspect="1"/>
          </p:cNvPicPr>
          <p:nvPr userDrawn="1"/>
        </p:nvPicPr>
        <p:blipFill>
          <a:blip>
            <a:extLst>
              <a:ext uri="{96DAC541-7B7A-43D3-8B79-37D633B846F1}">
                <asvg:svgBlip xmlns:asvg="http://schemas.microsoft.com/office/drawing/2016/SVG/main" r:embed="rId2"/>
              </a:ext>
            </a:extLst>
          </a:blip>
          <a:srcRect l="20633" b="65821"/>
          <a:stretch>
            <a:fillRect/>
          </a:stretch>
        </p:blipFill>
        <p:spPr>
          <a:xfrm flipV="1">
            <a:off x="5869" y="1"/>
            <a:ext cx="5332115" cy="2343995"/>
          </a:xfrm>
          <a:custGeom>
            <a:avLst/>
            <a:gdLst>
              <a:gd name="connsiteX0" fmla="*/ 0 w 5332115"/>
              <a:gd name="connsiteY0" fmla="*/ 2343995 h 2343995"/>
              <a:gd name="connsiteX1" fmla="*/ 5332115 w 5332115"/>
              <a:gd name="connsiteY1" fmla="*/ 2343995 h 2343995"/>
              <a:gd name="connsiteX2" fmla="*/ 5332115 w 5332115"/>
              <a:gd name="connsiteY2" fmla="*/ 0 h 2343995"/>
              <a:gd name="connsiteX3" fmla="*/ 0 w 5332115"/>
              <a:gd name="connsiteY3" fmla="*/ 0 h 2343995"/>
            </a:gdLst>
            <a:ahLst/>
            <a:cxnLst>
              <a:cxn ang="0">
                <a:pos x="connsiteX0" y="connsiteY0"/>
              </a:cxn>
              <a:cxn ang="0">
                <a:pos x="connsiteX1" y="connsiteY1"/>
              </a:cxn>
              <a:cxn ang="0">
                <a:pos x="connsiteX2" y="connsiteY2"/>
              </a:cxn>
              <a:cxn ang="0">
                <a:pos x="connsiteX3" y="connsiteY3"/>
              </a:cxn>
            </a:cxnLst>
            <a:rect l="l" t="t" r="r" b="b"/>
            <a:pathLst>
              <a:path w="5332115" h="2343995">
                <a:moveTo>
                  <a:pt x="0" y="2343995"/>
                </a:moveTo>
                <a:lnTo>
                  <a:pt x="5332115" y="2343995"/>
                </a:lnTo>
                <a:lnTo>
                  <a:pt x="5332115" y="0"/>
                </a:lnTo>
                <a:lnTo>
                  <a:pt x="0" y="0"/>
                </a:lnTo>
                <a:close/>
              </a:path>
            </a:pathLst>
          </a:custGeom>
        </p:spPr>
      </p:pic>
      <p:pic>
        <p:nvPicPr>
          <p:cNvPr id="60" name="グラフィック 59">
            <a:extLst>
              <a:ext uri="{FF2B5EF4-FFF2-40B4-BE49-F238E27FC236}">
                <a16:creationId xmlns:a16="http://schemas.microsoft.com/office/drawing/2014/main" id="{A03A29F6-2DC7-B284-F21B-10BBEECC0526}"/>
              </a:ext>
            </a:extLst>
          </p:cNvPr>
          <p:cNvPicPr>
            <a:picLocks noChangeAspect="1"/>
          </p:cNvPicPr>
          <p:nvPr userDrawn="1"/>
        </p:nvPicPr>
        <p:blipFill>
          <a:blip>
            <a:extLst>
              <a:ext uri="{96DAC541-7B7A-43D3-8B79-37D633B846F1}">
                <asvg:svgBlip xmlns:asvg="http://schemas.microsoft.com/office/drawing/2016/SVG/main" r:embed="rId4"/>
              </a:ext>
            </a:extLst>
          </a:blip>
          <a:srcRect l="14165" t="77500"/>
          <a:stretch>
            <a:fillRect/>
          </a:stretch>
        </p:blipFill>
        <p:spPr>
          <a:xfrm>
            <a:off x="-16872" y="-29980"/>
            <a:ext cx="4459335" cy="1601124"/>
          </a:xfrm>
          <a:custGeom>
            <a:avLst/>
            <a:gdLst>
              <a:gd name="connsiteX0" fmla="*/ 0 w 4459335"/>
              <a:gd name="connsiteY0" fmla="*/ 0 h 1543022"/>
              <a:gd name="connsiteX1" fmla="*/ 4459335 w 4459335"/>
              <a:gd name="connsiteY1" fmla="*/ 0 h 1543022"/>
              <a:gd name="connsiteX2" fmla="*/ 4459335 w 4459335"/>
              <a:gd name="connsiteY2" fmla="*/ 1543022 h 1543022"/>
              <a:gd name="connsiteX3" fmla="*/ 0 w 4459335"/>
              <a:gd name="connsiteY3" fmla="*/ 1543022 h 1543022"/>
            </a:gdLst>
            <a:ahLst/>
            <a:cxnLst>
              <a:cxn ang="0">
                <a:pos x="connsiteX0" y="connsiteY0"/>
              </a:cxn>
              <a:cxn ang="0">
                <a:pos x="connsiteX1" y="connsiteY1"/>
              </a:cxn>
              <a:cxn ang="0">
                <a:pos x="connsiteX2" y="connsiteY2"/>
              </a:cxn>
              <a:cxn ang="0">
                <a:pos x="connsiteX3" y="connsiteY3"/>
              </a:cxn>
            </a:cxnLst>
            <a:rect l="l" t="t" r="r" b="b"/>
            <a:pathLst>
              <a:path w="4459335" h="1543022">
                <a:moveTo>
                  <a:pt x="0" y="0"/>
                </a:moveTo>
                <a:lnTo>
                  <a:pt x="4459335" y="0"/>
                </a:lnTo>
                <a:lnTo>
                  <a:pt x="4459335" y="1543022"/>
                </a:lnTo>
                <a:lnTo>
                  <a:pt x="0" y="1543022"/>
                </a:lnTo>
                <a:close/>
              </a:path>
            </a:pathLst>
          </a:custGeom>
        </p:spPr>
      </p:pic>
      <p:sp>
        <p:nvSpPr>
          <p:cNvPr id="64" name="円/楕円 63">
            <a:extLst>
              <a:ext uri="{FF2B5EF4-FFF2-40B4-BE49-F238E27FC236}">
                <a16:creationId xmlns:a16="http://schemas.microsoft.com/office/drawing/2014/main" id="{5E42667F-7399-2294-D94B-CB84510A0E95}"/>
              </a:ext>
            </a:extLst>
          </p:cNvPr>
          <p:cNvSpPr/>
          <p:nvPr userDrawn="1"/>
        </p:nvSpPr>
        <p:spPr>
          <a:xfrm>
            <a:off x="3261092" y="1890018"/>
            <a:ext cx="374904" cy="37490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pic>
        <p:nvPicPr>
          <p:cNvPr id="26" name="グラフィック 25" hidden="1">
            <a:extLst>
              <a:ext uri="{FF2B5EF4-FFF2-40B4-BE49-F238E27FC236}">
                <a16:creationId xmlns:a16="http://schemas.microsoft.com/office/drawing/2014/main" id="{422E8005-83A8-3555-6EFB-842E78C629DF}"/>
              </a:ext>
            </a:extLst>
          </p:cNvPr>
          <p:cNvPicPr>
            <a:picLocks noChangeAspect="1"/>
          </p:cNvPicPr>
          <p:nvPr/>
        </p:nvPicPr>
        <p:blipFill rotWithShape="1">
          <a:blip>
            <a:extLst>
              <a:ext uri="{96DAC541-7B7A-43D3-8B79-37D633B846F1}">
                <asvg:svgBlip xmlns:asvg="http://schemas.microsoft.com/office/drawing/2016/SVG/main" r:embed="rId5"/>
              </a:ext>
            </a:extLst>
          </a:blip>
          <a:srcRect l="-162"/>
          <a:stretch/>
        </p:blipFill>
        <p:spPr>
          <a:xfrm>
            <a:off x="-6187440" y="1779373"/>
            <a:ext cx="20888725" cy="4583992"/>
          </a:xfrm>
          <a:custGeom>
            <a:avLst/>
            <a:gdLst>
              <a:gd name="connsiteX0" fmla="*/ 6153662 w 20854947"/>
              <a:gd name="connsiteY0" fmla="*/ 0 h 4583992"/>
              <a:gd name="connsiteX1" fmla="*/ 20854947 w 20854947"/>
              <a:gd name="connsiteY1" fmla="*/ 0 h 4583992"/>
              <a:gd name="connsiteX2" fmla="*/ 20854947 w 20854947"/>
              <a:gd name="connsiteY2" fmla="*/ 2190264 h 4583992"/>
              <a:gd name="connsiteX3" fmla="*/ 18345663 w 20854947"/>
              <a:gd name="connsiteY3" fmla="*/ 2190264 h 4583992"/>
              <a:gd name="connsiteX4" fmla="*/ 18345663 w 20854947"/>
              <a:gd name="connsiteY4" fmla="*/ 4583992 h 4583992"/>
              <a:gd name="connsiteX5" fmla="*/ 0 w 20854947"/>
              <a:gd name="connsiteY5" fmla="*/ 4583992 h 4583992"/>
              <a:gd name="connsiteX6" fmla="*/ 0 w 20854947"/>
              <a:gd name="connsiteY6" fmla="*/ 4313374 h 4583992"/>
              <a:gd name="connsiteX7" fmla="*/ 6153662 w 20854947"/>
              <a:gd name="connsiteY7" fmla="*/ 4313374 h 458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54947" h="4583992">
                <a:moveTo>
                  <a:pt x="6153662" y="0"/>
                </a:moveTo>
                <a:lnTo>
                  <a:pt x="20854947" y="0"/>
                </a:lnTo>
                <a:lnTo>
                  <a:pt x="20854947" y="2190264"/>
                </a:lnTo>
                <a:lnTo>
                  <a:pt x="18345663" y="2190264"/>
                </a:lnTo>
                <a:lnTo>
                  <a:pt x="18345663" y="4583992"/>
                </a:lnTo>
                <a:lnTo>
                  <a:pt x="0" y="4583992"/>
                </a:lnTo>
                <a:lnTo>
                  <a:pt x="0" y="4313374"/>
                </a:lnTo>
                <a:lnTo>
                  <a:pt x="6153662" y="4313374"/>
                </a:lnTo>
                <a:close/>
              </a:path>
            </a:pathLst>
          </a:custGeom>
        </p:spPr>
      </p:pic>
      <p:sp>
        <p:nvSpPr>
          <p:cNvPr id="73" name="タイトル 1">
            <a:extLst>
              <a:ext uri="{FF2B5EF4-FFF2-40B4-BE49-F238E27FC236}">
                <a16:creationId xmlns:a16="http://schemas.microsoft.com/office/drawing/2014/main" id="{11BE7A0F-8563-C84F-54DB-CF04C6DAD8AC}"/>
              </a:ext>
            </a:extLst>
          </p:cNvPr>
          <p:cNvSpPr>
            <a:spLocks noGrp="1"/>
          </p:cNvSpPr>
          <p:nvPr>
            <p:ph type="title"/>
          </p:nvPr>
        </p:nvSpPr>
        <p:spPr>
          <a:xfrm>
            <a:off x="5985583" y="2214823"/>
            <a:ext cx="3769859" cy="1975104"/>
          </a:xfrm>
        </p:spPr>
        <p:txBody>
          <a:bodyPr rtlCol="0" anchor="b">
            <a:noAutofit/>
          </a:bodyPr>
          <a:lstStyle>
            <a:lvl1pPr>
              <a:defRPr sz="5400" baseline="0">
                <a:latin typeface="+mj-ea"/>
                <a:ea typeface="+mj-ea"/>
              </a:defRPr>
            </a:lvl1pPr>
          </a:lstStyle>
          <a:p>
            <a:pPr rtl="0"/>
            <a:r>
              <a:rPr lang="ja-JP" altLang="en-US" noProof="0" dirty="0"/>
              <a:t>マスター タイトルの書式設定</a:t>
            </a:r>
          </a:p>
        </p:txBody>
      </p:sp>
      <p:sp>
        <p:nvSpPr>
          <p:cNvPr id="3" name="テキスト プレースホルダー 2">
            <a:extLst>
              <a:ext uri="{FF2B5EF4-FFF2-40B4-BE49-F238E27FC236}">
                <a16:creationId xmlns:a16="http://schemas.microsoft.com/office/drawing/2014/main" id="{CE354F95-4CC9-871D-2B3D-873AB0B21342}"/>
              </a:ext>
            </a:extLst>
          </p:cNvPr>
          <p:cNvSpPr>
            <a:spLocks noGrp="1"/>
          </p:cNvSpPr>
          <p:nvPr>
            <p:ph type="body" idx="1" hasCustomPrompt="1"/>
          </p:nvPr>
        </p:nvSpPr>
        <p:spPr>
          <a:xfrm>
            <a:off x="5996231" y="4278235"/>
            <a:ext cx="3081528" cy="1170432"/>
          </a:xfrm>
        </p:spPr>
        <p:txBody>
          <a:bodyPr rtlCol="0">
            <a:normAutofit/>
          </a:bodyPr>
          <a:lstStyle>
            <a:lvl1pPr marL="0" indent="0">
              <a:lnSpc>
                <a:spcPct val="90000"/>
              </a:lnSpc>
              <a:spcBef>
                <a:spcPts val="1000"/>
              </a:spcBef>
              <a:buNone/>
              <a:defRPr sz="1800" baseline="0">
                <a:solidFill>
                  <a:schemeClr val="tx1"/>
                </a:solidFill>
                <a:latin typeface="Meiryo UI" panose="020B0604030504040204" pitchFamily="50" charset="-128"/>
                <a:ea typeface="Meiryo UI" panose="020B0604030504040204" pitchFamily="50"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ja-JP" altLang="en-US" noProof="0"/>
              <a:t>クリックしてマスター テキストのスタイルを編集</a:t>
            </a:r>
          </a:p>
        </p:txBody>
      </p:sp>
    </p:spTree>
    <p:extLst>
      <p:ext uri="{BB962C8B-B14F-4D97-AF65-F5344CB8AC3E}">
        <p14:creationId xmlns:p14="http://schemas.microsoft.com/office/powerpoint/2010/main" val="27727608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1" name="テキスト プレースホルダー 9">
            <a:extLst>
              <a:ext uri="{FF2B5EF4-FFF2-40B4-BE49-F238E27FC236}">
                <a16:creationId xmlns:a16="http://schemas.microsoft.com/office/drawing/2014/main" id="{F45380E4-4280-4D6A-412C-BEC95C8CA786}"/>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baseline="0">
                <a:noFill/>
                <a:latin typeface="Meiryo UI" panose="020B0604030504040204" pitchFamily="50" charset="-128"/>
              </a:defRPr>
            </a:lvl1pPr>
          </a:lstStyle>
          <a:p>
            <a:pPr lvl="0" rtl="0"/>
            <a:r>
              <a:rPr lang="en-US" altLang="ja-JP" noProof="0"/>
              <a:t>X</a:t>
            </a:r>
          </a:p>
        </p:txBody>
      </p:sp>
      <p:sp>
        <p:nvSpPr>
          <p:cNvPr id="6" name="タイトル 5">
            <a:extLst>
              <a:ext uri="{FF2B5EF4-FFF2-40B4-BE49-F238E27FC236}">
                <a16:creationId xmlns:a16="http://schemas.microsoft.com/office/drawing/2014/main" id="{1E2DEC6B-E418-F7FA-5D06-66914BE64098}"/>
              </a:ext>
            </a:extLst>
          </p:cNvPr>
          <p:cNvSpPr>
            <a:spLocks noGrp="1"/>
          </p:cNvSpPr>
          <p:nvPr>
            <p:ph type="title"/>
          </p:nvPr>
        </p:nvSpPr>
        <p:spPr/>
        <p:txBody>
          <a:bodyPr rtlCol="0"/>
          <a:lstStyle>
            <a:lvl1pPr>
              <a:defRPr baseline="0">
                <a:latin typeface="Meiryo UI" panose="020B0604030504040204" pitchFamily="50" charset="-128"/>
              </a:defRPr>
            </a:lvl1pPr>
          </a:lstStyle>
          <a:p>
            <a:pPr rtl="0"/>
            <a:r>
              <a:rPr lang="ja-JP" altLang="en-US" noProof="0" dirty="0"/>
              <a:t>マスター タイトルの書式設定</a:t>
            </a:r>
          </a:p>
        </p:txBody>
      </p:sp>
      <p:sp>
        <p:nvSpPr>
          <p:cNvPr id="22" name="フッター プレースホルダー 21">
            <a:extLst>
              <a:ext uri="{FF2B5EF4-FFF2-40B4-BE49-F238E27FC236}">
                <a16:creationId xmlns:a16="http://schemas.microsoft.com/office/drawing/2014/main" id="{CDBC6FA3-472C-62C4-429A-28029D228DD1}"/>
              </a:ext>
            </a:extLst>
          </p:cNvPr>
          <p:cNvSpPr>
            <a:spLocks noGrp="1"/>
          </p:cNvSpPr>
          <p:nvPr>
            <p:ph type="ftr" sz="quarter" idx="14"/>
          </p:nvPr>
        </p:nvSpPr>
        <p:spPr/>
        <p:txBody>
          <a:bodyPr rtlCol="0"/>
          <a:lstStyle>
            <a:lvl1pPr>
              <a:defRPr baseline="0">
                <a:latin typeface="Meiryo UI" panose="020B0604030504040204" pitchFamily="50" charset="-128"/>
              </a:defRPr>
            </a:lvl1pPr>
          </a:lstStyle>
          <a:p>
            <a:endParaRPr lang="ja-JP" altLang="en-US"/>
          </a:p>
        </p:txBody>
      </p:sp>
      <p:sp>
        <p:nvSpPr>
          <p:cNvPr id="23" name="スライド番号プレースホルダー 22">
            <a:extLst>
              <a:ext uri="{FF2B5EF4-FFF2-40B4-BE49-F238E27FC236}">
                <a16:creationId xmlns:a16="http://schemas.microsoft.com/office/drawing/2014/main" id="{F0B4C4FF-8EF1-767D-7C77-03D625E4B321}"/>
              </a:ext>
            </a:extLst>
          </p:cNvPr>
          <p:cNvSpPr>
            <a:spLocks noGrp="1"/>
          </p:cNvSpPr>
          <p:nvPr>
            <p:ph type="sldNum" sz="quarter" idx="15"/>
          </p:nvPr>
        </p:nvSpPr>
        <p:spPr/>
        <p:txBody>
          <a:bodyPr rtlCol="0"/>
          <a:lstStyle>
            <a:lvl1pPr>
              <a:defRPr b="1" baseline="0">
                <a:latin typeface="+mn-ea"/>
                <a:ea typeface="+mn-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29923964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7" name="テキスト プレースホルダー 9">
            <a:extLst>
              <a:ext uri="{FF2B5EF4-FFF2-40B4-BE49-F238E27FC236}">
                <a16:creationId xmlns:a16="http://schemas.microsoft.com/office/drawing/2014/main" id="{A48C42A6-E4A3-57E4-DBFE-86C89D6D36CD}"/>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a:noFill/>
              </a:defRPr>
            </a:lvl1pPr>
          </a:lstStyle>
          <a:p>
            <a:pPr lvl="0" rtl="0"/>
            <a:r>
              <a:rPr lang="en-US" altLang="ja-JP" noProof="0"/>
              <a:t>X</a:t>
            </a:r>
          </a:p>
        </p:txBody>
      </p:sp>
      <p:sp>
        <p:nvSpPr>
          <p:cNvPr id="5" name="フッター プレースホルダー 4">
            <a:extLst>
              <a:ext uri="{FF2B5EF4-FFF2-40B4-BE49-F238E27FC236}">
                <a16:creationId xmlns:a16="http://schemas.microsoft.com/office/drawing/2014/main" id="{D90272D4-D364-93D2-A948-9DD478627EAA}"/>
              </a:ext>
            </a:extLst>
          </p:cNvPr>
          <p:cNvSpPr>
            <a:spLocks noGrp="1"/>
          </p:cNvSpPr>
          <p:nvPr>
            <p:ph type="ftr" sz="quarter" idx="10"/>
          </p:nvPr>
        </p:nvSpPr>
        <p:spPr/>
        <p:txBody>
          <a:bodyPr rtlCol="0"/>
          <a:lstStyle/>
          <a:p>
            <a:pPr rtl="0"/>
            <a:endParaRPr lang="ja-JP" altLang="en-US" noProof="0"/>
          </a:p>
        </p:txBody>
      </p:sp>
      <p:sp>
        <p:nvSpPr>
          <p:cNvPr id="6" name="スライド番号プレースホルダー 5">
            <a:extLst>
              <a:ext uri="{FF2B5EF4-FFF2-40B4-BE49-F238E27FC236}">
                <a16:creationId xmlns:a16="http://schemas.microsoft.com/office/drawing/2014/main" id="{164DD4E5-F3CE-6199-31DD-1C03C409E0CC}"/>
              </a:ext>
            </a:extLst>
          </p:cNvPr>
          <p:cNvSpPr>
            <a:spLocks noGrp="1"/>
          </p:cNvSpPr>
          <p:nvPr>
            <p:ph type="sldNum" sz="quarter" idx="11"/>
          </p:nvPr>
        </p:nvSpPr>
        <p:spPr/>
        <p:txBody>
          <a:bodyPr rtlCol="0"/>
          <a:lstStyle>
            <a:lvl1pPr>
              <a:defRPr b="1">
                <a:latin typeface="+mn-ea"/>
                <a:ea typeface="+mn-ea"/>
              </a:defRPr>
            </a:lvl1pPr>
          </a:lstStyle>
          <a:p>
            <a:fld id="{CC43B8D3-9A08-F84C-9DD4-44948BA52D4B}" type="slidenum">
              <a:rPr lang="en-US" altLang="ja-JP" smtClean="0"/>
              <a:pPr/>
              <a:t>‹#›</a:t>
            </a:fld>
            <a:endParaRPr lang="ja-JP" altLang="en-US" b="1"/>
          </a:p>
        </p:txBody>
      </p:sp>
    </p:spTree>
    <p:extLst>
      <p:ext uri="{BB962C8B-B14F-4D97-AF65-F5344CB8AC3E}">
        <p14:creationId xmlns:p14="http://schemas.microsoft.com/office/powerpoint/2010/main" val="17171291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キャプション付きのコンテンツ">
    <p:spTree>
      <p:nvGrpSpPr>
        <p:cNvPr id="1" name=""/>
        <p:cNvGrpSpPr/>
        <p:nvPr/>
      </p:nvGrpSpPr>
      <p:grpSpPr>
        <a:xfrm>
          <a:off x="0" y="0"/>
          <a:ext cx="0" cy="0"/>
          <a:chOff x="0" y="0"/>
          <a:chExt cx="0" cy="0"/>
        </a:xfrm>
      </p:grpSpPr>
      <p:sp>
        <p:nvSpPr>
          <p:cNvPr id="9" name="テキスト プレースホルダー 9">
            <a:extLst>
              <a:ext uri="{FF2B5EF4-FFF2-40B4-BE49-F238E27FC236}">
                <a16:creationId xmlns:a16="http://schemas.microsoft.com/office/drawing/2014/main" id="{3FA20FC2-E959-7E20-4647-E505BD8BE4F6}"/>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a:noFill/>
              </a:defRPr>
            </a:lvl1pPr>
          </a:lstStyle>
          <a:p>
            <a:pPr lvl="0" rtl="0"/>
            <a:r>
              <a:rPr lang="en-US" altLang="ja-JP" noProof="0"/>
              <a:t>X</a:t>
            </a:r>
          </a:p>
        </p:txBody>
      </p:sp>
      <p:sp>
        <p:nvSpPr>
          <p:cNvPr id="3" name="コンテンツ プレースホルダー 2">
            <a:extLst>
              <a:ext uri="{FF2B5EF4-FFF2-40B4-BE49-F238E27FC236}">
                <a16:creationId xmlns:a16="http://schemas.microsoft.com/office/drawing/2014/main" id="{F9A56E61-4EF1-44C9-6CC9-6876765A738C}"/>
              </a:ext>
            </a:extLst>
          </p:cNvPr>
          <p:cNvSpPr>
            <a:spLocks noGrp="1"/>
          </p:cNvSpPr>
          <p:nvPr>
            <p:ph idx="1" hasCustomPrompt="1"/>
          </p:nvPr>
        </p:nvSpPr>
        <p:spPr>
          <a:xfrm>
            <a:off x="5183188" y="2057400"/>
            <a:ext cx="6172200" cy="4069080"/>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4" name="テキスト プレースホルダー 3">
            <a:extLst>
              <a:ext uri="{FF2B5EF4-FFF2-40B4-BE49-F238E27FC236}">
                <a16:creationId xmlns:a16="http://schemas.microsoft.com/office/drawing/2014/main" id="{FA7802A7-DF1B-DE1B-4EA4-055C59350761}"/>
              </a:ext>
            </a:extLst>
          </p:cNvPr>
          <p:cNvSpPr>
            <a:spLocks noGrp="1"/>
          </p:cNvSpPr>
          <p:nvPr>
            <p:ph type="body" sz="half" idx="2" hasCustomPrompt="1"/>
          </p:nvPr>
        </p:nvSpPr>
        <p:spPr>
          <a:xfrm>
            <a:off x="839788" y="2057400"/>
            <a:ext cx="3932237" cy="4069080"/>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ja-JP" altLang="en-US" noProof="0" dirty="0"/>
              <a:t>クリックしてマスター テキストのスタイルを編集</a:t>
            </a:r>
          </a:p>
        </p:txBody>
      </p:sp>
      <p:sp>
        <p:nvSpPr>
          <p:cNvPr id="8" name="タイトル 7">
            <a:extLst>
              <a:ext uri="{FF2B5EF4-FFF2-40B4-BE49-F238E27FC236}">
                <a16:creationId xmlns:a16="http://schemas.microsoft.com/office/drawing/2014/main" id="{FB2F4222-9F0A-A7FE-DFA4-39F2D1A27DA7}"/>
              </a:ext>
            </a:extLst>
          </p:cNvPr>
          <p:cNvSpPr>
            <a:spLocks noGrp="1"/>
          </p:cNvSpPr>
          <p:nvPr>
            <p:ph type="title"/>
          </p:nvPr>
        </p:nvSpPr>
        <p:spPr/>
        <p:txBody>
          <a:bodyPr rtlCol="0"/>
          <a:lstStyle/>
          <a:p>
            <a:pPr rtl="0"/>
            <a:r>
              <a:rPr lang="ja-JP" altLang="en-US" noProof="0"/>
              <a:t>マスター タイトルの書式設定</a:t>
            </a:r>
          </a:p>
        </p:txBody>
      </p:sp>
      <p:sp>
        <p:nvSpPr>
          <p:cNvPr id="10" name="フッター プレースホルダー 9">
            <a:extLst>
              <a:ext uri="{FF2B5EF4-FFF2-40B4-BE49-F238E27FC236}">
                <a16:creationId xmlns:a16="http://schemas.microsoft.com/office/drawing/2014/main" id="{A9174264-0D17-CF28-8778-3DD02FD42C48}"/>
              </a:ext>
            </a:extLst>
          </p:cNvPr>
          <p:cNvSpPr>
            <a:spLocks noGrp="1"/>
          </p:cNvSpPr>
          <p:nvPr>
            <p:ph type="ftr" sz="quarter" idx="14"/>
          </p:nvPr>
        </p:nvSpPr>
        <p:spPr/>
        <p:txBody>
          <a:bodyPr rtlCol="0"/>
          <a:lstStyle/>
          <a:p>
            <a:pPr rtl="0"/>
            <a:endParaRPr lang="ja-JP" altLang="en-US" noProof="0"/>
          </a:p>
        </p:txBody>
      </p:sp>
      <p:sp>
        <p:nvSpPr>
          <p:cNvPr id="11" name="スライド番号プレースホルダー 10">
            <a:extLst>
              <a:ext uri="{FF2B5EF4-FFF2-40B4-BE49-F238E27FC236}">
                <a16:creationId xmlns:a16="http://schemas.microsoft.com/office/drawing/2014/main" id="{4FFFA002-049D-7794-5114-044DA2B571DB}"/>
              </a:ext>
            </a:extLst>
          </p:cNvPr>
          <p:cNvSpPr>
            <a:spLocks noGrp="1"/>
          </p:cNvSpPr>
          <p:nvPr>
            <p:ph type="sldNum" sz="quarter" idx="15"/>
          </p:nvPr>
        </p:nvSpPr>
        <p:spPr/>
        <p:txBody>
          <a:bodyPr rtlCol="0"/>
          <a:lstStyle/>
          <a:p>
            <a:pPr rtl="0"/>
            <a:fld id="{CC43B8D3-9A08-F84C-9DD4-44948BA52D4B}" type="slidenum">
              <a:rPr lang="en-US" altLang="ja-JP" noProof="0" smtClean="0"/>
              <a:pPr/>
              <a:t>‹#›</a:t>
            </a:fld>
            <a:endParaRPr lang="ja-JP" altLang="en-US" noProof="0"/>
          </a:p>
        </p:txBody>
      </p:sp>
    </p:spTree>
    <p:extLst>
      <p:ext uri="{BB962C8B-B14F-4D97-AF65-F5344CB8AC3E}">
        <p14:creationId xmlns:p14="http://schemas.microsoft.com/office/powerpoint/2010/main" val="32499120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キャプション付きの図">
    <p:spTree>
      <p:nvGrpSpPr>
        <p:cNvPr id="1" name=""/>
        <p:cNvGrpSpPr/>
        <p:nvPr/>
      </p:nvGrpSpPr>
      <p:grpSpPr>
        <a:xfrm>
          <a:off x="0" y="0"/>
          <a:ext cx="0" cy="0"/>
          <a:chOff x="0" y="0"/>
          <a:chExt cx="0" cy="0"/>
        </a:xfrm>
      </p:grpSpPr>
      <p:sp>
        <p:nvSpPr>
          <p:cNvPr id="11" name="テキスト プレースホルダー 9">
            <a:extLst>
              <a:ext uri="{FF2B5EF4-FFF2-40B4-BE49-F238E27FC236}">
                <a16:creationId xmlns:a16="http://schemas.microsoft.com/office/drawing/2014/main" id="{F54A2A46-C45B-ED08-EE41-CEC7D354733A}"/>
              </a:ext>
            </a:extLst>
          </p:cNvPr>
          <p:cNvSpPr>
            <a:spLocks noGrp="1"/>
          </p:cNvSpPr>
          <p:nvPr>
            <p:ph type="body" sz="quarter" idx="13" hasCustomPrompt="1"/>
          </p:nvPr>
        </p:nvSpPr>
        <p:spPr>
          <a:xfrm>
            <a:off x="1815806" y="793971"/>
            <a:ext cx="621792" cy="621792"/>
          </a:xfrm>
          <a:prstGeom prst="ellipse">
            <a:avLst/>
          </a:prstGeom>
          <a:solidFill>
            <a:schemeClr val="tx2"/>
          </a:solidFill>
        </p:spPr>
        <p:txBody>
          <a:bodyPr lIns="0" tIns="0" rIns="0" bIns="0" rtlCol="0" anchor="t" anchorCtr="0">
            <a:noAutofit/>
          </a:bodyPr>
          <a:lstStyle>
            <a:lvl1pPr marL="0" indent="0" algn="ctr">
              <a:lnSpc>
                <a:spcPct val="100000"/>
              </a:lnSpc>
              <a:spcBef>
                <a:spcPts val="0"/>
              </a:spcBef>
              <a:buNone/>
              <a:defRPr sz="3200" b="0">
                <a:noFill/>
              </a:defRPr>
            </a:lvl1pPr>
          </a:lstStyle>
          <a:p>
            <a:pPr lvl="0" rtl="0"/>
            <a:r>
              <a:rPr lang="en-US" altLang="ja-JP" noProof="0"/>
              <a:t>X</a:t>
            </a:r>
          </a:p>
        </p:txBody>
      </p:sp>
      <p:sp>
        <p:nvSpPr>
          <p:cNvPr id="3" name="図プレースホルダー 2">
            <a:extLst>
              <a:ext uri="{FF2B5EF4-FFF2-40B4-BE49-F238E27FC236}">
                <a16:creationId xmlns:a16="http://schemas.microsoft.com/office/drawing/2014/main" id="{3AA4EA03-DC7A-CC5C-0E56-20FDFBD152A4}"/>
              </a:ext>
            </a:extLst>
          </p:cNvPr>
          <p:cNvSpPr>
            <a:spLocks noGrp="1"/>
          </p:cNvSpPr>
          <p:nvPr>
            <p:ph type="pic" idx="1"/>
          </p:nvPr>
        </p:nvSpPr>
        <p:spPr>
          <a:xfrm>
            <a:off x="5180012" y="1725930"/>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ja-JP" altLang="en-US" noProof="0"/>
              <a:t>アイコンをクリックして図を追加</a:t>
            </a:r>
          </a:p>
        </p:txBody>
      </p:sp>
      <p:sp>
        <p:nvSpPr>
          <p:cNvPr id="4" name="テキスト プレースホルダー 3">
            <a:extLst>
              <a:ext uri="{FF2B5EF4-FFF2-40B4-BE49-F238E27FC236}">
                <a16:creationId xmlns:a16="http://schemas.microsoft.com/office/drawing/2014/main" id="{53A30CC9-5F1C-933D-A4C9-7DCE2F039EE1}"/>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ja-JP" altLang="en-US" noProof="0"/>
              <a:t>マスター テキストの書式設定</a:t>
            </a:r>
          </a:p>
        </p:txBody>
      </p:sp>
      <p:sp>
        <p:nvSpPr>
          <p:cNvPr id="8" name="フッター プレースホルダー 7">
            <a:extLst>
              <a:ext uri="{FF2B5EF4-FFF2-40B4-BE49-F238E27FC236}">
                <a16:creationId xmlns:a16="http://schemas.microsoft.com/office/drawing/2014/main" id="{04304BF9-EDC8-7868-84C1-6CCB690381DB}"/>
              </a:ext>
            </a:extLst>
          </p:cNvPr>
          <p:cNvSpPr>
            <a:spLocks noGrp="1"/>
          </p:cNvSpPr>
          <p:nvPr>
            <p:ph type="ftr" sz="quarter" idx="10"/>
          </p:nvPr>
        </p:nvSpPr>
        <p:spPr/>
        <p:txBody>
          <a:bodyPr rtlCol="0"/>
          <a:lstStyle/>
          <a:p>
            <a:pPr rtl="0"/>
            <a:endParaRPr lang="ja-JP" altLang="en-US" noProof="0"/>
          </a:p>
        </p:txBody>
      </p:sp>
      <p:sp>
        <p:nvSpPr>
          <p:cNvPr id="9" name="スライド番号プレースホルダー 8">
            <a:extLst>
              <a:ext uri="{FF2B5EF4-FFF2-40B4-BE49-F238E27FC236}">
                <a16:creationId xmlns:a16="http://schemas.microsoft.com/office/drawing/2014/main" id="{37FE0970-0DB3-2D10-BEAE-54A52070A1FE}"/>
              </a:ext>
            </a:extLst>
          </p:cNvPr>
          <p:cNvSpPr>
            <a:spLocks noGrp="1"/>
          </p:cNvSpPr>
          <p:nvPr>
            <p:ph type="sldNum" sz="quarter" idx="11"/>
          </p:nvPr>
        </p:nvSpPr>
        <p:spPr/>
        <p:txBody>
          <a:bodyPr rtlCol="0"/>
          <a:lstStyle/>
          <a:p>
            <a:pPr rtl="0"/>
            <a:fld id="{CC43B8D3-9A08-F84C-9DD4-44948BA52D4B}" type="slidenum">
              <a:rPr lang="en-US" altLang="ja-JP" noProof="0" smtClean="0"/>
              <a:pPr/>
              <a:t>‹#›</a:t>
            </a:fld>
            <a:endParaRPr lang="ja-JP" altLang="en-US" noProof="0"/>
          </a:p>
        </p:txBody>
      </p:sp>
      <p:sp>
        <p:nvSpPr>
          <p:cNvPr id="10" name="タイトル 9">
            <a:extLst>
              <a:ext uri="{FF2B5EF4-FFF2-40B4-BE49-F238E27FC236}">
                <a16:creationId xmlns:a16="http://schemas.microsoft.com/office/drawing/2014/main" id="{FC668391-E0E0-74A5-F96F-B67ECAE86D37}"/>
              </a:ext>
            </a:extLst>
          </p:cNvPr>
          <p:cNvSpPr>
            <a:spLocks noGrp="1"/>
          </p:cNvSpPr>
          <p:nvPr>
            <p:ph type="title"/>
          </p:nvPr>
        </p:nvSpPr>
        <p:spPr/>
        <p:txBody>
          <a:bodyPr rtlCol="0"/>
          <a:lstStyle/>
          <a:p>
            <a:pPr rtl="0"/>
            <a:r>
              <a:rPr lang="ja-JP" altLang="en-US" noProof="0"/>
              <a:t>マスター タイトルの書式設定</a:t>
            </a:r>
          </a:p>
        </p:txBody>
      </p:sp>
    </p:spTree>
    <p:extLst>
      <p:ext uri="{BB962C8B-B14F-4D97-AF65-F5344CB8AC3E}">
        <p14:creationId xmlns:p14="http://schemas.microsoft.com/office/powerpoint/2010/main" val="40117280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3_タイトルとコンテンツ">
    <p:spTree>
      <p:nvGrpSpPr>
        <p:cNvPr id="1" name=""/>
        <p:cNvGrpSpPr/>
        <p:nvPr/>
      </p:nvGrpSpPr>
      <p:grpSpPr>
        <a:xfrm>
          <a:off x="0" y="0"/>
          <a:ext cx="0" cy="0"/>
          <a:chOff x="0" y="0"/>
          <a:chExt cx="0" cy="0"/>
        </a:xfrm>
      </p:grpSpPr>
      <p:grpSp>
        <p:nvGrpSpPr>
          <p:cNvPr id="13" name="グループ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フリーフォーム(F)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5" name="フリーフォーム(F)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6" name="フリーフォーム(F)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grpSp>
          <p:nvGrpSpPr>
            <p:cNvPr id="9" name="グループ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フリーフォーム(F)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フリーフォーム(F)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grpSp>
      </p:grpSp>
      <p:sp>
        <p:nvSpPr>
          <p:cNvPr id="2" name="タイトル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rtlCol="0" anchor="b">
            <a:noAutofit/>
          </a:bodyPr>
          <a:lstStyle>
            <a:lvl1pPr>
              <a:defRPr lang="ja-JP" sz="4200" b="1">
                <a:latin typeface="Meiryo UI" panose="020B0604030504040204" pitchFamily="50" charset="-128"/>
                <a:ea typeface="Meiryo UI" panose="020B0604030504040204" pitchFamily="50" charset="-128"/>
              </a:defRPr>
            </a:lvl1pPr>
          </a:lstStyle>
          <a:p>
            <a:pPr rtl="0"/>
            <a:r>
              <a:rPr lang="ja-JP" dirty="0"/>
              <a:t>クリックしてタイトルを追加</a:t>
            </a:r>
          </a:p>
        </p:txBody>
      </p:sp>
      <p:sp>
        <p:nvSpPr>
          <p:cNvPr id="3" name="コンテンツ プレースホルダー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rtlCol="0">
            <a:normAutofit/>
          </a:bodyPr>
          <a:lstStyle>
            <a:lvl1pPr marL="0" indent="0">
              <a:buNone/>
              <a:defRPr lang="ja-JP">
                <a:latin typeface="Meiryo UI" panose="020B0604030504040204" pitchFamily="50" charset="-128"/>
                <a:ea typeface="Meiryo UI" panose="020B0604030504040204" pitchFamily="50" charset="-128"/>
              </a:defRPr>
            </a:lvl1pPr>
            <a:lvl2pPr marL="457200" indent="0">
              <a:buNone/>
              <a:defRPr lang="ja-JP">
                <a:latin typeface="Meiryo UI" panose="020B0604030504040204" pitchFamily="50" charset="-128"/>
                <a:ea typeface="Meiryo UI" panose="020B0604030504040204" pitchFamily="50" charset="-128"/>
              </a:defRPr>
            </a:lvl2pPr>
            <a:lvl3pPr marL="914400" indent="0">
              <a:buNone/>
              <a:defRPr lang="ja-JP">
                <a:latin typeface="Meiryo UI" panose="020B0604030504040204" pitchFamily="50" charset="-128"/>
                <a:ea typeface="Meiryo UI" panose="020B0604030504040204" pitchFamily="50" charset="-128"/>
              </a:defRPr>
            </a:lvl3pPr>
            <a:lvl4pPr marL="1371600" indent="0">
              <a:buNone/>
              <a:defRPr lang="ja-JP">
                <a:latin typeface="Meiryo UI" panose="020B0604030504040204" pitchFamily="50" charset="-128"/>
                <a:ea typeface="Meiryo UI" panose="020B0604030504040204" pitchFamily="50" charset="-128"/>
              </a:defRPr>
            </a:lvl4pPr>
            <a:lvl5pPr marL="1828800" indent="0">
              <a:buNone/>
              <a:defRPr lang="ja-JP">
                <a:latin typeface="Meiryo UI" panose="020B0604030504040204" pitchFamily="50" charset="-128"/>
                <a:ea typeface="Meiryo UI" panose="020B0604030504040204" pitchFamily="50" charset="-128"/>
              </a:defRPr>
            </a:lvl5pPr>
          </a:lstStyle>
          <a:p>
            <a:pPr lvl="0" rtl="0"/>
            <a:r>
              <a:rPr lang="ja-JP" dirty="0"/>
              <a:t>クリックしてテキストを追加</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10" name="日付プレースホルダー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ja-JP" sz="1200">
                <a:solidFill>
                  <a:schemeClr val="accent3"/>
                </a:solidFill>
                <a:latin typeface="Meiryo UI" panose="020B0604030504040204" pitchFamily="50" charset="-128"/>
                <a:ea typeface="Meiryo UI" panose="020B0604030504040204" pitchFamily="50" charset="-128"/>
              </a:defRPr>
            </a:lvl1pPr>
          </a:lstStyle>
          <a:p>
            <a:r>
              <a:rPr lang="en-US" altLang="ja-JP"/>
              <a:t>20XX/9/8</a:t>
            </a:r>
            <a:endParaRPr lang="en-US" dirty="0"/>
          </a:p>
        </p:txBody>
      </p:sp>
      <p:sp>
        <p:nvSpPr>
          <p:cNvPr id="11" name="フッター プレースホルダー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ja-JP" sz="1200">
                <a:solidFill>
                  <a:schemeClr val="accent3"/>
                </a:solidFill>
                <a:latin typeface="Meiryo UI" panose="020B0604030504040204" pitchFamily="50" charset="-128"/>
                <a:ea typeface="Meiryo UI" panose="020B0604030504040204" pitchFamily="50" charset="-128"/>
              </a:defRPr>
            </a:lvl1pPr>
          </a:lstStyle>
          <a:p>
            <a:endParaRPr lang="ja-JP" altLang="en-US" dirty="0"/>
          </a:p>
        </p:txBody>
      </p:sp>
      <p:sp>
        <p:nvSpPr>
          <p:cNvPr id="12" name="スライド番号プレースホルダー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ja-JP" sz="1200">
                <a:solidFill>
                  <a:schemeClr val="accent2"/>
                </a:solidFill>
                <a:latin typeface="Meiryo UI" panose="020B0604030504040204" pitchFamily="50" charset="-128"/>
                <a:ea typeface="Meiryo UI" panose="020B0604030504040204" pitchFamily="50" charset="-128"/>
              </a:defRPr>
            </a:lvl1pPr>
          </a:lstStyle>
          <a:p>
            <a:fld id="{294A09A9-5501-47C1-A89A-A340965A2BE2}" type="slidenum">
              <a:rPr lang="en-US" altLang="ja-JP" smtClean="0"/>
              <a:pPr/>
              <a:t>‹#›</a:t>
            </a:fld>
            <a:endParaRPr lang="en-US" altLang="en-US" dirty="0"/>
          </a:p>
        </p:txBody>
      </p:sp>
    </p:spTree>
    <p:extLst>
      <p:ext uri="{BB962C8B-B14F-4D97-AF65-F5344CB8AC3E}">
        <p14:creationId xmlns:p14="http://schemas.microsoft.com/office/powerpoint/2010/main" val="4185480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61E197C-8454-08AA-A652-357480D988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ja-JP" altLang="en-US" noProof="0" dirty="0"/>
              <a:t>マスター テキストの書式設定</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5" name="フッター プレースホルダー 4">
            <a:extLst>
              <a:ext uri="{FF2B5EF4-FFF2-40B4-BE49-F238E27FC236}">
                <a16:creationId xmlns:a16="http://schemas.microsoft.com/office/drawing/2014/main" id="{13530FAC-6DFA-F32C-E62D-5C32C06A02DC}"/>
              </a:ext>
            </a:extLst>
          </p:cNvPr>
          <p:cNvSpPr>
            <a:spLocks noGrp="1"/>
          </p:cNvSpPr>
          <p:nvPr>
            <p:ph type="ftr" sz="quarter" idx="3"/>
          </p:nvPr>
        </p:nvSpPr>
        <p:spPr>
          <a:xfrm>
            <a:off x="732271" y="6234430"/>
            <a:ext cx="4114800" cy="365125"/>
          </a:xfrm>
          <a:prstGeom prst="rect">
            <a:avLst/>
          </a:prstGeom>
        </p:spPr>
        <p:txBody>
          <a:bodyPr vert="horz" lIns="91440" tIns="45720" rIns="91440" bIns="45720" rtlCol="0" anchor="ctr"/>
          <a:lstStyle>
            <a:lvl1pPr algn="l">
              <a:defRPr sz="1200" baseline="0">
                <a:solidFill>
                  <a:schemeClr val="tx1">
                    <a:tint val="75000"/>
                  </a:schemeClr>
                </a:solidFill>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1F7B62FF-DCC3-B0E5-E9C3-736A708235A7}"/>
              </a:ext>
            </a:extLst>
          </p:cNvPr>
          <p:cNvSpPr>
            <a:spLocks noGrp="1"/>
          </p:cNvSpPr>
          <p:nvPr>
            <p:ph type="sldNum" sz="quarter" idx="4"/>
          </p:nvPr>
        </p:nvSpPr>
        <p:spPr>
          <a:xfrm>
            <a:off x="1651903" y="809244"/>
            <a:ext cx="941832" cy="621792"/>
          </a:xfrm>
          <a:prstGeom prst="rect">
            <a:avLst/>
          </a:prstGeom>
        </p:spPr>
        <p:txBody>
          <a:bodyPr vert="horz" lIns="91440" tIns="45720" rIns="91440" bIns="45720" rtlCol="0" anchor="ctr"/>
          <a:lstStyle>
            <a:lvl1pPr algn="ctr">
              <a:defRPr sz="3200" baseline="0">
                <a:solidFill>
                  <a:schemeClr val="bg2"/>
                </a:solidFill>
                <a:latin typeface="Meiryo UI" panose="020B0604030504040204" pitchFamily="50" charset="-128"/>
                <a:ea typeface="Meiryo UI" panose="020B0604030504040204" pitchFamily="50" charset="-128"/>
              </a:defRPr>
            </a:lvl1pPr>
          </a:lstStyle>
          <a:p>
            <a:fld id="{CC43B8D3-9A08-F84C-9DD4-44948BA52D4B}" type="slidenum">
              <a:rPr lang="en-US" altLang="ja-JP" smtClean="0"/>
              <a:pPr/>
              <a:t>‹#›</a:t>
            </a:fld>
            <a:endParaRPr lang="ja-JP" altLang="en-US">
              <a:latin typeface="Meiryo UI" panose="020B0604030504040204" pitchFamily="50" charset="-128"/>
              <a:ea typeface="Meiryo UI" panose="020B0604030504040204" pitchFamily="50" charset="-128"/>
            </a:endParaRPr>
          </a:p>
        </p:txBody>
      </p:sp>
      <p:sp>
        <p:nvSpPr>
          <p:cNvPr id="25" name="長方形 24">
            <a:extLst>
              <a:ext uri="{FF2B5EF4-FFF2-40B4-BE49-F238E27FC236}">
                <a16:creationId xmlns:a16="http://schemas.microsoft.com/office/drawing/2014/main" id="{0EEFFBFB-5A27-2D81-3931-C98447651EF4}"/>
              </a:ext>
            </a:extLst>
          </p:cNvPr>
          <p:cNvSpPr/>
          <p:nvPr userDrawn="1"/>
        </p:nvSpPr>
        <p:spPr>
          <a:xfrm>
            <a:off x="732271" y="723899"/>
            <a:ext cx="10727977" cy="780809"/>
          </a:xfrm>
          <a:prstGeom prst="rect">
            <a:avLst/>
          </a:prstGeom>
          <a:solidFill>
            <a:schemeClr val="bg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1" i="0" baseline="0" noProof="0" dirty="0">
              <a:latin typeface="+mn-ea"/>
              <a:ea typeface="+mn-ea"/>
            </a:endParaRPr>
          </a:p>
        </p:txBody>
      </p:sp>
      <p:sp>
        <p:nvSpPr>
          <p:cNvPr id="26" name="長方形 25">
            <a:extLst>
              <a:ext uri="{FF2B5EF4-FFF2-40B4-BE49-F238E27FC236}">
                <a16:creationId xmlns:a16="http://schemas.microsoft.com/office/drawing/2014/main" id="{5495E283-E2C6-EE8C-5FC9-96FD9B2DC537}"/>
              </a:ext>
            </a:extLst>
          </p:cNvPr>
          <p:cNvSpPr/>
          <p:nvPr userDrawn="1"/>
        </p:nvSpPr>
        <p:spPr>
          <a:xfrm>
            <a:off x="732271" y="404734"/>
            <a:ext cx="10727977" cy="319166"/>
          </a:xfrm>
          <a:prstGeom prst="rect">
            <a:avLst/>
          </a:prstGeom>
          <a:solidFill>
            <a:schemeClr val="tx2"/>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baseline="0" noProof="0">
              <a:latin typeface="Meiryo UI" panose="020B0604030504040204" pitchFamily="50" charset="-128"/>
              <a:ea typeface="Meiryo UI" panose="020B0604030504040204" pitchFamily="50" charset="-128"/>
            </a:endParaRPr>
          </a:p>
        </p:txBody>
      </p:sp>
      <p:cxnSp>
        <p:nvCxnSpPr>
          <p:cNvPr id="28" name="直線​​コネクタ(S) 27">
            <a:extLst>
              <a:ext uri="{FF2B5EF4-FFF2-40B4-BE49-F238E27FC236}">
                <a16:creationId xmlns:a16="http://schemas.microsoft.com/office/drawing/2014/main" id="{6BEB7FA7-6E9C-81BB-8E55-A22BFF734E24}"/>
              </a:ext>
            </a:extLst>
          </p:cNvPr>
          <p:cNvCxnSpPr>
            <a:cxnSpLocks/>
          </p:cNvCxnSpPr>
          <p:nvPr userDrawn="1"/>
        </p:nvCxnSpPr>
        <p:spPr>
          <a:xfrm>
            <a:off x="1655064" y="722376"/>
            <a:ext cx="0" cy="780808"/>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pic>
        <p:nvPicPr>
          <p:cNvPr id="29" name="グラフィック 28">
            <a:extLst>
              <a:ext uri="{FF2B5EF4-FFF2-40B4-BE49-F238E27FC236}">
                <a16:creationId xmlns:a16="http://schemas.microsoft.com/office/drawing/2014/main" id="{77E78B78-C9C0-6811-5C24-BA7F4E612036}"/>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rot="13498771">
            <a:off x="868523" y="778989"/>
            <a:ext cx="660389" cy="660389"/>
          </a:xfrm>
          <a:prstGeom prst="rect">
            <a:avLst/>
          </a:prstGeom>
        </p:spPr>
      </p:pic>
      <p:cxnSp>
        <p:nvCxnSpPr>
          <p:cNvPr id="32" name="直線​​コネクタ(S) 31">
            <a:extLst>
              <a:ext uri="{FF2B5EF4-FFF2-40B4-BE49-F238E27FC236}">
                <a16:creationId xmlns:a16="http://schemas.microsoft.com/office/drawing/2014/main" id="{9F9C8F7F-2A36-A3D8-7C9C-CFDFFF47B82A}"/>
              </a:ext>
            </a:extLst>
          </p:cNvPr>
          <p:cNvCxnSpPr>
            <a:cxnSpLocks/>
          </p:cNvCxnSpPr>
          <p:nvPr userDrawn="1"/>
        </p:nvCxnSpPr>
        <p:spPr>
          <a:xfrm>
            <a:off x="2593735" y="718779"/>
            <a:ext cx="0" cy="780808"/>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2" name="タイトル プレースホルダー 1">
            <a:extLst>
              <a:ext uri="{FF2B5EF4-FFF2-40B4-BE49-F238E27FC236}">
                <a16:creationId xmlns:a16="http://schemas.microsoft.com/office/drawing/2014/main" id="{3E59602F-1B68-185F-6DA7-FDDA1F06ACC2}"/>
              </a:ext>
            </a:extLst>
          </p:cNvPr>
          <p:cNvSpPr>
            <a:spLocks noGrp="1"/>
          </p:cNvSpPr>
          <p:nvPr>
            <p:ph type="title"/>
          </p:nvPr>
        </p:nvSpPr>
        <p:spPr>
          <a:xfrm>
            <a:off x="2697480" y="731520"/>
            <a:ext cx="8762246" cy="777240"/>
          </a:xfrm>
          <a:prstGeom prst="rect">
            <a:avLst/>
          </a:prstGeom>
        </p:spPr>
        <p:txBody>
          <a:bodyPr vert="horz" lIns="91440" tIns="45720" rIns="91440" bIns="45720" rtlCol="0" anchor="ctr">
            <a:noAutofit/>
          </a:bodyPr>
          <a:lstStyle/>
          <a:p>
            <a:pPr rtl="0"/>
            <a:r>
              <a:rPr lang="ja-JP" altLang="en-US" noProof="0" dirty="0"/>
              <a:t>マスター タイトルの書式設定</a:t>
            </a:r>
          </a:p>
        </p:txBody>
      </p:sp>
    </p:spTree>
    <p:extLst>
      <p:ext uri="{BB962C8B-B14F-4D97-AF65-F5344CB8AC3E}">
        <p14:creationId xmlns:p14="http://schemas.microsoft.com/office/powerpoint/2010/main" val="372648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1" r:id="rId4"/>
    <p:sldLayoutId id="2147483658" r:id="rId5"/>
    <p:sldLayoutId id="2147483663" r:id="rId6"/>
    <p:sldLayoutId id="2147483664" r:id="rId7"/>
    <p:sldLayoutId id="2147483659" r:id="rId8"/>
    <p:sldLayoutId id="2147483660" r:id="rId9"/>
    <p:sldLayoutId id="2147483661" r:id="rId10"/>
    <p:sldLayoutId id="2147483652" r:id="rId11"/>
    <p:sldLayoutId id="2147483667" r:id="rId12"/>
    <p:sldLayoutId id="2147483653" r:id="rId13"/>
    <p:sldLayoutId id="2147483668" r:id="rId14"/>
    <p:sldLayoutId id="2147483665" r:id="rId15"/>
    <p:sldLayoutId id="2147483666" r:id="rId16"/>
    <p:sldLayoutId id="2147483654" r:id="rId17"/>
    <p:sldLayoutId id="2147483655" r:id="rId18"/>
    <p:sldLayoutId id="2147483656" r:id="rId19"/>
    <p:sldLayoutId id="2147483657" r:id="rId20"/>
    <p:sldLayoutId id="2147483669" r:id="rId21"/>
  </p:sldLayoutIdLst>
  <p:hf hdr="0" ftr="0" dt="0"/>
  <p:txStyles>
    <p:titleStyle>
      <a:lvl1pPr algn="l" defTabSz="914400" rtl="0" eaLnBrk="1" latinLnBrk="0" hangingPunct="1">
        <a:lnSpc>
          <a:spcPct val="90000"/>
        </a:lnSpc>
        <a:spcBef>
          <a:spcPct val="0"/>
        </a:spcBef>
        <a:buNone/>
        <a:defRPr kumimoji="1" sz="4000" b="1" kern="1200" baseline="0">
          <a:solidFill>
            <a:schemeClr val="tx1"/>
          </a:solidFill>
          <a:latin typeface="+mj-ea"/>
          <a:ea typeface="+mj-ea"/>
          <a:cs typeface="+mj-cs"/>
        </a:defRPr>
      </a:lvl1pPr>
    </p:titleStyle>
    <p:bodyStyle>
      <a:lvl1pPr marL="283464" indent="-283464" algn="l" defTabSz="914400" rtl="0" eaLnBrk="1" latinLnBrk="0" hangingPunct="1">
        <a:lnSpc>
          <a:spcPct val="100000"/>
        </a:lnSpc>
        <a:spcBef>
          <a:spcPts val="0"/>
        </a:spcBef>
        <a:buFont typeface="Arial" panose="020B0604020202020204" pitchFamily="34" charset="0"/>
        <a:buChar char="•"/>
        <a:defRPr kumimoji="1" sz="2800" kern="1200" baseline="0">
          <a:solidFill>
            <a:schemeClr val="tx1"/>
          </a:solidFill>
          <a:latin typeface="+mn-ea"/>
          <a:ea typeface="+mn-ea"/>
          <a:cs typeface="+mn-cs"/>
        </a:defRPr>
      </a:lvl1pPr>
      <a:lvl2pPr marL="566928" indent="-283464"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n-ea"/>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n-ea"/>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ea"/>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e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528762-BFD9-B53C-F438-D440DBFDD2F9}"/>
              </a:ext>
            </a:extLst>
          </p:cNvPr>
          <p:cNvSpPr>
            <a:spLocks noGrp="1"/>
          </p:cNvSpPr>
          <p:nvPr>
            <p:ph type="ctrTitle"/>
          </p:nvPr>
        </p:nvSpPr>
        <p:spPr>
          <a:xfrm>
            <a:off x="2724911" y="2359152"/>
            <a:ext cx="7068017" cy="1883664"/>
          </a:xfrm>
        </p:spPr>
        <p:txBody>
          <a:bodyPr rtlCol="0"/>
          <a:lstStyle/>
          <a:p>
            <a:pPr rtl="0"/>
            <a:r>
              <a:rPr lang="ja-JP" altLang="en-US" b="1" dirty="0"/>
              <a:t>小型ロケット向け</a:t>
            </a:r>
            <a:br>
              <a:rPr lang="en-US" altLang="ja-JP" b="1" dirty="0"/>
            </a:br>
            <a:r>
              <a:rPr lang="ja-JP" altLang="en-US" b="1" dirty="0"/>
              <a:t>衛星航法装置の開発</a:t>
            </a:r>
          </a:p>
        </p:txBody>
      </p:sp>
      <p:sp>
        <p:nvSpPr>
          <p:cNvPr id="3" name="サブタイトル 2">
            <a:extLst>
              <a:ext uri="{FF2B5EF4-FFF2-40B4-BE49-F238E27FC236}">
                <a16:creationId xmlns:a16="http://schemas.microsoft.com/office/drawing/2014/main" id="{A57451B7-2A25-8813-BC77-07DE3529FCEE}"/>
              </a:ext>
            </a:extLst>
          </p:cNvPr>
          <p:cNvSpPr>
            <a:spLocks noGrp="1"/>
          </p:cNvSpPr>
          <p:nvPr>
            <p:ph type="subTitle" idx="1"/>
          </p:nvPr>
        </p:nvSpPr>
        <p:spPr>
          <a:xfrm>
            <a:off x="2724911" y="4176448"/>
            <a:ext cx="5943600" cy="734766"/>
          </a:xfrm>
        </p:spPr>
        <p:txBody>
          <a:bodyPr rtlCol="0">
            <a:normAutofit/>
          </a:bodyPr>
          <a:lstStyle/>
          <a:p>
            <a:pPr rtl="0"/>
            <a:r>
              <a:rPr lang="ja-JP" altLang="en-US" b="1" dirty="0"/>
              <a:t>福岡政大、西尾和俊</a:t>
            </a:r>
          </a:p>
        </p:txBody>
      </p:sp>
    </p:spTree>
    <p:extLst>
      <p:ext uri="{BB962C8B-B14F-4D97-AF65-F5344CB8AC3E}">
        <p14:creationId xmlns:p14="http://schemas.microsoft.com/office/powerpoint/2010/main" val="2827593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FD6DF6-5B25-79AF-09F2-0008B7DD2526}"/>
              </a:ext>
            </a:extLst>
          </p:cNvPr>
          <p:cNvSpPr>
            <a:spLocks noGrp="1"/>
          </p:cNvSpPr>
          <p:nvPr>
            <p:ph type="title"/>
          </p:nvPr>
        </p:nvSpPr>
        <p:spPr/>
        <p:txBody>
          <a:bodyPr rtlCol="0"/>
          <a:lstStyle/>
          <a:p>
            <a:pPr rtl="0"/>
            <a:r>
              <a:rPr lang="ja-JP" altLang="en-US" b="1" dirty="0"/>
              <a:t>目次</a:t>
            </a:r>
          </a:p>
        </p:txBody>
      </p:sp>
      <p:sp>
        <p:nvSpPr>
          <p:cNvPr id="3" name="テキスト プレースホルダー 2">
            <a:extLst>
              <a:ext uri="{FF2B5EF4-FFF2-40B4-BE49-F238E27FC236}">
                <a16:creationId xmlns:a16="http://schemas.microsoft.com/office/drawing/2014/main" id="{0FA49DED-F98B-AA29-6402-0A09C4EFE003}"/>
              </a:ext>
            </a:extLst>
          </p:cNvPr>
          <p:cNvSpPr>
            <a:spLocks noGrp="1"/>
          </p:cNvSpPr>
          <p:nvPr>
            <p:ph type="body" sz="quarter" idx="13"/>
          </p:nvPr>
        </p:nvSpPr>
        <p:spPr/>
        <p:txBody>
          <a:bodyPr rtlCol="0"/>
          <a:lstStyle/>
          <a:p>
            <a:pPr rtl="0"/>
            <a:r>
              <a:rPr lang="ja-JP" altLang="en-US" sz="3900" b="1" dirty="0"/>
              <a:t>チーム紹介</a:t>
            </a:r>
          </a:p>
        </p:txBody>
      </p:sp>
      <p:sp>
        <p:nvSpPr>
          <p:cNvPr id="48" name="テキスト プレースホルダー 47">
            <a:extLst>
              <a:ext uri="{FF2B5EF4-FFF2-40B4-BE49-F238E27FC236}">
                <a16:creationId xmlns:a16="http://schemas.microsoft.com/office/drawing/2014/main" id="{B79EAB77-EA1B-845C-B39D-F4147B3C0E4B}"/>
              </a:ext>
            </a:extLst>
          </p:cNvPr>
          <p:cNvSpPr>
            <a:spLocks noGrp="1"/>
          </p:cNvSpPr>
          <p:nvPr>
            <p:ph type="body" sz="quarter" idx="18"/>
          </p:nvPr>
        </p:nvSpPr>
        <p:spPr/>
        <p:txBody>
          <a:bodyPr rtlCol="0"/>
          <a:lstStyle/>
          <a:p>
            <a:pPr rtl="0"/>
            <a:r>
              <a:rPr lang="en-US" altLang="ja-JP" sz="3900" b="1" dirty="0"/>
              <a:t>3</a:t>
            </a:r>
          </a:p>
        </p:txBody>
      </p:sp>
      <p:sp>
        <p:nvSpPr>
          <p:cNvPr id="4" name="テキスト プレースホルダー 3">
            <a:extLst>
              <a:ext uri="{FF2B5EF4-FFF2-40B4-BE49-F238E27FC236}">
                <a16:creationId xmlns:a16="http://schemas.microsoft.com/office/drawing/2014/main" id="{EBBAF7CB-A8CE-582C-C1DB-E6D72AC69A46}"/>
              </a:ext>
            </a:extLst>
          </p:cNvPr>
          <p:cNvSpPr>
            <a:spLocks noGrp="1"/>
          </p:cNvSpPr>
          <p:nvPr>
            <p:ph type="body" sz="quarter" idx="14"/>
          </p:nvPr>
        </p:nvSpPr>
        <p:spPr/>
        <p:txBody>
          <a:bodyPr rtlCol="0"/>
          <a:lstStyle/>
          <a:p>
            <a:r>
              <a:rPr lang="ja-JP" altLang="en-US" sz="3900" b="1" dirty="0"/>
              <a:t>ロケットの航法装置</a:t>
            </a:r>
          </a:p>
        </p:txBody>
      </p:sp>
      <p:sp>
        <p:nvSpPr>
          <p:cNvPr id="49" name="テキスト プレースホルダー 48">
            <a:extLst>
              <a:ext uri="{FF2B5EF4-FFF2-40B4-BE49-F238E27FC236}">
                <a16:creationId xmlns:a16="http://schemas.microsoft.com/office/drawing/2014/main" id="{9AD6ED5E-6255-A10D-1B61-1C38A65A0172}"/>
              </a:ext>
            </a:extLst>
          </p:cNvPr>
          <p:cNvSpPr>
            <a:spLocks noGrp="1"/>
          </p:cNvSpPr>
          <p:nvPr>
            <p:ph type="body" sz="quarter" idx="19"/>
          </p:nvPr>
        </p:nvSpPr>
        <p:spPr/>
        <p:txBody>
          <a:bodyPr rtlCol="0"/>
          <a:lstStyle/>
          <a:p>
            <a:pPr rtl="0"/>
            <a:r>
              <a:rPr lang="en-US" altLang="ja-JP" sz="3900" b="1" dirty="0"/>
              <a:t>4</a:t>
            </a:r>
          </a:p>
        </p:txBody>
      </p:sp>
      <p:sp>
        <p:nvSpPr>
          <p:cNvPr id="5" name="テキスト プレースホルダー 4">
            <a:extLst>
              <a:ext uri="{FF2B5EF4-FFF2-40B4-BE49-F238E27FC236}">
                <a16:creationId xmlns:a16="http://schemas.microsoft.com/office/drawing/2014/main" id="{21C403DC-3521-3A53-9255-0D192EBD4F25}"/>
              </a:ext>
            </a:extLst>
          </p:cNvPr>
          <p:cNvSpPr>
            <a:spLocks noGrp="1"/>
          </p:cNvSpPr>
          <p:nvPr>
            <p:ph type="body" sz="quarter" idx="15"/>
          </p:nvPr>
        </p:nvSpPr>
        <p:spPr/>
        <p:txBody>
          <a:bodyPr rtlCol="0"/>
          <a:lstStyle/>
          <a:p>
            <a:r>
              <a:rPr lang="ja-JP" altLang="en-US" sz="3900" b="1" dirty="0"/>
              <a:t>本装置のターゲット</a:t>
            </a:r>
          </a:p>
        </p:txBody>
      </p:sp>
      <p:sp>
        <p:nvSpPr>
          <p:cNvPr id="50" name="テキスト プレースホルダー 49">
            <a:extLst>
              <a:ext uri="{FF2B5EF4-FFF2-40B4-BE49-F238E27FC236}">
                <a16:creationId xmlns:a16="http://schemas.microsoft.com/office/drawing/2014/main" id="{725D92A4-EE14-BE47-EFF6-F0FD3F4AE66E}"/>
              </a:ext>
            </a:extLst>
          </p:cNvPr>
          <p:cNvSpPr>
            <a:spLocks noGrp="1"/>
          </p:cNvSpPr>
          <p:nvPr>
            <p:ph type="body" sz="quarter" idx="20"/>
          </p:nvPr>
        </p:nvSpPr>
        <p:spPr/>
        <p:txBody>
          <a:bodyPr rtlCol="0"/>
          <a:lstStyle/>
          <a:p>
            <a:pPr rtl="0"/>
            <a:r>
              <a:rPr lang="en-US" altLang="ja-JP" sz="3900" b="1"/>
              <a:t>6</a:t>
            </a:r>
          </a:p>
        </p:txBody>
      </p:sp>
      <p:sp>
        <p:nvSpPr>
          <p:cNvPr id="6" name="テキスト プレースホルダー 5">
            <a:extLst>
              <a:ext uri="{FF2B5EF4-FFF2-40B4-BE49-F238E27FC236}">
                <a16:creationId xmlns:a16="http://schemas.microsoft.com/office/drawing/2014/main" id="{01F6EA68-2AA8-DF86-685C-EC3843127767}"/>
              </a:ext>
            </a:extLst>
          </p:cNvPr>
          <p:cNvSpPr>
            <a:spLocks noGrp="1"/>
          </p:cNvSpPr>
          <p:nvPr>
            <p:ph type="body" sz="quarter" idx="16"/>
          </p:nvPr>
        </p:nvSpPr>
        <p:spPr/>
        <p:txBody>
          <a:bodyPr rtlCol="0"/>
          <a:lstStyle/>
          <a:p>
            <a:r>
              <a:rPr lang="en-US" altLang="ja-JP" sz="3900" b="1" dirty="0"/>
              <a:t>GPS</a:t>
            </a:r>
            <a:r>
              <a:rPr lang="ja-JP" altLang="en-US" sz="3900" b="1" dirty="0"/>
              <a:t>受信機の仕組み</a:t>
            </a:r>
          </a:p>
        </p:txBody>
      </p:sp>
      <p:sp>
        <p:nvSpPr>
          <p:cNvPr id="51" name="テキスト プレースホルダー 50">
            <a:extLst>
              <a:ext uri="{FF2B5EF4-FFF2-40B4-BE49-F238E27FC236}">
                <a16:creationId xmlns:a16="http://schemas.microsoft.com/office/drawing/2014/main" id="{7FFFF704-D039-7DC7-A34E-489FEE26CD8F}"/>
              </a:ext>
            </a:extLst>
          </p:cNvPr>
          <p:cNvSpPr>
            <a:spLocks noGrp="1"/>
          </p:cNvSpPr>
          <p:nvPr>
            <p:ph type="body" sz="quarter" idx="21"/>
          </p:nvPr>
        </p:nvSpPr>
        <p:spPr/>
        <p:txBody>
          <a:bodyPr rtlCol="0"/>
          <a:lstStyle/>
          <a:p>
            <a:pPr rtl="0"/>
            <a:r>
              <a:rPr lang="en-US" altLang="ja-JP" sz="3900" b="1" dirty="0"/>
              <a:t>11</a:t>
            </a:r>
          </a:p>
        </p:txBody>
      </p:sp>
      <p:sp>
        <p:nvSpPr>
          <p:cNvPr id="7" name="テキスト プレースホルダー 6">
            <a:extLst>
              <a:ext uri="{FF2B5EF4-FFF2-40B4-BE49-F238E27FC236}">
                <a16:creationId xmlns:a16="http://schemas.microsoft.com/office/drawing/2014/main" id="{A2545FBC-2F5C-8772-F385-63E103558308}"/>
              </a:ext>
            </a:extLst>
          </p:cNvPr>
          <p:cNvSpPr>
            <a:spLocks noGrp="1"/>
          </p:cNvSpPr>
          <p:nvPr>
            <p:ph type="body" sz="quarter" idx="17"/>
          </p:nvPr>
        </p:nvSpPr>
        <p:spPr/>
        <p:txBody>
          <a:bodyPr rtlCol="0"/>
          <a:lstStyle/>
          <a:p>
            <a:r>
              <a:rPr lang="ja-JP" altLang="en-US" sz="3900" b="1" dirty="0"/>
              <a:t>開発するチップ</a:t>
            </a:r>
          </a:p>
        </p:txBody>
      </p:sp>
      <p:sp>
        <p:nvSpPr>
          <p:cNvPr id="52" name="テキスト プレースホルダー 51">
            <a:extLst>
              <a:ext uri="{FF2B5EF4-FFF2-40B4-BE49-F238E27FC236}">
                <a16:creationId xmlns:a16="http://schemas.microsoft.com/office/drawing/2014/main" id="{B834A08F-B9C1-B3EF-25F5-A69D401C8BC6}"/>
              </a:ext>
            </a:extLst>
          </p:cNvPr>
          <p:cNvSpPr>
            <a:spLocks noGrp="1"/>
          </p:cNvSpPr>
          <p:nvPr>
            <p:ph type="body" sz="quarter" idx="22"/>
          </p:nvPr>
        </p:nvSpPr>
        <p:spPr/>
        <p:txBody>
          <a:bodyPr rtlCol="0"/>
          <a:lstStyle/>
          <a:p>
            <a:pPr rtl="0"/>
            <a:r>
              <a:rPr lang="en-US" altLang="ja-JP" sz="3900" b="1"/>
              <a:t>14</a:t>
            </a:r>
          </a:p>
        </p:txBody>
      </p:sp>
    </p:spTree>
    <p:extLst>
      <p:ext uri="{BB962C8B-B14F-4D97-AF65-F5344CB8AC3E}">
        <p14:creationId xmlns:p14="http://schemas.microsoft.com/office/powerpoint/2010/main" val="452850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E14B3-1884-B4AA-DC70-30E3E6C93E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CEC9228-1658-6576-04DC-A473A2DC3123}"/>
              </a:ext>
            </a:extLst>
          </p:cNvPr>
          <p:cNvSpPr>
            <a:spLocks noGrp="1"/>
          </p:cNvSpPr>
          <p:nvPr>
            <p:ph type="title"/>
          </p:nvPr>
        </p:nvSpPr>
        <p:spPr>
          <a:xfrm>
            <a:off x="6096000" y="2214716"/>
            <a:ext cx="5845966" cy="1134440"/>
          </a:xfrm>
        </p:spPr>
        <p:txBody>
          <a:bodyPr rtlCol="0"/>
          <a:lstStyle/>
          <a:p>
            <a:pPr rtl="0"/>
            <a:r>
              <a:rPr lang="ja-JP" altLang="en-US" sz="4800" b="1" dirty="0"/>
              <a:t>チーム紹介</a:t>
            </a:r>
          </a:p>
        </p:txBody>
      </p:sp>
    </p:spTree>
    <p:extLst>
      <p:ext uri="{BB962C8B-B14F-4D97-AF65-F5344CB8AC3E}">
        <p14:creationId xmlns:p14="http://schemas.microsoft.com/office/powerpoint/2010/main" val="4165070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テキスト プレースホルダー 32">
            <a:extLst>
              <a:ext uri="{FF2B5EF4-FFF2-40B4-BE49-F238E27FC236}">
                <a16:creationId xmlns:a16="http://schemas.microsoft.com/office/drawing/2014/main" id="{866FBE27-A324-B4CF-09B6-2E4F5DDC9728}"/>
              </a:ext>
            </a:extLst>
          </p:cNvPr>
          <p:cNvSpPr>
            <a:spLocks noGrp="1"/>
          </p:cNvSpPr>
          <p:nvPr>
            <p:ph type="body" sz="quarter" idx="13"/>
          </p:nvPr>
        </p:nvSpPr>
        <p:spPr>
          <a:solidFill>
            <a:schemeClr val="accent1">
              <a:lumMod val="75000"/>
            </a:schemeClr>
          </a:solidFill>
        </p:spPr>
        <p:txBody>
          <a:bodyPr/>
          <a:lstStyle/>
          <a:p>
            <a:endParaRPr lang="ja-JP" altLang="en-US" dirty="0"/>
          </a:p>
        </p:txBody>
      </p:sp>
      <p:sp>
        <p:nvSpPr>
          <p:cNvPr id="19" name="タイトル 18">
            <a:extLst>
              <a:ext uri="{FF2B5EF4-FFF2-40B4-BE49-F238E27FC236}">
                <a16:creationId xmlns:a16="http://schemas.microsoft.com/office/drawing/2014/main" id="{9328BD4F-6621-A417-33BE-0E00DA75AE27}"/>
              </a:ext>
            </a:extLst>
          </p:cNvPr>
          <p:cNvSpPr>
            <a:spLocks noGrp="1"/>
          </p:cNvSpPr>
          <p:nvPr>
            <p:ph type="title"/>
          </p:nvPr>
        </p:nvSpPr>
        <p:spPr/>
        <p:txBody>
          <a:bodyPr/>
          <a:lstStyle/>
          <a:p>
            <a:r>
              <a:rPr lang="ja-JP" altLang="en-US" b="1" dirty="0"/>
              <a:t>チームの紹介</a:t>
            </a:r>
          </a:p>
        </p:txBody>
      </p:sp>
      <p:sp>
        <p:nvSpPr>
          <p:cNvPr id="16" name="スライド番号プレースホルダー 15">
            <a:extLst>
              <a:ext uri="{FF2B5EF4-FFF2-40B4-BE49-F238E27FC236}">
                <a16:creationId xmlns:a16="http://schemas.microsoft.com/office/drawing/2014/main" id="{DA7C6BEF-4144-AF83-7F90-D7D37FB25287}"/>
              </a:ext>
            </a:extLst>
          </p:cNvPr>
          <p:cNvSpPr>
            <a:spLocks noGrp="1"/>
          </p:cNvSpPr>
          <p:nvPr>
            <p:ph type="sldNum" sz="quarter" idx="15"/>
          </p:nvPr>
        </p:nvSpPr>
        <p:spPr/>
        <p:txBody>
          <a:bodyPr/>
          <a:lstStyle/>
          <a:p>
            <a:fld id="{CC43B8D3-9A08-F84C-9DD4-44948BA52D4B}" type="slidenum">
              <a:rPr lang="en-US" altLang="ja-JP" b="1" smtClean="0"/>
              <a:pPr/>
              <a:t>4</a:t>
            </a:fld>
            <a:endParaRPr lang="ja-JP" altLang="en-US" b="1" dirty="0"/>
          </a:p>
        </p:txBody>
      </p:sp>
      <p:sp>
        <p:nvSpPr>
          <p:cNvPr id="35" name="楕円 34">
            <a:extLst>
              <a:ext uri="{FF2B5EF4-FFF2-40B4-BE49-F238E27FC236}">
                <a16:creationId xmlns:a16="http://schemas.microsoft.com/office/drawing/2014/main" id="{BB0FCDF0-44D7-F954-15F3-A73EDC76CC13}"/>
              </a:ext>
            </a:extLst>
          </p:cNvPr>
          <p:cNvSpPr/>
          <p:nvPr/>
        </p:nvSpPr>
        <p:spPr>
          <a:xfrm>
            <a:off x="3879901" y="1656857"/>
            <a:ext cx="1994040" cy="199404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058EE875-8F78-B318-2814-C1F9E177A286}"/>
              </a:ext>
            </a:extLst>
          </p:cNvPr>
          <p:cNvSpPr/>
          <p:nvPr/>
        </p:nvSpPr>
        <p:spPr>
          <a:xfrm>
            <a:off x="6318059" y="1656857"/>
            <a:ext cx="1994040" cy="1994040"/>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348A3467-EECD-8E42-EDFA-CF219D053EBF}"/>
              </a:ext>
            </a:extLst>
          </p:cNvPr>
          <p:cNvSpPr/>
          <p:nvPr/>
        </p:nvSpPr>
        <p:spPr>
          <a:xfrm>
            <a:off x="0" y="2269067"/>
            <a:ext cx="4226560" cy="76962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71F1A44C-BD20-1192-2F06-245592C318A9}"/>
              </a:ext>
            </a:extLst>
          </p:cNvPr>
          <p:cNvSpPr/>
          <p:nvPr/>
        </p:nvSpPr>
        <p:spPr>
          <a:xfrm>
            <a:off x="7985760" y="2269067"/>
            <a:ext cx="4206240" cy="769620"/>
          </a:xfrm>
          <a:prstGeom prst="rect">
            <a:avLst/>
          </a:prstGeom>
          <a:solidFill>
            <a:schemeClr val="accent4">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E1732AA3-DD63-0C47-D0E3-203071393068}"/>
              </a:ext>
            </a:extLst>
          </p:cNvPr>
          <p:cNvSpPr txBox="1"/>
          <p:nvPr/>
        </p:nvSpPr>
        <p:spPr>
          <a:xfrm>
            <a:off x="1383192" y="2322238"/>
            <a:ext cx="2496709" cy="400110"/>
          </a:xfrm>
          <a:prstGeom prst="rect">
            <a:avLst/>
          </a:prstGeom>
          <a:noFill/>
        </p:spPr>
        <p:txBody>
          <a:bodyPr wrap="square" rtlCol="0">
            <a:spAutoFit/>
          </a:bodyPr>
          <a:lstStyle/>
          <a:p>
            <a:pPr algn="r"/>
            <a:r>
              <a:rPr kumimoji="1" lang="en-US" altLang="ja-JP" sz="2000" dirty="0">
                <a:latin typeface="ADLaM Display" panose="02010000000000000000" pitchFamily="2" charset="0"/>
                <a:ea typeface="ADLaM Display" panose="02010000000000000000" pitchFamily="2" charset="0"/>
                <a:cs typeface="ADLaM Display" panose="02010000000000000000" pitchFamily="2" charset="0"/>
              </a:rPr>
              <a:t>Masahiro Fukuoka</a:t>
            </a:r>
            <a:endParaRPr kumimoji="1" lang="ja-JP" altLang="en-US" sz="2000" dirty="0">
              <a:latin typeface="ADLaM Display" panose="02010000000000000000" pitchFamily="2" charset="0"/>
              <a:cs typeface="ADLaM Display" panose="02010000000000000000" pitchFamily="2" charset="0"/>
            </a:endParaRPr>
          </a:p>
        </p:txBody>
      </p:sp>
      <p:sp>
        <p:nvSpPr>
          <p:cNvPr id="41" name="テキスト ボックス 40">
            <a:extLst>
              <a:ext uri="{FF2B5EF4-FFF2-40B4-BE49-F238E27FC236}">
                <a16:creationId xmlns:a16="http://schemas.microsoft.com/office/drawing/2014/main" id="{31B805B3-ABEE-3065-858F-80BA208DC054}"/>
              </a:ext>
            </a:extLst>
          </p:cNvPr>
          <p:cNvSpPr txBox="1"/>
          <p:nvPr/>
        </p:nvSpPr>
        <p:spPr>
          <a:xfrm>
            <a:off x="8312099" y="2322238"/>
            <a:ext cx="2252540" cy="400110"/>
          </a:xfrm>
          <a:prstGeom prst="rect">
            <a:avLst/>
          </a:prstGeom>
          <a:noFill/>
        </p:spPr>
        <p:txBody>
          <a:bodyPr wrap="none" rtlCol="0">
            <a:spAutoFit/>
          </a:bodyPr>
          <a:lstStyle/>
          <a:p>
            <a:r>
              <a:rPr kumimoji="1" lang="en-US" altLang="ja-JP" sz="2000" dirty="0" err="1">
                <a:latin typeface="ADLaM Display" panose="02010000000000000000" pitchFamily="2" charset="0"/>
                <a:ea typeface="ADLaM Display" panose="02010000000000000000" pitchFamily="2" charset="0"/>
                <a:cs typeface="ADLaM Display" panose="02010000000000000000" pitchFamily="2" charset="0"/>
              </a:rPr>
              <a:t>Kazutoshi</a:t>
            </a:r>
            <a:r>
              <a:rPr kumimoji="1" lang="en-US" altLang="ja-JP" sz="2000" dirty="0">
                <a:latin typeface="ADLaM Display" panose="02010000000000000000" pitchFamily="2" charset="0"/>
                <a:ea typeface="ADLaM Display" panose="02010000000000000000" pitchFamily="2" charset="0"/>
                <a:cs typeface="ADLaM Display" panose="02010000000000000000" pitchFamily="2" charset="0"/>
              </a:rPr>
              <a:t> Nishio</a:t>
            </a:r>
            <a:endParaRPr kumimoji="1" lang="ja-JP" altLang="en-US" sz="2000" dirty="0">
              <a:latin typeface="ADLaM Display" panose="02010000000000000000" pitchFamily="2" charset="0"/>
              <a:cs typeface="ADLaM Display" panose="02010000000000000000" pitchFamily="2" charset="0"/>
            </a:endParaRPr>
          </a:p>
        </p:txBody>
      </p:sp>
      <p:sp>
        <p:nvSpPr>
          <p:cNvPr id="42" name="テキスト ボックス 41">
            <a:extLst>
              <a:ext uri="{FF2B5EF4-FFF2-40B4-BE49-F238E27FC236}">
                <a16:creationId xmlns:a16="http://schemas.microsoft.com/office/drawing/2014/main" id="{A41C14DC-A3F0-52C2-65BD-4044CE9535A5}"/>
              </a:ext>
            </a:extLst>
          </p:cNvPr>
          <p:cNvSpPr txBox="1"/>
          <p:nvPr/>
        </p:nvSpPr>
        <p:spPr>
          <a:xfrm>
            <a:off x="2316653" y="2653877"/>
            <a:ext cx="1563248" cy="369332"/>
          </a:xfrm>
          <a:prstGeom prst="rect">
            <a:avLst/>
          </a:prstGeom>
          <a:noFill/>
        </p:spPr>
        <p:txBody>
          <a:bodyPr wrap="none" rtlCol="0">
            <a:spAutoFit/>
          </a:bodyPr>
          <a:lstStyle/>
          <a:p>
            <a:pPr algn="r"/>
            <a:r>
              <a:rPr kumimoji="1" lang="ja-JP" altLang="en-US" dirty="0"/>
              <a:t>チーム代表者</a:t>
            </a:r>
          </a:p>
        </p:txBody>
      </p:sp>
      <p:sp>
        <p:nvSpPr>
          <p:cNvPr id="43" name="テキスト ボックス 42">
            <a:extLst>
              <a:ext uri="{FF2B5EF4-FFF2-40B4-BE49-F238E27FC236}">
                <a16:creationId xmlns:a16="http://schemas.microsoft.com/office/drawing/2014/main" id="{46FB93A5-618E-54B4-8AB6-235811E6698C}"/>
              </a:ext>
            </a:extLst>
          </p:cNvPr>
          <p:cNvSpPr txBox="1"/>
          <p:nvPr/>
        </p:nvSpPr>
        <p:spPr>
          <a:xfrm>
            <a:off x="8312099" y="2653877"/>
            <a:ext cx="1338828" cy="369332"/>
          </a:xfrm>
          <a:prstGeom prst="rect">
            <a:avLst/>
          </a:prstGeom>
          <a:noFill/>
        </p:spPr>
        <p:txBody>
          <a:bodyPr wrap="none" rtlCol="0">
            <a:spAutoFit/>
          </a:bodyPr>
          <a:lstStyle/>
          <a:p>
            <a:r>
              <a:rPr kumimoji="1" lang="ja-JP" altLang="en-US" dirty="0"/>
              <a:t>共同提案者</a:t>
            </a:r>
          </a:p>
        </p:txBody>
      </p:sp>
      <p:pic>
        <p:nvPicPr>
          <p:cNvPr id="45" name="図 44">
            <a:extLst>
              <a:ext uri="{FF2B5EF4-FFF2-40B4-BE49-F238E27FC236}">
                <a16:creationId xmlns:a16="http://schemas.microsoft.com/office/drawing/2014/main" id="{3DFE58F3-9A5E-E49D-586B-FFA1D578DCD2}"/>
              </a:ext>
            </a:extLst>
          </p:cNvPr>
          <p:cNvPicPr>
            <a:picLocks noChangeAspect="1"/>
          </p:cNvPicPr>
          <p:nvPr/>
        </p:nvPicPr>
        <p:blipFill>
          <a:blip r:embed="rId2"/>
          <a:stretch>
            <a:fillRect/>
          </a:stretch>
        </p:blipFill>
        <p:spPr>
          <a:xfrm>
            <a:off x="6467875" y="1806673"/>
            <a:ext cx="1694407" cy="16944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7" name="図 46">
            <a:extLst>
              <a:ext uri="{FF2B5EF4-FFF2-40B4-BE49-F238E27FC236}">
                <a16:creationId xmlns:a16="http://schemas.microsoft.com/office/drawing/2014/main" id="{7AD8DF9B-A7B1-986E-DE60-1E844A12D762}"/>
              </a:ext>
            </a:extLst>
          </p:cNvPr>
          <p:cNvPicPr>
            <a:picLocks noChangeAspect="1"/>
          </p:cNvPicPr>
          <p:nvPr/>
        </p:nvPicPr>
        <p:blipFill rotWithShape="1">
          <a:blip r:embed="rId3"/>
          <a:srcRect t="3319" b="3319"/>
          <a:stretch>
            <a:fillRect/>
          </a:stretch>
        </p:blipFill>
        <p:spPr>
          <a:xfrm>
            <a:off x="4029717" y="1806672"/>
            <a:ext cx="1694407" cy="16944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8" name="正方形/長方形 47">
            <a:extLst>
              <a:ext uri="{FF2B5EF4-FFF2-40B4-BE49-F238E27FC236}">
                <a16:creationId xmlns:a16="http://schemas.microsoft.com/office/drawing/2014/main" id="{8F51BA7D-8DEE-FC41-4406-65494901A528}"/>
              </a:ext>
            </a:extLst>
          </p:cNvPr>
          <p:cNvSpPr/>
          <p:nvPr/>
        </p:nvSpPr>
        <p:spPr>
          <a:xfrm>
            <a:off x="844550" y="3832718"/>
            <a:ext cx="4879574" cy="2667000"/>
          </a:xfrm>
          <a:prstGeom prst="rect">
            <a:avLst/>
          </a:prstGeom>
          <a:solidFill>
            <a:schemeClr val="accent2">
              <a:lumMod val="60000"/>
              <a:lumOff val="40000"/>
            </a:schemeClr>
          </a:solidFill>
          <a:ln>
            <a:noFill/>
          </a:ln>
        </p:spPr>
        <p:style>
          <a:lnRef idx="3">
            <a:schemeClr val="lt1"/>
          </a:lnRef>
          <a:fillRef idx="1">
            <a:schemeClr val="accent2"/>
          </a:fillRef>
          <a:effectRef idx="1">
            <a:schemeClr val="accent2"/>
          </a:effectRef>
          <a:fontRef idx="minor">
            <a:schemeClr val="lt1"/>
          </a:fontRef>
        </p:style>
        <p:txBody>
          <a:bodyPr rtlCol="0" anchor="ctr"/>
          <a:lstStyle/>
          <a:p>
            <a:pPr marL="285750" indent="-285750">
              <a:spcAft>
                <a:spcPts val="600"/>
              </a:spcAft>
              <a:buFont typeface="Arial" panose="020B0604020202020204" pitchFamily="34" charset="0"/>
              <a:buChar char="•"/>
            </a:pPr>
            <a:r>
              <a:rPr kumimoji="1" lang="ja-JP" altLang="en-US" dirty="0">
                <a:solidFill>
                  <a:schemeClr val="tx1"/>
                </a:solidFill>
              </a:rPr>
              <a:t>去年はじめて自分の設計をテープアウト</a:t>
            </a:r>
            <a:r>
              <a:rPr kumimoji="1" lang="ja-JP" altLang="en-US">
                <a:solidFill>
                  <a:schemeClr val="tx1"/>
                </a:solidFill>
              </a:rPr>
              <a:t>した</a:t>
            </a:r>
            <a:r>
              <a:rPr kumimoji="1" lang="en-US" altLang="ja-JP" dirty="0">
                <a:solidFill>
                  <a:schemeClr val="tx1"/>
                </a:solidFill>
              </a:rPr>
              <a:t>IC</a:t>
            </a:r>
            <a:r>
              <a:rPr kumimoji="1" lang="ja-JP" altLang="en-US">
                <a:solidFill>
                  <a:schemeClr val="tx1"/>
                </a:solidFill>
              </a:rPr>
              <a:t>設計初心者</a:t>
            </a:r>
            <a:endParaRPr kumimoji="1" lang="en-US" altLang="ja-JP" dirty="0">
              <a:solidFill>
                <a:schemeClr val="tx1"/>
              </a:solidFill>
            </a:endParaRPr>
          </a:p>
          <a:p>
            <a:pPr marL="285750" indent="-285750">
              <a:spcAft>
                <a:spcPts val="600"/>
              </a:spcAft>
              <a:buFont typeface="Arial" panose="020B0604020202020204" pitchFamily="34" charset="0"/>
              <a:buChar char="•"/>
            </a:pPr>
            <a:r>
              <a:rPr kumimoji="1" lang="ja-JP" altLang="en-US" dirty="0">
                <a:solidFill>
                  <a:schemeClr val="tx1"/>
                </a:solidFill>
              </a:rPr>
              <a:t>４月から集積回路の研究室で助教</a:t>
            </a:r>
            <a:endParaRPr kumimoji="1" lang="en-US" altLang="ja-JP" dirty="0">
              <a:solidFill>
                <a:schemeClr val="tx1"/>
              </a:solidFill>
            </a:endParaRPr>
          </a:p>
          <a:p>
            <a:pPr marL="285750" indent="-285750">
              <a:spcAft>
                <a:spcPts val="600"/>
              </a:spcAft>
              <a:buFont typeface="Arial" panose="020B0604020202020204" pitchFamily="34" charset="0"/>
              <a:buChar char="•"/>
            </a:pPr>
            <a:r>
              <a:rPr kumimoji="1" lang="ja-JP" altLang="en-US" dirty="0">
                <a:solidFill>
                  <a:schemeClr val="tx1"/>
                </a:solidFill>
              </a:rPr>
              <a:t>専門は小型原子時計</a:t>
            </a:r>
            <a:endParaRPr kumimoji="1" lang="en-US" altLang="ja-JP" dirty="0">
              <a:solidFill>
                <a:schemeClr val="tx1"/>
              </a:solidFill>
            </a:endParaRPr>
          </a:p>
          <a:p>
            <a:pPr marL="536575" lvl="1" indent="-268288">
              <a:spcAft>
                <a:spcPts val="600"/>
              </a:spcAft>
              <a:buFont typeface="Arial" panose="020B0604020202020204" pitchFamily="34" charset="0"/>
              <a:buChar char="•"/>
            </a:pPr>
            <a:r>
              <a:rPr kumimoji="1" lang="ja-JP" altLang="en-US" dirty="0">
                <a:solidFill>
                  <a:schemeClr val="tx1"/>
                </a:solidFill>
              </a:rPr>
              <a:t>正確な時間を作る・測ることが生きがい</a:t>
            </a:r>
            <a:endParaRPr kumimoji="1" lang="en-US" altLang="ja-JP" dirty="0">
              <a:solidFill>
                <a:schemeClr val="tx1"/>
              </a:solidFill>
            </a:endParaRPr>
          </a:p>
          <a:p>
            <a:pPr marL="285750" indent="-285750">
              <a:spcAft>
                <a:spcPts val="600"/>
              </a:spcAft>
              <a:buFont typeface="Arial" panose="020B0604020202020204" pitchFamily="34" charset="0"/>
              <a:buChar char="•"/>
            </a:pPr>
            <a:r>
              <a:rPr kumimoji="1" lang="ja-JP" altLang="en-US" dirty="0">
                <a:solidFill>
                  <a:schemeClr val="tx1"/>
                </a:solidFill>
              </a:rPr>
              <a:t>物理と電気を反復横跳びする人生</a:t>
            </a:r>
            <a:endParaRPr kumimoji="1" lang="en-US" altLang="ja-JP" dirty="0">
              <a:solidFill>
                <a:schemeClr val="tx1"/>
              </a:solidFill>
            </a:endParaRPr>
          </a:p>
          <a:p>
            <a:pPr marL="285750" indent="-285750">
              <a:spcAft>
                <a:spcPts val="600"/>
              </a:spcAft>
              <a:buFont typeface="Arial" panose="020B0604020202020204" pitchFamily="34" charset="0"/>
              <a:buChar char="•"/>
            </a:pPr>
            <a:r>
              <a:rPr kumimoji="1" lang="ja-JP" altLang="en-US" dirty="0">
                <a:solidFill>
                  <a:schemeClr val="tx1"/>
                </a:solidFill>
              </a:rPr>
              <a:t>ご飯は程々に食べる</a:t>
            </a:r>
          </a:p>
        </p:txBody>
      </p:sp>
      <p:sp>
        <p:nvSpPr>
          <p:cNvPr id="49" name="正方形/長方形 48">
            <a:extLst>
              <a:ext uri="{FF2B5EF4-FFF2-40B4-BE49-F238E27FC236}">
                <a16:creationId xmlns:a16="http://schemas.microsoft.com/office/drawing/2014/main" id="{C4791B77-70DC-C493-74DE-18C1978F095A}"/>
              </a:ext>
            </a:extLst>
          </p:cNvPr>
          <p:cNvSpPr/>
          <p:nvPr/>
        </p:nvSpPr>
        <p:spPr>
          <a:xfrm>
            <a:off x="6473972" y="3832718"/>
            <a:ext cx="4879574" cy="2667000"/>
          </a:xfrm>
          <a:prstGeom prst="rect">
            <a:avLst/>
          </a:prstGeom>
          <a:solidFill>
            <a:schemeClr val="accent4">
              <a:lumMod val="60000"/>
              <a:lumOff val="40000"/>
            </a:schemeClr>
          </a:solidFill>
          <a:ln>
            <a:noFill/>
          </a:ln>
        </p:spPr>
        <p:style>
          <a:lnRef idx="3">
            <a:schemeClr val="lt1"/>
          </a:lnRef>
          <a:fillRef idx="1">
            <a:schemeClr val="accent3"/>
          </a:fillRef>
          <a:effectRef idx="1">
            <a:schemeClr val="accent3"/>
          </a:effectRef>
          <a:fontRef idx="minor">
            <a:schemeClr val="lt1"/>
          </a:fontRef>
        </p:style>
        <p:txBody>
          <a:bodyPr rtlCol="0" anchor="ctr"/>
          <a:lstStyle/>
          <a:p>
            <a:pPr marL="285750" indent="-285750">
              <a:spcAft>
                <a:spcPts val="600"/>
              </a:spcAft>
              <a:buFont typeface="Arial" panose="020B0604020202020204" pitchFamily="34" charset="0"/>
              <a:buChar char="•"/>
            </a:pPr>
            <a:r>
              <a:rPr kumimoji="1" lang="en-US" altLang="ja-JP" dirty="0">
                <a:solidFill>
                  <a:schemeClr val="tx1"/>
                </a:solidFill>
              </a:rPr>
              <a:t>IC</a:t>
            </a:r>
            <a:r>
              <a:rPr kumimoji="1" lang="ja-JP" altLang="en-US">
                <a:solidFill>
                  <a:schemeClr val="tx1"/>
                </a:solidFill>
              </a:rPr>
              <a:t>設計</a:t>
            </a:r>
            <a:r>
              <a:rPr kumimoji="1" lang="en-US" altLang="ja-JP" dirty="0">
                <a:solidFill>
                  <a:schemeClr val="tx1"/>
                </a:solidFill>
              </a:rPr>
              <a:t>5</a:t>
            </a:r>
            <a:r>
              <a:rPr kumimoji="1" lang="ja-JP" altLang="en-US">
                <a:solidFill>
                  <a:schemeClr val="tx1"/>
                </a:solidFill>
              </a:rPr>
              <a:t>年目の</a:t>
            </a:r>
            <a:r>
              <a:rPr kumimoji="1" lang="en-US" altLang="ja-JP" dirty="0">
                <a:solidFill>
                  <a:schemeClr val="tx1"/>
                </a:solidFill>
              </a:rPr>
              <a:t>D2</a:t>
            </a:r>
            <a:r>
              <a:rPr kumimoji="1" lang="ja-JP" altLang="en-US" dirty="0">
                <a:solidFill>
                  <a:schemeClr val="tx1"/>
                </a:solidFill>
              </a:rPr>
              <a:t>学生</a:t>
            </a:r>
            <a:endParaRPr kumimoji="1" lang="en-US" altLang="ja-JP" dirty="0">
              <a:solidFill>
                <a:schemeClr val="tx1"/>
              </a:solidFill>
            </a:endParaRPr>
          </a:p>
          <a:p>
            <a:pPr marL="285750" indent="-285750">
              <a:spcAft>
                <a:spcPts val="600"/>
              </a:spcAft>
              <a:buFont typeface="Arial" panose="020B0604020202020204" pitchFamily="34" charset="0"/>
              <a:buChar char="•"/>
            </a:pPr>
            <a:r>
              <a:rPr kumimoji="1" lang="ja-JP" altLang="en-US" dirty="0">
                <a:solidFill>
                  <a:schemeClr val="tx1"/>
                </a:solidFill>
              </a:rPr>
              <a:t>専門は超高周波アナログ回路</a:t>
            </a:r>
            <a:endParaRPr kumimoji="1" lang="en-US" altLang="ja-JP" dirty="0">
              <a:solidFill>
                <a:schemeClr val="tx1"/>
              </a:solidFill>
            </a:endParaRPr>
          </a:p>
          <a:p>
            <a:pPr marL="285750" indent="-285750">
              <a:spcAft>
                <a:spcPts val="600"/>
              </a:spcAft>
              <a:buFont typeface="Arial" panose="020B0604020202020204" pitchFamily="34" charset="0"/>
              <a:buChar char="•"/>
            </a:pPr>
            <a:r>
              <a:rPr kumimoji="1" lang="ja-JP" altLang="en-US" dirty="0">
                <a:solidFill>
                  <a:schemeClr val="tx1"/>
                </a:solidFill>
              </a:rPr>
              <a:t>学部の卒論は</a:t>
            </a:r>
            <a:r>
              <a:rPr kumimoji="1" lang="en-US" altLang="ja-JP" dirty="0">
                <a:solidFill>
                  <a:schemeClr val="tx1"/>
                </a:solidFill>
              </a:rPr>
              <a:t>LDO</a:t>
            </a:r>
            <a:r>
              <a:rPr kumimoji="1" lang="ja-JP" altLang="en-US" dirty="0">
                <a:solidFill>
                  <a:schemeClr val="tx1"/>
                </a:solidFill>
              </a:rPr>
              <a:t>レギュレータ</a:t>
            </a:r>
            <a:endParaRPr kumimoji="1" lang="en-US" altLang="ja-JP" dirty="0">
              <a:solidFill>
                <a:schemeClr val="tx1"/>
              </a:solidFill>
            </a:endParaRPr>
          </a:p>
          <a:p>
            <a:pPr marL="171450" indent="-268288">
              <a:spcAft>
                <a:spcPts val="600"/>
              </a:spcAft>
              <a:buFont typeface="Arial" panose="020B0604020202020204" pitchFamily="34" charset="0"/>
              <a:buChar char="•"/>
            </a:pPr>
            <a:r>
              <a:rPr kumimoji="1" lang="ja-JP" altLang="en-US" dirty="0">
                <a:solidFill>
                  <a:schemeClr val="tx1"/>
                </a:solidFill>
              </a:rPr>
              <a:t>ミリ波</a:t>
            </a:r>
            <a:r>
              <a:rPr kumimoji="1" lang="en-US" altLang="ja-JP" dirty="0">
                <a:solidFill>
                  <a:schemeClr val="tx1"/>
                </a:solidFill>
              </a:rPr>
              <a:t>PLL/VCO</a:t>
            </a:r>
            <a:r>
              <a:rPr kumimoji="1" lang="ja-JP" altLang="en-US" dirty="0">
                <a:solidFill>
                  <a:schemeClr val="tx1"/>
                </a:solidFill>
              </a:rPr>
              <a:t>の設計経験が豊富</a:t>
            </a:r>
            <a:endParaRPr kumimoji="1" lang="en-US" altLang="ja-JP" dirty="0">
              <a:solidFill>
                <a:schemeClr val="tx1"/>
              </a:solidFill>
            </a:endParaRPr>
          </a:p>
          <a:p>
            <a:pPr marL="628650" lvl="1" indent="-268288">
              <a:spcAft>
                <a:spcPts val="600"/>
              </a:spcAft>
              <a:buFont typeface="Arial" panose="020B0604020202020204" pitchFamily="34" charset="0"/>
              <a:buChar char="•"/>
            </a:pPr>
            <a:r>
              <a:rPr kumimoji="1" lang="en-US" altLang="ja-JP" dirty="0" err="1">
                <a:solidFill>
                  <a:schemeClr val="tx1"/>
                </a:solidFill>
              </a:rPr>
              <a:t>ngspice</a:t>
            </a:r>
            <a:r>
              <a:rPr kumimoji="1" lang="ja-JP" altLang="en-US" dirty="0">
                <a:solidFill>
                  <a:schemeClr val="tx1"/>
                </a:solidFill>
              </a:rPr>
              <a:t>で</a:t>
            </a:r>
            <a:r>
              <a:rPr kumimoji="1" lang="en-US" altLang="ja-JP" dirty="0">
                <a:solidFill>
                  <a:schemeClr val="tx1"/>
                </a:solidFill>
              </a:rPr>
              <a:t>VCO</a:t>
            </a:r>
            <a:r>
              <a:rPr kumimoji="1" lang="ja-JP" altLang="en-US" dirty="0">
                <a:solidFill>
                  <a:schemeClr val="tx1"/>
                </a:solidFill>
              </a:rPr>
              <a:t>をシミュレーションしたら発振せず自分</a:t>
            </a:r>
            <a:r>
              <a:rPr kumimoji="1" lang="ja-JP" altLang="en-US">
                <a:solidFill>
                  <a:schemeClr val="tx1"/>
                </a:solidFill>
              </a:rPr>
              <a:t>が発振→今朝発振した</a:t>
            </a:r>
            <a:r>
              <a:rPr kumimoji="1" lang="en-US" altLang="ja-JP" dirty="0">
                <a:solidFill>
                  <a:schemeClr val="tx1"/>
                </a:solidFill>
              </a:rPr>
              <a:t>!</a:t>
            </a:r>
          </a:p>
          <a:p>
            <a:pPr marL="171450" indent="-268288">
              <a:spcAft>
                <a:spcPts val="600"/>
              </a:spcAft>
              <a:buFont typeface="Arial" panose="020B0604020202020204" pitchFamily="34" charset="0"/>
              <a:buChar char="•"/>
            </a:pPr>
            <a:r>
              <a:rPr kumimoji="1" lang="ja-JP" altLang="en-US" dirty="0">
                <a:solidFill>
                  <a:schemeClr val="tx1"/>
                </a:solidFill>
              </a:rPr>
              <a:t>常時ご飯を３人前食べる</a:t>
            </a:r>
          </a:p>
        </p:txBody>
      </p:sp>
    </p:spTree>
    <p:extLst>
      <p:ext uri="{BB962C8B-B14F-4D97-AF65-F5344CB8AC3E}">
        <p14:creationId xmlns:p14="http://schemas.microsoft.com/office/powerpoint/2010/main" val="758036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9D881F-CA86-A4F1-802F-E64731BD288E}"/>
              </a:ext>
            </a:extLst>
          </p:cNvPr>
          <p:cNvSpPr>
            <a:spLocks noGrp="1"/>
          </p:cNvSpPr>
          <p:nvPr>
            <p:ph type="title"/>
          </p:nvPr>
        </p:nvSpPr>
        <p:spPr>
          <a:xfrm>
            <a:off x="6096000" y="2214716"/>
            <a:ext cx="5845966" cy="1134440"/>
          </a:xfrm>
        </p:spPr>
        <p:txBody>
          <a:bodyPr rtlCol="0"/>
          <a:lstStyle/>
          <a:p>
            <a:pPr rtl="0"/>
            <a:r>
              <a:rPr lang="ja-JP" altLang="en-US" sz="4800" b="1" dirty="0"/>
              <a:t>ロケットの航法装置</a:t>
            </a:r>
          </a:p>
        </p:txBody>
      </p:sp>
    </p:spTree>
    <p:extLst>
      <p:ext uri="{BB962C8B-B14F-4D97-AF65-F5344CB8AC3E}">
        <p14:creationId xmlns:p14="http://schemas.microsoft.com/office/powerpoint/2010/main" val="4163351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 name="テキスト プレースホルダー 24">
            <a:extLst>
              <a:ext uri="{FF2B5EF4-FFF2-40B4-BE49-F238E27FC236}">
                <a16:creationId xmlns:a16="http://schemas.microsoft.com/office/drawing/2014/main" id="{409EE273-65DC-EBC2-149C-7BB5726CEBDB}"/>
              </a:ext>
            </a:extLst>
          </p:cNvPr>
          <p:cNvSpPr>
            <a:spLocks noGrp="1"/>
          </p:cNvSpPr>
          <p:nvPr>
            <p:ph type="body" sz="quarter" idx="13"/>
          </p:nvPr>
        </p:nvSpPr>
        <p:spPr>
          <a:xfrm>
            <a:off x="1815806" y="793971"/>
            <a:ext cx="621792" cy="621792"/>
          </a:xfrm>
          <a:solidFill>
            <a:schemeClr val="accent2">
              <a:lumMod val="75000"/>
            </a:schemeClr>
          </a:solidFill>
        </p:spPr>
        <p:txBody>
          <a:bodyPr rtlCol="0"/>
          <a:lstStyle/>
          <a:p>
            <a:r>
              <a:rPr lang="en-US" altLang="ja-JP"/>
              <a:t>3</a:t>
            </a:r>
          </a:p>
        </p:txBody>
      </p:sp>
      <p:sp>
        <p:nvSpPr>
          <p:cNvPr id="12" name="タイトル 11">
            <a:extLst>
              <a:ext uri="{FF2B5EF4-FFF2-40B4-BE49-F238E27FC236}">
                <a16:creationId xmlns:a16="http://schemas.microsoft.com/office/drawing/2014/main" id="{0BA60034-9E02-4BFF-D46B-98C157D63892}"/>
              </a:ext>
            </a:extLst>
          </p:cNvPr>
          <p:cNvSpPr>
            <a:spLocks noGrp="1"/>
          </p:cNvSpPr>
          <p:nvPr>
            <p:ph type="title"/>
          </p:nvPr>
        </p:nvSpPr>
        <p:spPr>
          <a:xfrm>
            <a:off x="2697163" y="731838"/>
            <a:ext cx="8763000" cy="776287"/>
          </a:xfrm>
        </p:spPr>
        <p:txBody>
          <a:bodyPr rtlCol="0"/>
          <a:lstStyle/>
          <a:p>
            <a:r>
              <a:rPr lang="ja-JP" altLang="en-US" dirty="0"/>
              <a:t>航法装置の必要性</a:t>
            </a:r>
          </a:p>
        </p:txBody>
      </p:sp>
      <p:sp>
        <p:nvSpPr>
          <p:cNvPr id="27" name="スライド番号プレースホルダー 26">
            <a:extLst>
              <a:ext uri="{FF2B5EF4-FFF2-40B4-BE49-F238E27FC236}">
                <a16:creationId xmlns:a16="http://schemas.microsoft.com/office/drawing/2014/main" id="{900E35B6-58C6-ABFD-1333-AA1B7702D18A}"/>
              </a:ext>
            </a:extLst>
          </p:cNvPr>
          <p:cNvSpPr>
            <a:spLocks noGrp="1"/>
          </p:cNvSpPr>
          <p:nvPr>
            <p:ph type="sldNum" sz="quarter" idx="15"/>
          </p:nvPr>
        </p:nvSpPr>
        <p:spPr>
          <a:xfrm>
            <a:off x="1651903" y="809244"/>
            <a:ext cx="941832" cy="621792"/>
          </a:xfrm>
        </p:spPr>
        <p:txBody>
          <a:bodyPr rtlCol="0"/>
          <a:lstStyle/>
          <a:p>
            <a:fld id="{CC43B8D3-9A08-F84C-9DD4-44948BA52D4B}" type="slidenum">
              <a:rPr lang="en-US" altLang="ja-JP" smtClean="0"/>
              <a:pPr/>
              <a:t>6</a:t>
            </a:fld>
            <a:endParaRPr lang="ja-JP" altLang="en-US" dirty="0"/>
          </a:p>
        </p:txBody>
      </p:sp>
      <p:sp>
        <p:nvSpPr>
          <p:cNvPr id="5" name="テキスト ボックス 4">
            <a:extLst>
              <a:ext uri="{FF2B5EF4-FFF2-40B4-BE49-F238E27FC236}">
                <a16:creationId xmlns:a16="http://schemas.microsoft.com/office/drawing/2014/main" id="{97619E05-A3DD-06BE-9783-DCC756B017C5}"/>
              </a:ext>
            </a:extLst>
          </p:cNvPr>
          <p:cNvSpPr txBox="1"/>
          <p:nvPr/>
        </p:nvSpPr>
        <p:spPr>
          <a:xfrm>
            <a:off x="723900" y="1649543"/>
            <a:ext cx="10735826" cy="707886"/>
          </a:xfrm>
          <a:prstGeom prst="rect">
            <a:avLst/>
          </a:prstGeom>
          <a:noFill/>
        </p:spPr>
        <p:txBody>
          <a:bodyPr wrap="square" rtlCol="0">
            <a:spAutoFit/>
          </a:bodyPr>
          <a:lstStyle/>
          <a:p>
            <a:r>
              <a:rPr kumimoji="1" lang="ja-JP" altLang="en-US" sz="2000" b="1" dirty="0"/>
              <a:t>航法</a:t>
            </a:r>
            <a:r>
              <a:rPr kumimoji="1" lang="ja-JP" altLang="en-US" sz="2000" dirty="0"/>
              <a:t>・・・船舶・航空機・宇宙機などの移動体が</a:t>
            </a:r>
            <a:r>
              <a:rPr kumimoji="1" lang="ja-JP" altLang="en-US" sz="2000" b="1" dirty="0"/>
              <a:t>出発地から目的地まで安全かつ正確に移動</a:t>
            </a:r>
            <a:r>
              <a:rPr kumimoji="1" lang="ja-JP" altLang="en-US" sz="2000" dirty="0"/>
              <a:t>するための技術や方法のこと</a:t>
            </a:r>
          </a:p>
        </p:txBody>
      </p:sp>
      <p:grpSp>
        <p:nvGrpSpPr>
          <p:cNvPr id="123" name="グループ化 122">
            <a:extLst>
              <a:ext uri="{FF2B5EF4-FFF2-40B4-BE49-F238E27FC236}">
                <a16:creationId xmlns:a16="http://schemas.microsoft.com/office/drawing/2014/main" id="{E00DB09B-E7EC-9D68-25D3-FA5CC9B31067}"/>
              </a:ext>
            </a:extLst>
          </p:cNvPr>
          <p:cNvGrpSpPr/>
          <p:nvPr/>
        </p:nvGrpSpPr>
        <p:grpSpPr>
          <a:xfrm>
            <a:off x="4548111" y="3672935"/>
            <a:ext cx="7044641" cy="2907005"/>
            <a:chOff x="957541" y="3788928"/>
            <a:chExt cx="7044641" cy="2907005"/>
          </a:xfrm>
        </p:grpSpPr>
        <p:sp>
          <p:nvSpPr>
            <p:cNvPr id="15" name="フリーフォーム: 図形 14">
              <a:extLst>
                <a:ext uri="{FF2B5EF4-FFF2-40B4-BE49-F238E27FC236}">
                  <a16:creationId xmlns:a16="http://schemas.microsoft.com/office/drawing/2014/main" id="{57D9315A-7B59-3BED-A1FB-D05C209EBFF2}"/>
                </a:ext>
              </a:extLst>
            </p:cNvPr>
            <p:cNvSpPr/>
            <p:nvPr/>
          </p:nvSpPr>
          <p:spPr>
            <a:xfrm rot="1038480">
              <a:off x="2270656" y="4494850"/>
              <a:ext cx="5589662" cy="1923602"/>
            </a:xfrm>
            <a:custGeom>
              <a:avLst/>
              <a:gdLst>
                <a:gd name="csX0" fmla="*/ 0 w 3595607"/>
                <a:gd name="csY0" fmla="*/ 1506674 h 1506674"/>
                <a:gd name="csX1" fmla="*/ 1883045 w 3595607"/>
                <a:gd name="csY1" fmla="*/ 3338 h 1506674"/>
                <a:gd name="csX2" fmla="*/ 3595607 w 3595607"/>
                <a:gd name="csY2" fmla="*/ 1181209 h 1506674"/>
              </a:gdLst>
              <a:ahLst/>
              <a:cxnLst>
                <a:cxn ang="0">
                  <a:pos x="csX0" y="csY0"/>
                </a:cxn>
                <a:cxn ang="0">
                  <a:pos x="csX1" y="csY1"/>
                </a:cxn>
                <a:cxn ang="0">
                  <a:pos x="csX2" y="csY2"/>
                </a:cxn>
              </a:cxnLst>
              <a:rect l="l" t="t" r="r" b="b"/>
              <a:pathLst>
                <a:path w="3595607" h="1506674">
                  <a:moveTo>
                    <a:pt x="0" y="1506674"/>
                  </a:moveTo>
                  <a:cubicBezTo>
                    <a:pt x="641888" y="782128"/>
                    <a:pt x="1283777" y="57582"/>
                    <a:pt x="1883045" y="3338"/>
                  </a:cubicBezTo>
                  <a:cubicBezTo>
                    <a:pt x="2482313" y="-50906"/>
                    <a:pt x="3038960" y="565151"/>
                    <a:pt x="3595607" y="1181209"/>
                  </a:cubicBezTo>
                </a:path>
              </a:pathLst>
            </a:custGeom>
            <a:ln w="381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pic>
          <p:nvPicPr>
            <p:cNvPr id="16" name="グラフィックス 15" descr="ロケット 枠線">
              <a:extLst>
                <a:ext uri="{FF2B5EF4-FFF2-40B4-BE49-F238E27FC236}">
                  <a16:creationId xmlns:a16="http://schemas.microsoft.com/office/drawing/2014/main" id="{9FE94D13-72FE-AA74-883C-9FD8CB3CE3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9800000">
              <a:off x="957541" y="5873659"/>
              <a:ext cx="782974" cy="782972"/>
            </a:xfrm>
            <a:prstGeom prst="rect">
              <a:avLst/>
            </a:prstGeom>
          </p:spPr>
        </p:pic>
        <p:pic>
          <p:nvPicPr>
            <p:cNvPr id="107" name="グラフィックス 106" descr="ロケット 枠線">
              <a:extLst>
                <a:ext uri="{FF2B5EF4-FFF2-40B4-BE49-F238E27FC236}">
                  <a16:creationId xmlns:a16="http://schemas.microsoft.com/office/drawing/2014/main" id="{013E6A88-8462-AC05-4E2D-8B72A07172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825321">
              <a:off x="1515701" y="4811637"/>
              <a:ext cx="782974" cy="782972"/>
            </a:xfrm>
            <a:prstGeom prst="rect">
              <a:avLst/>
            </a:prstGeom>
          </p:spPr>
        </p:pic>
        <p:pic>
          <p:nvPicPr>
            <p:cNvPr id="108" name="グラフィックス 107" descr="ロケット 枠線">
              <a:extLst>
                <a:ext uri="{FF2B5EF4-FFF2-40B4-BE49-F238E27FC236}">
                  <a16:creationId xmlns:a16="http://schemas.microsoft.com/office/drawing/2014/main" id="{A11ECCF2-E47D-0ACE-EBED-BA9152A85B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92419">
              <a:off x="3010926" y="4078240"/>
              <a:ext cx="782974" cy="782972"/>
            </a:xfrm>
            <a:prstGeom prst="rect">
              <a:avLst/>
            </a:prstGeom>
          </p:spPr>
        </p:pic>
        <p:pic>
          <p:nvPicPr>
            <p:cNvPr id="109" name="グラフィックス 108" descr="ロケット 枠線">
              <a:extLst>
                <a:ext uri="{FF2B5EF4-FFF2-40B4-BE49-F238E27FC236}">
                  <a16:creationId xmlns:a16="http://schemas.microsoft.com/office/drawing/2014/main" id="{40AE5CBB-9BAA-E588-48DB-10FA6CF5B7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700000">
              <a:off x="4806593" y="3788929"/>
              <a:ext cx="782974" cy="782972"/>
            </a:xfrm>
            <a:prstGeom prst="rect">
              <a:avLst/>
            </a:prstGeom>
          </p:spPr>
        </p:pic>
        <p:pic>
          <p:nvPicPr>
            <p:cNvPr id="110" name="グラフィックス 109" descr="ロケット 枠線">
              <a:extLst>
                <a:ext uri="{FF2B5EF4-FFF2-40B4-BE49-F238E27FC236}">
                  <a16:creationId xmlns:a16="http://schemas.microsoft.com/office/drawing/2014/main" id="{FFFFA77B-9B99-DF83-A4AA-000E849D4F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924888">
              <a:off x="6308745" y="4577886"/>
              <a:ext cx="782974" cy="782972"/>
            </a:xfrm>
            <a:prstGeom prst="rect">
              <a:avLst/>
            </a:prstGeom>
          </p:spPr>
        </p:pic>
        <p:pic>
          <p:nvPicPr>
            <p:cNvPr id="111" name="グラフィックス 110" descr="ロケット 枠線">
              <a:extLst>
                <a:ext uri="{FF2B5EF4-FFF2-40B4-BE49-F238E27FC236}">
                  <a16:creationId xmlns:a16="http://schemas.microsoft.com/office/drawing/2014/main" id="{BAE81C01-9498-866B-6734-F481C8ABA4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7000370">
              <a:off x="7219209" y="5850684"/>
              <a:ext cx="782974" cy="782972"/>
            </a:xfrm>
            <a:prstGeom prst="rect">
              <a:avLst/>
            </a:prstGeom>
          </p:spPr>
        </p:pic>
        <p:sp>
          <p:nvSpPr>
            <p:cNvPr id="116" name="フリーフォーム: 図形 115">
              <a:extLst>
                <a:ext uri="{FF2B5EF4-FFF2-40B4-BE49-F238E27FC236}">
                  <a16:creationId xmlns:a16="http://schemas.microsoft.com/office/drawing/2014/main" id="{058794D6-8041-4057-6EFC-7F27CD387FEC}"/>
                </a:ext>
              </a:extLst>
            </p:cNvPr>
            <p:cNvSpPr/>
            <p:nvPr/>
          </p:nvSpPr>
          <p:spPr>
            <a:xfrm>
              <a:off x="2850234" y="5283296"/>
              <a:ext cx="1224280" cy="1300480"/>
            </a:xfrm>
            <a:custGeom>
              <a:avLst/>
              <a:gdLst>
                <a:gd name="csX0" fmla="*/ 0 w 1224280"/>
                <a:gd name="csY0" fmla="*/ 0 h 1300480"/>
                <a:gd name="csX1" fmla="*/ 919480 w 1224280"/>
                <a:gd name="csY1" fmla="*/ 406400 h 1300480"/>
                <a:gd name="csX2" fmla="*/ 1224280 w 1224280"/>
                <a:gd name="csY2" fmla="*/ 1300480 h 1300480"/>
              </a:gdLst>
              <a:ahLst/>
              <a:cxnLst>
                <a:cxn ang="0">
                  <a:pos x="csX0" y="csY0"/>
                </a:cxn>
                <a:cxn ang="0">
                  <a:pos x="csX1" y="csY1"/>
                </a:cxn>
                <a:cxn ang="0">
                  <a:pos x="csX2" y="csY2"/>
                </a:cxn>
              </a:cxnLst>
              <a:rect l="l" t="t" r="r" b="b"/>
              <a:pathLst>
                <a:path w="1224280" h="1300480">
                  <a:moveTo>
                    <a:pt x="0" y="0"/>
                  </a:moveTo>
                  <a:cubicBezTo>
                    <a:pt x="357716" y="94826"/>
                    <a:pt x="715433" y="189653"/>
                    <a:pt x="919480" y="406400"/>
                  </a:cubicBezTo>
                  <a:cubicBezTo>
                    <a:pt x="1123527" y="623147"/>
                    <a:pt x="1173903" y="961813"/>
                    <a:pt x="1224280" y="1300480"/>
                  </a:cubicBezTo>
                </a:path>
              </a:pathLst>
            </a:custGeom>
            <a:no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7" name="フリーフォーム: 図形 116">
              <a:extLst>
                <a:ext uri="{FF2B5EF4-FFF2-40B4-BE49-F238E27FC236}">
                  <a16:creationId xmlns:a16="http://schemas.microsoft.com/office/drawing/2014/main" id="{883ACCE2-C182-713D-459A-0C36C4B8E539}"/>
                </a:ext>
              </a:extLst>
            </p:cNvPr>
            <p:cNvSpPr/>
            <p:nvPr/>
          </p:nvSpPr>
          <p:spPr>
            <a:xfrm>
              <a:off x="4374302" y="4831566"/>
              <a:ext cx="1444452" cy="1809538"/>
            </a:xfrm>
            <a:custGeom>
              <a:avLst/>
              <a:gdLst>
                <a:gd name="csX0" fmla="*/ 0 w 1224280"/>
                <a:gd name="csY0" fmla="*/ 0 h 1300480"/>
                <a:gd name="csX1" fmla="*/ 919480 w 1224280"/>
                <a:gd name="csY1" fmla="*/ 406400 h 1300480"/>
                <a:gd name="csX2" fmla="*/ 1224280 w 1224280"/>
                <a:gd name="csY2" fmla="*/ 1300480 h 1300480"/>
              </a:gdLst>
              <a:ahLst/>
              <a:cxnLst>
                <a:cxn ang="0">
                  <a:pos x="csX0" y="csY0"/>
                </a:cxn>
                <a:cxn ang="0">
                  <a:pos x="csX1" y="csY1"/>
                </a:cxn>
                <a:cxn ang="0">
                  <a:pos x="csX2" y="csY2"/>
                </a:cxn>
              </a:cxnLst>
              <a:rect l="l" t="t" r="r" b="b"/>
              <a:pathLst>
                <a:path w="1224280" h="1300480">
                  <a:moveTo>
                    <a:pt x="0" y="0"/>
                  </a:moveTo>
                  <a:cubicBezTo>
                    <a:pt x="357716" y="94826"/>
                    <a:pt x="715433" y="189653"/>
                    <a:pt x="919480" y="406400"/>
                  </a:cubicBezTo>
                  <a:cubicBezTo>
                    <a:pt x="1123527" y="623147"/>
                    <a:pt x="1173903" y="961813"/>
                    <a:pt x="1224280" y="1300480"/>
                  </a:cubicBezTo>
                </a:path>
              </a:pathLst>
            </a:custGeom>
            <a:no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9" name="楕円 118">
              <a:extLst>
                <a:ext uri="{FF2B5EF4-FFF2-40B4-BE49-F238E27FC236}">
                  <a16:creationId xmlns:a16="http://schemas.microsoft.com/office/drawing/2014/main" id="{B1E1EEE0-7098-0BE7-50E6-5F5ECFA18FA1}"/>
                </a:ext>
              </a:extLst>
            </p:cNvPr>
            <p:cNvSpPr/>
            <p:nvPr/>
          </p:nvSpPr>
          <p:spPr>
            <a:xfrm>
              <a:off x="4017927" y="6621003"/>
              <a:ext cx="181535" cy="7493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楕円 119">
              <a:extLst>
                <a:ext uri="{FF2B5EF4-FFF2-40B4-BE49-F238E27FC236}">
                  <a16:creationId xmlns:a16="http://schemas.microsoft.com/office/drawing/2014/main" id="{E0F2EFDE-CD76-8308-5599-9117CD70819E}"/>
                </a:ext>
              </a:extLst>
            </p:cNvPr>
            <p:cNvSpPr/>
            <p:nvPr/>
          </p:nvSpPr>
          <p:spPr>
            <a:xfrm>
              <a:off x="5724639" y="6621003"/>
              <a:ext cx="181535" cy="7493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4" name="テキスト ボックス 123">
            <a:extLst>
              <a:ext uri="{FF2B5EF4-FFF2-40B4-BE49-F238E27FC236}">
                <a16:creationId xmlns:a16="http://schemas.microsoft.com/office/drawing/2014/main" id="{30EB5981-5ED3-F9E9-F878-04D65BA92790}"/>
              </a:ext>
            </a:extLst>
          </p:cNvPr>
          <p:cNvSpPr txBox="1"/>
          <p:nvPr/>
        </p:nvSpPr>
        <p:spPr>
          <a:xfrm>
            <a:off x="723900" y="2454934"/>
            <a:ext cx="7282046" cy="461665"/>
          </a:xfrm>
          <a:prstGeom prst="rect">
            <a:avLst/>
          </a:prstGeom>
          <a:noFill/>
        </p:spPr>
        <p:txBody>
          <a:bodyPr wrap="square" rtlCol="0">
            <a:spAutoFit/>
          </a:bodyPr>
          <a:lstStyle/>
          <a:p>
            <a:r>
              <a:rPr kumimoji="1" lang="ja-JP" altLang="en-US" sz="2400" dirty="0"/>
              <a:t>途中で壊れても安全な範囲に落下するだろうか？</a:t>
            </a:r>
          </a:p>
        </p:txBody>
      </p:sp>
      <p:sp>
        <p:nvSpPr>
          <p:cNvPr id="125" name="矢印: 下 124">
            <a:extLst>
              <a:ext uri="{FF2B5EF4-FFF2-40B4-BE49-F238E27FC236}">
                <a16:creationId xmlns:a16="http://schemas.microsoft.com/office/drawing/2014/main" id="{1D7D25C4-D70F-B843-7B6F-4CC2E517EE75}"/>
              </a:ext>
            </a:extLst>
          </p:cNvPr>
          <p:cNvSpPr/>
          <p:nvPr/>
        </p:nvSpPr>
        <p:spPr>
          <a:xfrm>
            <a:off x="951801" y="3014104"/>
            <a:ext cx="484632" cy="375925"/>
          </a:xfrm>
          <a:prstGeom prst="downArrow">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平行四辺形 1">
            <a:extLst>
              <a:ext uri="{FF2B5EF4-FFF2-40B4-BE49-F238E27FC236}">
                <a16:creationId xmlns:a16="http://schemas.microsoft.com/office/drawing/2014/main" id="{A7FEC39E-8A3D-E029-71F5-7C45B22D82E6}"/>
              </a:ext>
            </a:extLst>
          </p:cNvPr>
          <p:cNvSpPr/>
          <p:nvPr/>
        </p:nvSpPr>
        <p:spPr>
          <a:xfrm>
            <a:off x="685176" y="3894374"/>
            <a:ext cx="6367768" cy="169978"/>
          </a:xfrm>
          <a:prstGeom prst="parallelogram">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6" name="テキスト ボックス 125">
            <a:extLst>
              <a:ext uri="{FF2B5EF4-FFF2-40B4-BE49-F238E27FC236}">
                <a16:creationId xmlns:a16="http://schemas.microsoft.com/office/drawing/2014/main" id="{AD9B3D32-2BCD-46F9-C603-1375F5D94439}"/>
              </a:ext>
            </a:extLst>
          </p:cNvPr>
          <p:cNvSpPr txBox="1"/>
          <p:nvPr/>
        </p:nvSpPr>
        <p:spPr>
          <a:xfrm>
            <a:off x="723900" y="3560689"/>
            <a:ext cx="6315742" cy="523220"/>
          </a:xfrm>
          <a:prstGeom prst="rect">
            <a:avLst/>
          </a:prstGeom>
          <a:noFill/>
        </p:spPr>
        <p:txBody>
          <a:bodyPr wrap="square" rtlCol="0">
            <a:spAutoFit/>
          </a:bodyPr>
          <a:lstStyle/>
          <a:p>
            <a:r>
              <a:rPr kumimoji="1" lang="ja-JP" altLang="en-US" sz="2800" b="1" dirty="0"/>
              <a:t>飛行中の現在地を把握する装置が必要</a:t>
            </a:r>
          </a:p>
        </p:txBody>
      </p:sp>
    </p:spTree>
    <p:extLst>
      <p:ext uri="{BB962C8B-B14F-4D97-AF65-F5344CB8AC3E}">
        <p14:creationId xmlns:p14="http://schemas.microsoft.com/office/powerpoint/2010/main" val="1343223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EE504CA-E48D-FF9A-94C6-BA3B9165F361}"/>
              </a:ext>
            </a:extLst>
          </p:cNvPr>
          <p:cNvSpPr>
            <a:spLocks noGrp="1"/>
          </p:cNvSpPr>
          <p:nvPr>
            <p:ph type="title"/>
          </p:nvPr>
        </p:nvSpPr>
        <p:spPr>
          <a:xfrm>
            <a:off x="2597336" y="722376"/>
            <a:ext cx="8870656" cy="764982"/>
          </a:xfrm>
        </p:spPr>
        <p:txBody>
          <a:bodyPr/>
          <a:lstStyle/>
          <a:p>
            <a:r>
              <a:rPr lang="ja-JP" altLang="en-US" dirty="0"/>
              <a:t>航法のための仕組み</a:t>
            </a:r>
          </a:p>
        </p:txBody>
      </p:sp>
      <p:sp>
        <p:nvSpPr>
          <p:cNvPr id="5" name="コンテンツ プレースホルダー 4">
            <a:extLst>
              <a:ext uri="{FF2B5EF4-FFF2-40B4-BE49-F238E27FC236}">
                <a16:creationId xmlns:a16="http://schemas.microsoft.com/office/drawing/2014/main" id="{E2B6B50D-5EAA-EA6F-1BAC-D4020A5164BE}"/>
              </a:ext>
            </a:extLst>
          </p:cNvPr>
          <p:cNvSpPr>
            <a:spLocks noGrp="1"/>
          </p:cNvSpPr>
          <p:nvPr>
            <p:ph idx="1"/>
          </p:nvPr>
        </p:nvSpPr>
        <p:spPr>
          <a:xfrm>
            <a:off x="731520" y="2221992"/>
            <a:ext cx="8284464" cy="3986784"/>
          </a:xfrm>
        </p:spPr>
        <p:txBody>
          <a:bodyPr/>
          <a:lstStyle/>
          <a:p>
            <a:r>
              <a:rPr lang="ja-JP" altLang="en-US" dirty="0"/>
              <a:t>慣性航法</a:t>
            </a:r>
            <a:endParaRPr lang="en-US" altLang="ja-JP" dirty="0"/>
          </a:p>
          <a:p>
            <a:pPr lvl="1"/>
            <a:r>
              <a:rPr lang="ja-JP" altLang="en-US" dirty="0"/>
              <a:t>発射地点から慣性を利用したセンサを積分し続ける</a:t>
            </a:r>
            <a:endParaRPr lang="en-US" altLang="ja-JP" dirty="0"/>
          </a:p>
          <a:p>
            <a:pPr lvl="2"/>
            <a:r>
              <a:rPr lang="ja-JP" altLang="en-US" dirty="0"/>
              <a:t>加速度センサ・・・直線運動を求める</a:t>
            </a:r>
            <a:endParaRPr lang="en-US" altLang="ja-JP" dirty="0"/>
          </a:p>
          <a:p>
            <a:pPr lvl="2"/>
            <a:r>
              <a:rPr lang="ja-JP" altLang="en-US" dirty="0"/>
              <a:t>ジャイロセンサ・・・回転運動を求める</a:t>
            </a:r>
            <a:endParaRPr lang="en-US" altLang="ja-JP" dirty="0"/>
          </a:p>
          <a:p>
            <a:endParaRPr lang="en-US" altLang="ja-JP" dirty="0"/>
          </a:p>
          <a:p>
            <a:r>
              <a:rPr lang="ja-JP" altLang="en-US" b="1" dirty="0"/>
              <a:t>衛星航法</a:t>
            </a:r>
            <a:endParaRPr lang="en-US" altLang="ja-JP" b="1" dirty="0"/>
          </a:p>
          <a:p>
            <a:pPr lvl="1"/>
            <a:r>
              <a:rPr lang="en-US" altLang="ja-JP" dirty="0"/>
              <a:t>GPS</a:t>
            </a:r>
            <a:r>
              <a:rPr lang="ja-JP" altLang="en-US" dirty="0"/>
              <a:t>など人工衛星からの信号を用いて位置を特定する</a:t>
            </a:r>
            <a:endParaRPr lang="en-US" altLang="ja-JP" dirty="0"/>
          </a:p>
          <a:p>
            <a:endParaRPr lang="ja-JP" altLang="en-US" dirty="0"/>
          </a:p>
        </p:txBody>
      </p:sp>
      <p:sp>
        <p:nvSpPr>
          <p:cNvPr id="10" name="テキスト プレースホルダー 9">
            <a:extLst>
              <a:ext uri="{FF2B5EF4-FFF2-40B4-BE49-F238E27FC236}">
                <a16:creationId xmlns:a16="http://schemas.microsoft.com/office/drawing/2014/main" id="{7C0CE829-43ED-765A-73E2-A2CEADF5876C}"/>
              </a:ext>
            </a:extLst>
          </p:cNvPr>
          <p:cNvSpPr>
            <a:spLocks noGrp="1"/>
          </p:cNvSpPr>
          <p:nvPr>
            <p:ph type="body" sz="quarter" idx="13"/>
          </p:nvPr>
        </p:nvSpPr>
        <p:spPr>
          <a:solidFill>
            <a:schemeClr val="accent2">
              <a:lumMod val="75000"/>
            </a:schemeClr>
          </a:solidFill>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EC5F0959-E003-0C54-F092-4EAC579997AF}"/>
              </a:ext>
            </a:extLst>
          </p:cNvPr>
          <p:cNvSpPr>
            <a:spLocks noGrp="1"/>
          </p:cNvSpPr>
          <p:nvPr>
            <p:ph type="sldNum" sz="quarter" idx="15"/>
          </p:nvPr>
        </p:nvSpPr>
        <p:spPr>
          <a:xfrm>
            <a:off x="1651903" y="809244"/>
            <a:ext cx="941832" cy="621792"/>
          </a:xfrm>
        </p:spPr>
        <p:txBody>
          <a:bodyPr/>
          <a:lstStyle/>
          <a:p>
            <a:fld id="{CC43B8D3-9A08-F84C-9DD4-44948BA52D4B}" type="slidenum">
              <a:rPr lang="en-US" altLang="ja-JP" smtClean="0"/>
              <a:pPr/>
              <a:t>7</a:t>
            </a:fld>
            <a:endParaRPr lang="ja-JP" altLang="en-US" dirty="0"/>
          </a:p>
        </p:txBody>
      </p:sp>
      <p:sp>
        <p:nvSpPr>
          <p:cNvPr id="6" name="平行四辺形 5">
            <a:extLst>
              <a:ext uri="{FF2B5EF4-FFF2-40B4-BE49-F238E27FC236}">
                <a16:creationId xmlns:a16="http://schemas.microsoft.com/office/drawing/2014/main" id="{8FE16537-A5E4-AFF4-42E0-86C381C44DBC}"/>
              </a:ext>
            </a:extLst>
          </p:cNvPr>
          <p:cNvSpPr/>
          <p:nvPr/>
        </p:nvSpPr>
        <p:spPr>
          <a:xfrm>
            <a:off x="1315096" y="5412327"/>
            <a:ext cx="6367768" cy="169978"/>
          </a:xfrm>
          <a:prstGeom prst="parallelogram">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F8D931E6-8264-45CF-94D0-D0C3605B293D}"/>
              </a:ext>
            </a:extLst>
          </p:cNvPr>
          <p:cNvSpPr txBox="1"/>
          <p:nvPr/>
        </p:nvSpPr>
        <p:spPr>
          <a:xfrm>
            <a:off x="1734526" y="5120640"/>
            <a:ext cx="5416868" cy="461665"/>
          </a:xfrm>
          <a:prstGeom prst="rect">
            <a:avLst/>
          </a:prstGeom>
          <a:noFill/>
        </p:spPr>
        <p:txBody>
          <a:bodyPr wrap="none" rtlCol="0">
            <a:spAutoFit/>
          </a:bodyPr>
          <a:lstStyle/>
          <a:p>
            <a:r>
              <a:rPr kumimoji="1" lang="ja-JP" altLang="en-US" sz="2400" b="1" dirty="0"/>
              <a:t>今回はこちらを開発ターゲットとする</a:t>
            </a:r>
          </a:p>
        </p:txBody>
      </p:sp>
    </p:spTree>
    <p:extLst>
      <p:ext uri="{BB962C8B-B14F-4D97-AF65-F5344CB8AC3E}">
        <p14:creationId xmlns:p14="http://schemas.microsoft.com/office/powerpoint/2010/main" val="3864767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F7E6A8-BAAF-1FEC-9490-43F0A9ED16A7}"/>
              </a:ext>
            </a:extLst>
          </p:cNvPr>
          <p:cNvSpPr>
            <a:spLocks noGrp="1"/>
          </p:cNvSpPr>
          <p:nvPr>
            <p:ph type="title"/>
          </p:nvPr>
        </p:nvSpPr>
        <p:spPr>
          <a:xfrm>
            <a:off x="2597336" y="722376"/>
            <a:ext cx="8870656" cy="764982"/>
          </a:xfrm>
        </p:spPr>
        <p:txBody>
          <a:bodyPr/>
          <a:lstStyle/>
          <a:p>
            <a:r>
              <a:rPr lang="ja-JP" altLang="en-US" dirty="0"/>
              <a:t>衛星航法装置を作る理由</a:t>
            </a:r>
          </a:p>
        </p:txBody>
      </p:sp>
      <p:sp>
        <p:nvSpPr>
          <p:cNvPr id="4" name="コンテンツ プレースホルダー 3">
            <a:extLst>
              <a:ext uri="{FF2B5EF4-FFF2-40B4-BE49-F238E27FC236}">
                <a16:creationId xmlns:a16="http://schemas.microsoft.com/office/drawing/2014/main" id="{734EE177-C783-D804-E445-BF0EADFB3009}"/>
              </a:ext>
            </a:extLst>
          </p:cNvPr>
          <p:cNvSpPr>
            <a:spLocks noGrp="1"/>
          </p:cNvSpPr>
          <p:nvPr>
            <p:ph idx="1"/>
          </p:nvPr>
        </p:nvSpPr>
        <p:spPr>
          <a:xfrm>
            <a:off x="731838" y="1644650"/>
            <a:ext cx="10717212" cy="4403725"/>
          </a:xfrm>
        </p:spPr>
        <p:txBody>
          <a:bodyPr anchor="ctr">
            <a:normAutofit/>
          </a:bodyPr>
          <a:lstStyle/>
          <a:p>
            <a:r>
              <a:rPr lang="ja-JP" altLang="en-US" sz="2400" dirty="0"/>
              <a:t>市販の</a:t>
            </a:r>
            <a:r>
              <a:rPr lang="en-US" altLang="ja-JP" sz="2400" dirty="0"/>
              <a:t>GPS</a:t>
            </a:r>
            <a:r>
              <a:rPr lang="ja-JP" altLang="en-US" sz="2400" dirty="0"/>
              <a:t>受信機は高度制限と速度制限がある。</a:t>
            </a:r>
            <a:endParaRPr lang="en-US" altLang="ja-JP" sz="2400" dirty="0"/>
          </a:p>
          <a:p>
            <a:pPr lvl="1"/>
            <a:r>
              <a:rPr lang="ja-JP" altLang="en-US" sz="2000" b="1" dirty="0"/>
              <a:t>高度： </a:t>
            </a:r>
            <a:r>
              <a:rPr lang="en-US" altLang="ja-JP" sz="2000" b="1" dirty="0"/>
              <a:t>18,000m </a:t>
            </a:r>
            <a:r>
              <a:rPr lang="en-US" altLang="ja-JP" sz="2000" dirty="0"/>
              <a:t>(60,000 ft)</a:t>
            </a:r>
          </a:p>
          <a:p>
            <a:pPr lvl="1"/>
            <a:r>
              <a:rPr lang="ja-JP" altLang="en-US" sz="2000" b="1" dirty="0"/>
              <a:t>速度： </a:t>
            </a:r>
            <a:r>
              <a:rPr lang="en-US" altLang="ja-JP" sz="2000" b="1" dirty="0"/>
              <a:t>515 m/s </a:t>
            </a:r>
            <a:r>
              <a:rPr lang="en-US" altLang="ja-JP" sz="2000" dirty="0"/>
              <a:t>(1000 </a:t>
            </a:r>
            <a:r>
              <a:rPr lang="en-US" altLang="ja-JP" sz="2000" dirty="0" err="1"/>
              <a:t>knt</a:t>
            </a:r>
            <a:r>
              <a:rPr lang="en-US" altLang="ja-JP" sz="2000" dirty="0"/>
              <a:t>/h, 1852km/h)</a:t>
            </a:r>
          </a:p>
          <a:p>
            <a:pPr marL="0" indent="0">
              <a:buNone/>
            </a:pPr>
            <a:endParaRPr lang="en-US" altLang="ja-JP" sz="2400" dirty="0"/>
          </a:p>
          <a:p>
            <a:r>
              <a:rPr lang="en-US" altLang="ja-JP" sz="2400" dirty="0"/>
              <a:t>COCOM (</a:t>
            </a:r>
            <a:r>
              <a:rPr lang="ja-JP" altLang="en-US" sz="2400" dirty="0"/>
              <a:t>今はワッセナー・アレンジメント）のときに決められた制限</a:t>
            </a:r>
            <a:endParaRPr lang="en-US" altLang="ja-JP" sz="2400" dirty="0"/>
          </a:p>
          <a:p>
            <a:endParaRPr lang="en-US" altLang="ja-JP" sz="2400" dirty="0"/>
          </a:p>
          <a:p>
            <a:r>
              <a:rPr lang="ja-JP" altLang="en-US" sz="2400" dirty="0"/>
              <a:t>日本の法律では毎秒六〇〇メートルを超える速度のもとで、航法に係る情報を提供することができるもの </a:t>
            </a:r>
            <a:br>
              <a:rPr lang="en-US" altLang="ja-JP" sz="2400" dirty="0"/>
            </a:br>
            <a:r>
              <a:rPr lang="en-US" altLang="ja-JP" sz="2400" dirty="0"/>
              <a:t>(</a:t>
            </a:r>
            <a:r>
              <a:rPr lang="ja-JP" altLang="en-US" sz="2400" dirty="0"/>
              <a:t>輸出貿易管理令別表第一及び外国為替令別表の規定に基づき貨物又は技術を定める省令の第３条の十九のハの</a:t>
            </a:r>
            <a:r>
              <a:rPr lang="en-US" altLang="ja-JP" sz="2400" dirty="0"/>
              <a:t>(2)</a:t>
            </a:r>
            <a:r>
              <a:rPr lang="ja-JP" altLang="en-US" sz="2400" dirty="0"/>
              <a:t>の</a:t>
            </a:r>
            <a:r>
              <a:rPr lang="en-US" altLang="ja-JP" sz="2400" dirty="0"/>
              <a:t>2)</a:t>
            </a:r>
            <a:endParaRPr lang="ja-JP" altLang="en-US" sz="2400" dirty="0"/>
          </a:p>
        </p:txBody>
      </p:sp>
      <p:sp>
        <p:nvSpPr>
          <p:cNvPr id="19" name="テキスト プレースホルダー 18">
            <a:extLst>
              <a:ext uri="{FF2B5EF4-FFF2-40B4-BE49-F238E27FC236}">
                <a16:creationId xmlns:a16="http://schemas.microsoft.com/office/drawing/2014/main" id="{6F76F79E-6FE0-DDB6-A150-CE798CA23198}"/>
              </a:ext>
            </a:extLst>
          </p:cNvPr>
          <p:cNvSpPr>
            <a:spLocks noGrp="1"/>
          </p:cNvSpPr>
          <p:nvPr>
            <p:ph type="body" sz="quarter" idx="13"/>
          </p:nvPr>
        </p:nvSpPr>
        <p:spPr>
          <a:solidFill>
            <a:schemeClr val="accent2">
              <a:lumMod val="75000"/>
            </a:schemeClr>
          </a:solidFill>
        </p:spPr>
        <p:txBody>
          <a:bodyPr/>
          <a:lstStyle/>
          <a:p>
            <a:endParaRPr lang="ja-JP" altLang="en-US" dirty="0"/>
          </a:p>
        </p:txBody>
      </p:sp>
      <p:sp>
        <p:nvSpPr>
          <p:cNvPr id="5" name="スライド番号プレースホルダー 4">
            <a:extLst>
              <a:ext uri="{FF2B5EF4-FFF2-40B4-BE49-F238E27FC236}">
                <a16:creationId xmlns:a16="http://schemas.microsoft.com/office/drawing/2014/main" id="{E25B3B03-A835-F70A-A221-C7D1168E9B70}"/>
              </a:ext>
            </a:extLst>
          </p:cNvPr>
          <p:cNvSpPr>
            <a:spLocks noGrp="1"/>
          </p:cNvSpPr>
          <p:nvPr>
            <p:ph type="sldNum" sz="quarter" idx="15"/>
          </p:nvPr>
        </p:nvSpPr>
        <p:spPr>
          <a:xfrm>
            <a:off x="1651903" y="809244"/>
            <a:ext cx="941832" cy="621792"/>
          </a:xfrm>
        </p:spPr>
        <p:txBody>
          <a:bodyPr/>
          <a:lstStyle/>
          <a:p>
            <a:fld id="{294A09A9-5501-47C1-A89A-A340965A2BE2}" type="slidenum">
              <a:rPr lang="en-US" altLang="ja-JP" smtClean="0"/>
              <a:pPr/>
              <a:t>8</a:t>
            </a:fld>
            <a:endParaRPr lang="en-US" altLang="en-US" dirty="0"/>
          </a:p>
        </p:txBody>
      </p:sp>
      <p:sp>
        <p:nvSpPr>
          <p:cNvPr id="8" name="テキスト ボックス 7">
            <a:extLst>
              <a:ext uri="{FF2B5EF4-FFF2-40B4-BE49-F238E27FC236}">
                <a16:creationId xmlns:a16="http://schemas.microsoft.com/office/drawing/2014/main" id="{7816B876-9BE2-82D2-E19E-2FAED2825124}"/>
              </a:ext>
            </a:extLst>
          </p:cNvPr>
          <p:cNvSpPr txBox="1"/>
          <p:nvPr/>
        </p:nvSpPr>
        <p:spPr>
          <a:xfrm>
            <a:off x="723900" y="6135687"/>
            <a:ext cx="10744200" cy="523220"/>
          </a:xfrm>
          <a:prstGeom prst="rect">
            <a:avLst/>
          </a:prstGeom>
          <a:solidFill>
            <a:schemeClr val="accent2">
              <a:lumMod val="50000"/>
            </a:schemeClr>
          </a:solidFill>
        </p:spPr>
        <p:txBody>
          <a:bodyPr wrap="square" rtlCol="0">
            <a:spAutoFit/>
          </a:bodyPr>
          <a:lstStyle/>
          <a:p>
            <a:pPr algn="ctr"/>
            <a:r>
              <a:rPr kumimoji="1" lang="ja-JP" altLang="en-US" sz="2800" b="1" dirty="0">
                <a:solidFill>
                  <a:schemeClr val="bg1"/>
                </a:solidFill>
              </a:rPr>
              <a:t>軍事転用されないための制限　→　ロケットはこの条件該当</a:t>
            </a:r>
          </a:p>
        </p:txBody>
      </p:sp>
    </p:spTree>
    <p:extLst>
      <p:ext uri="{BB962C8B-B14F-4D97-AF65-F5344CB8AC3E}">
        <p14:creationId xmlns:p14="http://schemas.microsoft.com/office/powerpoint/2010/main" val="2301626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ACEFC144-8EB0-EC23-2A9B-E782528EBAD6}"/>
              </a:ext>
            </a:extLst>
          </p:cNvPr>
          <p:cNvSpPr>
            <a:spLocks noGrp="1"/>
          </p:cNvSpPr>
          <p:nvPr>
            <p:ph type="title"/>
          </p:nvPr>
        </p:nvSpPr>
        <p:spPr>
          <a:xfrm>
            <a:off x="6096000" y="2209800"/>
            <a:ext cx="5513832" cy="2432304"/>
          </a:xfrm>
        </p:spPr>
        <p:txBody>
          <a:bodyPr/>
          <a:lstStyle/>
          <a:p>
            <a:r>
              <a:rPr lang="ja-JP" altLang="en-US" b="1" dirty="0"/>
              <a:t>本装置の</a:t>
            </a:r>
            <a:br>
              <a:rPr lang="en-US" altLang="ja-JP" b="1" dirty="0"/>
            </a:br>
            <a:r>
              <a:rPr lang="ja-JP" altLang="en-US" b="1" dirty="0"/>
              <a:t>ターゲット</a:t>
            </a:r>
          </a:p>
        </p:txBody>
      </p:sp>
      <p:sp>
        <p:nvSpPr>
          <p:cNvPr id="4" name="スライド番号プレースホルダー 3">
            <a:extLst>
              <a:ext uri="{FF2B5EF4-FFF2-40B4-BE49-F238E27FC236}">
                <a16:creationId xmlns:a16="http://schemas.microsoft.com/office/drawing/2014/main" id="{8D2EAFFD-26F2-8765-DFEA-B2D3374978EA}"/>
              </a:ext>
            </a:extLst>
          </p:cNvPr>
          <p:cNvSpPr>
            <a:spLocks noGrp="1"/>
          </p:cNvSpPr>
          <p:nvPr>
            <p:ph type="sldNum" sz="quarter" idx="4294967295"/>
          </p:nvPr>
        </p:nvSpPr>
        <p:spPr>
          <a:xfrm>
            <a:off x="0" y="809625"/>
            <a:ext cx="941388" cy="620713"/>
          </a:xfrm>
        </p:spPr>
        <p:txBody>
          <a:bodyPr/>
          <a:lstStyle/>
          <a:p>
            <a:fld id="{CC43B8D3-9A08-F84C-9DD4-44948BA52D4B}" type="slidenum">
              <a:rPr lang="en-US" altLang="ja-JP" smtClean="0"/>
              <a:pPr/>
              <a:t>9</a:t>
            </a:fld>
            <a:endParaRPr lang="ja-JP" altLang="en-US"/>
          </a:p>
        </p:txBody>
      </p:sp>
    </p:spTree>
    <p:extLst>
      <p:ext uri="{BB962C8B-B14F-4D97-AF65-F5344CB8AC3E}">
        <p14:creationId xmlns:p14="http://schemas.microsoft.com/office/powerpoint/2010/main" val="4106375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28F0E8-831A-CABD-B18A-99667C958A75}"/>
              </a:ext>
            </a:extLst>
          </p:cNvPr>
          <p:cNvSpPr>
            <a:spLocks noGrp="1"/>
          </p:cNvSpPr>
          <p:nvPr>
            <p:ph type="title"/>
          </p:nvPr>
        </p:nvSpPr>
        <p:spPr/>
        <p:txBody>
          <a:bodyPr/>
          <a:lstStyle/>
          <a:p>
            <a:r>
              <a:rPr kumimoji="1" lang="ja-JP" altLang="en-US" b="1" dirty="0"/>
              <a:t>対象とするロケット</a:t>
            </a:r>
          </a:p>
        </p:txBody>
      </p:sp>
      <p:sp>
        <p:nvSpPr>
          <p:cNvPr id="7" name="コンテンツ プレースホルダー 6">
            <a:extLst>
              <a:ext uri="{FF2B5EF4-FFF2-40B4-BE49-F238E27FC236}">
                <a16:creationId xmlns:a16="http://schemas.microsoft.com/office/drawing/2014/main" id="{C92848F5-2DD8-7E5C-697F-5D13B31C5DC8}"/>
              </a:ext>
            </a:extLst>
          </p:cNvPr>
          <p:cNvSpPr>
            <a:spLocks noGrp="1"/>
          </p:cNvSpPr>
          <p:nvPr>
            <p:ph idx="1"/>
          </p:nvPr>
        </p:nvSpPr>
        <p:spPr/>
        <p:txBody>
          <a:bodyPr>
            <a:normAutofit/>
          </a:bodyPr>
          <a:lstStyle/>
          <a:p>
            <a:pPr>
              <a:spcAft>
                <a:spcPts val="1200"/>
              </a:spcAft>
            </a:pPr>
            <a:r>
              <a:rPr lang="ja-JP" altLang="en-US" sz="2400" dirty="0"/>
              <a:t>主として学生が実験的に打ち上げる</a:t>
            </a:r>
            <a:r>
              <a:rPr lang="ja-JP" altLang="en-US" sz="2400" b="1" dirty="0"/>
              <a:t>小型ロケット</a:t>
            </a:r>
            <a:endParaRPr lang="en-US" altLang="ja-JP" sz="2400" b="1" dirty="0"/>
          </a:p>
          <a:p>
            <a:pPr marL="715963" lvl="1" indent="-431800">
              <a:spcAft>
                <a:spcPts val="1200"/>
              </a:spcAft>
              <a:buFont typeface="Wingdings" panose="05000000000000000000" pitchFamily="2" charset="2"/>
              <a:buChar char="ü"/>
            </a:pPr>
            <a:r>
              <a:rPr lang="ja-JP" altLang="en-US" dirty="0"/>
              <a:t>多くの場合で固体燃料と液体酸化剤を用いる</a:t>
            </a:r>
            <a:br>
              <a:rPr lang="en-US" altLang="ja-JP" dirty="0"/>
            </a:br>
            <a:r>
              <a:rPr lang="ja-JP" altLang="en-US" dirty="0"/>
              <a:t>ハイブリッドロケット</a:t>
            </a:r>
            <a:endParaRPr lang="en-US" altLang="ja-JP" dirty="0"/>
          </a:p>
          <a:p>
            <a:pPr marL="715963" lvl="1" indent="-431800">
              <a:spcAft>
                <a:spcPts val="1200"/>
              </a:spcAft>
              <a:buFont typeface="Wingdings" panose="05000000000000000000" pitchFamily="2" charset="2"/>
              <a:buChar char="ü"/>
            </a:pPr>
            <a:r>
              <a:rPr lang="ja-JP" altLang="en-US" dirty="0"/>
              <a:t>ペイロードは</a:t>
            </a:r>
            <a:r>
              <a:rPr lang="en-US" altLang="ja-JP" dirty="0"/>
              <a:t>1kg</a:t>
            </a:r>
            <a:r>
              <a:rPr lang="ja-JP" altLang="en-US" dirty="0"/>
              <a:t>程度</a:t>
            </a:r>
            <a:endParaRPr lang="en-US" altLang="ja-JP" dirty="0"/>
          </a:p>
          <a:p>
            <a:pPr marL="715963" lvl="1" indent="-431800">
              <a:spcAft>
                <a:spcPts val="1200"/>
              </a:spcAft>
              <a:buFont typeface="Wingdings" panose="05000000000000000000" pitchFamily="2" charset="2"/>
              <a:buChar char="ü"/>
            </a:pPr>
            <a:r>
              <a:rPr lang="ja-JP" altLang="en-US" dirty="0"/>
              <a:t>弾道飛行</a:t>
            </a:r>
            <a:endParaRPr lang="en-US" altLang="ja-JP" dirty="0"/>
          </a:p>
          <a:p>
            <a:pPr marL="1257300" lvl="2" indent="-396875">
              <a:spcAft>
                <a:spcPts val="1200"/>
              </a:spcAft>
              <a:buFont typeface="Wingdings" panose="05000000000000000000" pitchFamily="2" charset="2"/>
              <a:buChar char="p"/>
            </a:pPr>
            <a:r>
              <a:rPr lang="ja-JP" altLang="en-US" dirty="0"/>
              <a:t>軌道に乗らずに地球に落ちてくる軌道</a:t>
            </a:r>
            <a:endParaRPr lang="en-US" altLang="ja-JP" dirty="0"/>
          </a:p>
          <a:p>
            <a:pPr lvl="2">
              <a:spcAft>
                <a:spcPts val="1200"/>
              </a:spcAft>
              <a:buFont typeface="Wingdings" panose="05000000000000000000" pitchFamily="2" charset="2"/>
              <a:buChar char="p"/>
            </a:pPr>
            <a:endParaRPr lang="en-US" altLang="ja-JP" dirty="0"/>
          </a:p>
          <a:p>
            <a:pPr lvl="2">
              <a:spcAft>
                <a:spcPts val="1200"/>
              </a:spcAft>
              <a:buFont typeface="Wingdings" panose="05000000000000000000" pitchFamily="2" charset="2"/>
              <a:buChar char="p"/>
            </a:pPr>
            <a:endParaRPr lang="en-US" altLang="ja-JP" dirty="0"/>
          </a:p>
          <a:p>
            <a:pPr>
              <a:spcAft>
                <a:spcPts val="1200"/>
              </a:spcAft>
            </a:pPr>
            <a:endParaRPr lang="en-US" altLang="ja-JP" sz="2400" dirty="0"/>
          </a:p>
          <a:p>
            <a:pPr>
              <a:spcAft>
                <a:spcPts val="1200"/>
              </a:spcAft>
            </a:pPr>
            <a:endParaRPr lang="en-US" altLang="ja-JP" sz="2400" dirty="0"/>
          </a:p>
        </p:txBody>
      </p:sp>
      <p:sp>
        <p:nvSpPr>
          <p:cNvPr id="8" name="テキスト プレースホルダー 7">
            <a:extLst>
              <a:ext uri="{FF2B5EF4-FFF2-40B4-BE49-F238E27FC236}">
                <a16:creationId xmlns:a16="http://schemas.microsoft.com/office/drawing/2014/main" id="{CB1F39F4-4295-5F2A-1F96-94B8F39CAA2A}"/>
              </a:ext>
            </a:extLst>
          </p:cNvPr>
          <p:cNvSpPr>
            <a:spLocks noGrp="1"/>
          </p:cNvSpPr>
          <p:nvPr>
            <p:ph type="body" sz="quarter" idx="13"/>
          </p:nvPr>
        </p:nvSpPr>
        <p:spPr>
          <a:solidFill>
            <a:schemeClr val="accent4">
              <a:lumMod val="75000"/>
            </a:schemeClr>
          </a:solidFill>
        </p:spPr>
        <p:txBody>
          <a:bodyPr/>
          <a:lstStyle/>
          <a:p>
            <a:endParaRPr lang="ja-JP" altLang="en-US" dirty="0"/>
          </a:p>
        </p:txBody>
      </p:sp>
      <p:sp>
        <p:nvSpPr>
          <p:cNvPr id="5" name="スライド番号プレースホルダー 4">
            <a:extLst>
              <a:ext uri="{FF2B5EF4-FFF2-40B4-BE49-F238E27FC236}">
                <a16:creationId xmlns:a16="http://schemas.microsoft.com/office/drawing/2014/main" id="{0A652B4E-3F5D-BD28-32EC-1FE45BDCF06E}"/>
              </a:ext>
            </a:extLst>
          </p:cNvPr>
          <p:cNvSpPr>
            <a:spLocks noGrp="1"/>
          </p:cNvSpPr>
          <p:nvPr>
            <p:ph type="sldNum" sz="quarter" idx="15"/>
          </p:nvPr>
        </p:nvSpPr>
        <p:spPr/>
        <p:txBody>
          <a:bodyPr/>
          <a:lstStyle/>
          <a:p>
            <a:pPr rtl="0"/>
            <a:fld id="{CC43B8D3-9A08-F84C-9DD4-44948BA52D4B}" type="slidenum">
              <a:rPr lang="en-US" altLang="ja-JP" noProof="0" smtClean="0"/>
              <a:pPr rtl="0"/>
              <a:t>10</a:t>
            </a:fld>
            <a:endParaRPr lang="ja-JP" altLang="en-US" noProof="0" dirty="0"/>
          </a:p>
        </p:txBody>
      </p:sp>
      <p:sp>
        <p:nvSpPr>
          <p:cNvPr id="4" name="テキスト ボックス 3">
            <a:extLst>
              <a:ext uri="{FF2B5EF4-FFF2-40B4-BE49-F238E27FC236}">
                <a16:creationId xmlns:a16="http://schemas.microsoft.com/office/drawing/2014/main" id="{60CB9F04-F262-C68E-3AC3-038F1915D666}"/>
              </a:ext>
            </a:extLst>
          </p:cNvPr>
          <p:cNvSpPr txBox="1"/>
          <p:nvPr/>
        </p:nvSpPr>
        <p:spPr>
          <a:xfrm>
            <a:off x="9493825" y="6416193"/>
            <a:ext cx="2698175" cy="307777"/>
          </a:xfrm>
          <a:prstGeom prst="rect">
            <a:avLst/>
          </a:prstGeom>
          <a:noFill/>
        </p:spPr>
        <p:txBody>
          <a:bodyPr wrap="none" rtlCol="0">
            <a:spAutoFit/>
          </a:bodyPr>
          <a:lstStyle/>
          <a:p>
            <a:r>
              <a:rPr kumimoji="1" lang="ja-JP" altLang="en-US" sz="1400" dirty="0"/>
              <a:t>鹿児島ロケット（鹿児島大学）</a:t>
            </a:r>
          </a:p>
        </p:txBody>
      </p:sp>
      <p:pic>
        <p:nvPicPr>
          <p:cNvPr id="6" name="図プレースホルダー 8">
            <a:extLst>
              <a:ext uri="{FF2B5EF4-FFF2-40B4-BE49-F238E27FC236}">
                <a16:creationId xmlns:a16="http://schemas.microsoft.com/office/drawing/2014/main" id="{DA4B46F0-CF5E-1CA5-B9B0-1D6202F91E5F}"/>
              </a:ext>
            </a:extLst>
          </p:cNvPr>
          <p:cNvPicPr>
            <a:picLocks noChangeAspect="1"/>
          </p:cNvPicPr>
          <p:nvPr/>
        </p:nvPicPr>
        <p:blipFill>
          <a:blip r:embed="rId2"/>
          <a:srcRect l="-3303" t="-1593" r="-5089" b="-1700"/>
          <a:stretch>
            <a:fillRect/>
          </a:stretch>
        </p:blipFill>
        <p:spPr>
          <a:xfrm>
            <a:off x="8569960" y="1635550"/>
            <a:ext cx="3062853" cy="43919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9" name="グループ化 8">
            <a:extLst>
              <a:ext uri="{FF2B5EF4-FFF2-40B4-BE49-F238E27FC236}">
                <a16:creationId xmlns:a16="http://schemas.microsoft.com/office/drawing/2014/main" id="{A8199E55-A5AB-5A25-4C6A-A4F2F89C3DC5}"/>
              </a:ext>
            </a:extLst>
          </p:cNvPr>
          <p:cNvGrpSpPr/>
          <p:nvPr/>
        </p:nvGrpSpPr>
        <p:grpSpPr>
          <a:xfrm>
            <a:off x="7389788" y="6135624"/>
            <a:ext cx="4802212" cy="276999"/>
            <a:chOff x="6178200" y="6399567"/>
            <a:chExt cx="4802212" cy="276999"/>
          </a:xfrm>
        </p:grpSpPr>
        <p:sp>
          <p:nvSpPr>
            <p:cNvPr id="10" name="テキスト ボックス 9">
              <a:extLst>
                <a:ext uri="{FF2B5EF4-FFF2-40B4-BE49-F238E27FC236}">
                  <a16:creationId xmlns:a16="http://schemas.microsoft.com/office/drawing/2014/main" id="{CCEE4FB2-8C01-8FA2-3242-196152B9623D}"/>
                </a:ext>
              </a:extLst>
            </p:cNvPr>
            <p:cNvSpPr txBox="1"/>
            <p:nvPr/>
          </p:nvSpPr>
          <p:spPr>
            <a:xfrm>
              <a:off x="6178200" y="6399567"/>
              <a:ext cx="4802212" cy="276999"/>
            </a:xfrm>
            <a:prstGeom prst="rect">
              <a:avLst/>
            </a:prstGeom>
            <a:noFill/>
          </p:spPr>
          <p:txBody>
            <a:bodyPr wrap="none" rtlCol="0">
              <a:spAutoFit/>
            </a:bodyPr>
            <a:lstStyle/>
            <a:p>
              <a:r>
                <a:rPr kumimoji="1" lang="en-US" altLang="ja-JP" sz="1200" dirty="0">
                  <a:ln w="76200">
                    <a:solidFill>
                      <a:schemeClr val="bg1"/>
                    </a:solidFill>
                  </a:ln>
                  <a:solidFill>
                    <a:schemeClr val="bg1"/>
                  </a:solidFill>
                </a:rPr>
                <a:t>https://373news.com/news/local/photo/229751/?page=2</a:t>
              </a:r>
              <a:endParaRPr kumimoji="1" lang="ja-JP" altLang="en-US" sz="1200" dirty="0">
                <a:ln w="76200">
                  <a:solidFill>
                    <a:schemeClr val="bg1"/>
                  </a:solidFill>
                </a:ln>
                <a:solidFill>
                  <a:schemeClr val="bg1"/>
                </a:solidFill>
              </a:endParaRPr>
            </a:p>
          </p:txBody>
        </p:sp>
        <p:sp>
          <p:nvSpPr>
            <p:cNvPr id="11" name="テキスト ボックス 10">
              <a:extLst>
                <a:ext uri="{FF2B5EF4-FFF2-40B4-BE49-F238E27FC236}">
                  <a16:creationId xmlns:a16="http://schemas.microsoft.com/office/drawing/2014/main" id="{BEA5BF45-4AF0-B3E8-677C-A9EFA2D37117}"/>
                </a:ext>
              </a:extLst>
            </p:cNvPr>
            <p:cNvSpPr txBox="1"/>
            <p:nvPr/>
          </p:nvSpPr>
          <p:spPr>
            <a:xfrm>
              <a:off x="6178200" y="6399567"/>
              <a:ext cx="4802212" cy="276999"/>
            </a:xfrm>
            <a:prstGeom prst="rect">
              <a:avLst/>
            </a:prstGeom>
            <a:noFill/>
          </p:spPr>
          <p:txBody>
            <a:bodyPr wrap="none" rtlCol="0">
              <a:spAutoFit/>
            </a:bodyPr>
            <a:lstStyle/>
            <a:p>
              <a:r>
                <a:rPr kumimoji="1" lang="en-US" altLang="ja-JP" sz="1200" dirty="0">
                  <a:ln w="76200">
                    <a:noFill/>
                  </a:ln>
                </a:rPr>
                <a:t>https://373news.com/news/local/photo/229751/?page=2</a:t>
              </a:r>
              <a:endParaRPr kumimoji="1" lang="ja-JP" altLang="en-US" sz="1200" dirty="0">
                <a:ln w="76200">
                  <a:noFill/>
                </a:ln>
              </a:endParaRPr>
            </a:p>
          </p:txBody>
        </p:sp>
      </p:grpSp>
    </p:spTree>
    <p:extLst>
      <p:ext uri="{BB962C8B-B14F-4D97-AF65-F5344CB8AC3E}">
        <p14:creationId xmlns:p14="http://schemas.microsoft.com/office/powerpoint/2010/main" val="2314461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05559-20BA-8379-BE56-E950A9060BE5}"/>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63A16645-A742-FF47-24A1-A95C7A77423B}"/>
              </a:ext>
            </a:extLst>
          </p:cNvPr>
          <p:cNvSpPr>
            <a:spLocks noGrp="1"/>
          </p:cNvSpPr>
          <p:nvPr>
            <p:ph type="title"/>
          </p:nvPr>
        </p:nvSpPr>
        <p:spPr>
          <a:xfrm>
            <a:off x="6096000" y="2209800"/>
            <a:ext cx="5513832" cy="2432304"/>
          </a:xfrm>
        </p:spPr>
        <p:txBody>
          <a:bodyPr/>
          <a:lstStyle/>
          <a:p>
            <a:r>
              <a:rPr lang="en-US" altLang="ja-JP" b="1" dirty="0"/>
              <a:t>GPS</a:t>
            </a:r>
            <a:r>
              <a:rPr lang="ja-JP" altLang="en-US" b="1" dirty="0"/>
              <a:t>受信機の</a:t>
            </a:r>
            <a:br>
              <a:rPr lang="en-US" altLang="ja-JP" b="1" dirty="0"/>
            </a:br>
            <a:r>
              <a:rPr lang="ja-JP" altLang="en-US" b="1" dirty="0"/>
              <a:t>仕組み</a:t>
            </a:r>
          </a:p>
        </p:txBody>
      </p:sp>
      <p:sp>
        <p:nvSpPr>
          <p:cNvPr id="4" name="スライド番号プレースホルダー 3">
            <a:extLst>
              <a:ext uri="{FF2B5EF4-FFF2-40B4-BE49-F238E27FC236}">
                <a16:creationId xmlns:a16="http://schemas.microsoft.com/office/drawing/2014/main" id="{C5553FF4-3295-1BDD-7EF2-170F63499E38}"/>
              </a:ext>
            </a:extLst>
          </p:cNvPr>
          <p:cNvSpPr>
            <a:spLocks noGrp="1"/>
          </p:cNvSpPr>
          <p:nvPr>
            <p:ph type="sldNum" sz="quarter" idx="4294967295"/>
          </p:nvPr>
        </p:nvSpPr>
        <p:spPr>
          <a:xfrm>
            <a:off x="0" y="809625"/>
            <a:ext cx="941388" cy="620713"/>
          </a:xfrm>
        </p:spPr>
        <p:txBody>
          <a:bodyPr/>
          <a:lstStyle/>
          <a:p>
            <a:fld id="{CC43B8D3-9A08-F84C-9DD4-44948BA52D4B}" type="slidenum">
              <a:rPr lang="en-US" altLang="ja-JP" smtClean="0"/>
              <a:pPr/>
              <a:t>11</a:t>
            </a:fld>
            <a:endParaRPr lang="ja-JP" altLang="en-US"/>
          </a:p>
        </p:txBody>
      </p:sp>
    </p:spTree>
    <p:extLst>
      <p:ext uri="{BB962C8B-B14F-4D97-AF65-F5344CB8AC3E}">
        <p14:creationId xmlns:p14="http://schemas.microsoft.com/office/powerpoint/2010/main" val="2929869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1">
            <a:extLst>
              <a:ext uri="{FF2B5EF4-FFF2-40B4-BE49-F238E27FC236}">
                <a16:creationId xmlns:a16="http://schemas.microsoft.com/office/drawing/2014/main" id="{A61B8F32-FD63-6E48-E4D7-8E0235909B16}"/>
              </a:ext>
            </a:extLst>
          </p:cNvPr>
          <p:cNvSpPr>
            <a:spLocks noGrp="1"/>
          </p:cNvSpPr>
          <p:nvPr>
            <p:ph type="body" sz="quarter" idx="13"/>
          </p:nvPr>
        </p:nvSpPr>
        <p:spPr>
          <a:xfrm>
            <a:off x="1815806" y="793971"/>
            <a:ext cx="621792" cy="621792"/>
          </a:xfrm>
          <a:solidFill>
            <a:schemeClr val="tx1">
              <a:lumMod val="90000"/>
              <a:lumOff val="10000"/>
            </a:schemeClr>
          </a:solidFill>
        </p:spPr>
        <p:txBody>
          <a:bodyPr/>
          <a:lstStyle/>
          <a:p>
            <a:endParaRPr lang="en-US" dirty="0"/>
          </a:p>
        </p:txBody>
      </p:sp>
      <p:sp>
        <p:nvSpPr>
          <p:cNvPr id="2" name="タイトル 1">
            <a:extLst>
              <a:ext uri="{FF2B5EF4-FFF2-40B4-BE49-F238E27FC236}">
                <a16:creationId xmlns:a16="http://schemas.microsoft.com/office/drawing/2014/main" id="{90EC541C-D2FC-35C8-F592-B712F6F8D43C}"/>
              </a:ext>
            </a:extLst>
          </p:cNvPr>
          <p:cNvSpPr>
            <a:spLocks noGrp="1"/>
          </p:cNvSpPr>
          <p:nvPr>
            <p:ph type="title"/>
          </p:nvPr>
        </p:nvSpPr>
        <p:spPr>
          <a:xfrm>
            <a:off x="2697480" y="731520"/>
            <a:ext cx="8762246" cy="777240"/>
          </a:xfrm>
        </p:spPr>
        <p:txBody>
          <a:bodyPr vert="horz" lIns="91440" tIns="45720" rIns="91440" bIns="45720" rtlCol="0" anchor="ctr">
            <a:normAutofit/>
          </a:bodyPr>
          <a:lstStyle/>
          <a:p>
            <a:r>
              <a:rPr kumimoji="1" lang="ja-JP" altLang="en-US" kern="1200" baseline="0">
                <a:latin typeface="Meiryo UI" panose="020B0604030504040204" pitchFamily="50" charset="-128"/>
                <a:ea typeface="Meiryo UI" panose="020B0604030504040204" pitchFamily="50" charset="-128"/>
                <a:cs typeface="+mj-cs"/>
              </a:rPr>
              <a:t>GPSとは？</a:t>
            </a:r>
          </a:p>
        </p:txBody>
      </p:sp>
      <p:sp>
        <p:nvSpPr>
          <p:cNvPr id="17" name="コンテンツ プレースホルダー 6">
            <a:extLst>
              <a:ext uri="{FF2B5EF4-FFF2-40B4-BE49-F238E27FC236}">
                <a16:creationId xmlns:a16="http://schemas.microsoft.com/office/drawing/2014/main" id="{221EAC62-B4CA-737E-856B-5D9C629D0660}"/>
              </a:ext>
            </a:extLst>
          </p:cNvPr>
          <p:cNvSpPr txBox="1">
            <a:spLocks/>
          </p:cNvSpPr>
          <p:nvPr/>
        </p:nvSpPr>
        <p:spPr>
          <a:xfrm>
            <a:off x="838200" y="1825625"/>
            <a:ext cx="5181600" cy="4351338"/>
          </a:xfrm>
          <a:prstGeom prst="rect">
            <a:avLst/>
          </a:prstGeom>
        </p:spPr>
        <p:txBody>
          <a:bodyPr vert="horz" lIns="91440" tIns="45720" rIns="91440" bIns="45720" rtlCol="0">
            <a:normAutofit/>
          </a:bodyPr>
          <a:lstStyle>
            <a:lvl1pPr marL="283464" indent="-283464" algn="l" defTabSz="914400" rtl="0" eaLnBrk="1" latinLnBrk="0" hangingPunct="1">
              <a:lnSpc>
                <a:spcPct val="100000"/>
              </a:lnSpc>
              <a:spcBef>
                <a:spcPts val="0"/>
              </a:spcBef>
              <a:buFont typeface="Arial" panose="020B0604020202020204" pitchFamily="34" charset="0"/>
              <a:buChar char="•"/>
              <a:defRPr kumimoji="1" sz="2800" kern="1200" baseline="0">
                <a:solidFill>
                  <a:schemeClr val="tx1"/>
                </a:solidFill>
                <a:latin typeface="Meiryo UI" panose="020B0604030504040204" pitchFamily="50" charset="-128"/>
                <a:ea typeface="Meiryo UI" panose="020B0604030504040204" pitchFamily="50" charset="-128"/>
                <a:cs typeface="+mn-cs"/>
              </a:defRPr>
            </a:lvl1pPr>
            <a:lvl2pPr marL="566928" indent="-283464"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eiryo UI" panose="020B0604030504040204" pitchFamily="50" charset="-128"/>
                <a:ea typeface="Meiryo UI" panose="020B0604030504040204" pitchFamily="50" charset="-128"/>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eiryo UI" panose="020B0604030504040204" pitchFamily="50" charset="-128"/>
                <a:ea typeface="Meiryo UI" panose="020B0604030504040204" pitchFamily="50" charset="-128"/>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eiryo UI" panose="020B0604030504040204" pitchFamily="50" charset="-128"/>
                <a:ea typeface="Meiryo UI" panose="020B0604030504040204" pitchFamily="50" charset="-128"/>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90000"/>
              </a:lnSpc>
              <a:spcAft>
                <a:spcPts val="1200"/>
              </a:spcAft>
            </a:pPr>
            <a:r>
              <a:rPr lang="en-US" altLang="ja-JP" sz="2200" dirty="0"/>
              <a:t>Global Positioning System</a:t>
            </a:r>
          </a:p>
          <a:p>
            <a:pPr>
              <a:lnSpc>
                <a:spcPct val="90000"/>
              </a:lnSpc>
              <a:spcAft>
                <a:spcPts val="1200"/>
              </a:spcAft>
            </a:pPr>
            <a:r>
              <a:rPr lang="ja-JP" altLang="en-US" sz="2200" dirty="0"/>
              <a:t>アメリカが運用している全地球測位システム</a:t>
            </a:r>
            <a:endParaRPr lang="en-US" altLang="ja-JP" sz="2200" dirty="0"/>
          </a:p>
          <a:p>
            <a:pPr>
              <a:lnSpc>
                <a:spcPct val="90000"/>
              </a:lnSpc>
              <a:spcAft>
                <a:spcPts val="1200"/>
              </a:spcAft>
            </a:pPr>
            <a:r>
              <a:rPr lang="ja-JP" altLang="en-US" sz="2200" dirty="0"/>
              <a:t>約</a:t>
            </a:r>
            <a:r>
              <a:rPr lang="en-US" altLang="ja-JP" sz="2200" dirty="0"/>
              <a:t>30</a:t>
            </a:r>
            <a:r>
              <a:rPr lang="ja-JP" altLang="en-US" sz="2200" dirty="0"/>
              <a:t>機の衛星から構成されるシステム</a:t>
            </a:r>
          </a:p>
          <a:p>
            <a:pPr>
              <a:lnSpc>
                <a:spcPct val="90000"/>
              </a:lnSpc>
              <a:spcAft>
                <a:spcPts val="1200"/>
              </a:spcAft>
            </a:pPr>
            <a:r>
              <a:rPr lang="ja-JP" altLang="en-US" sz="2200" dirty="0"/>
              <a:t>地上から</a:t>
            </a:r>
            <a:r>
              <a:rPr lang="en-US" altLang="ja-JP" sz="2200" dirty="0"/>
              <a:t>25,000 km</a:t>
            </a:r>
            <a:r>
              <a:rPr lang="ja-JP" altLang="en-US" sz="2200" dirty="0"/>
              <a:t>を飛行する</a:t>
            </a:r>
            <a:r>
              <a:rPr lang="en-US" altLang="ja-JP" sz="2200" dirty="0"/>
              <a:t>GPS</a:t>
            </a:r>
            <a:r>
              <a:rPr lang="ja-JP" altLang="en-US" sz="2200" dirty="0"/>
              <a:t>衛星から送信される信号を受信して、受信した地点の位置を知ることができる</a:t>
            </a:r>
            <a:endParaRPr lang="en-US" altLang="ja-JP" sz="2200" dirty="0"/>
          </a:p>
          <a:p>
            <a:pPr>
              <a:lnSpc>
                <a:spcPct val="90000"/>
              </a:lnSpc>
              <a:spcAft>
                <a:spcPts val="1200"/>
              </a:spcAft>
            </a:pPr>
            <a:r>
              <a:rPr lang="ja-JP" altLang="en-US" sz="2200" dirty="0"/>
              <a:t>受信だけで良いので無線局免許は不要</a:t>
            </a:r>
            <a:endParaRPr lang="en-US" altLang="ja-JP" sz="2200" dirty="0"/>
          </a:p>
          <a:p>
            <a:pPr>
              <a:lnSpc>
                <a:spcPct val="90000"/>
              </a:lnSpc>
              <a:spcAft>
                <a:spcPts val="1200"/>
              </a:spcAft>
            </a:pPr>
            <a:r>
              <a:rPr lang="ja-JP" altLang="en-US" sz="2200" dirty="0"/>
              <a:t>連続に受信したデータから速度や方位を計算することで航法装置としても使用できる</a:t>
            </a:r>
            <a:endParaRPr lang="en-US" altLang="ja-JP" sz="2200" dirty="0"/>
          </a:p>
        </p:txBody>
      </p:sp>
      <p:pic>
        <p:nvPicPr>
          <p:cNvPr id="16" name="コンテンツ プレースホルダー 11">
            <a:extLst>
              <a:ext uri="{FF2B5EF4-FFF2-40B4-BE49-F238E27FC236}">
                <a16:creationId xmlns:a16="http://schemas.microsoft.com/office/drawing/2014/main" id="{5A98D519-292D-E8FA-A18E-CCB1C203F1BE}"/>
              </a:ext>
            </a:extLst>
          </p:cNvPr>
          <p:cNvPicPr>
            <a:picLocks noChangeAspect="1"/>
          </p:cNvPicPr>
          <p:nvPr/>
        </p:nvPicPr>
        <p:blipFill>
          <a:blip r:embed="rId2"/>
          <a:stretch>
            <a:fillRect/>
          </a:stretch>
        </p:blipFill>
        <p:spPr>
          <a:xfrm>
            <a:off x="6587331" y="1825625"/>
            <a:ext cx="4351338" cy="4351338"/>
          </a:xfrm>
          <a:prstGeom prst="rect">
            <a:avLst/>
          </a:prstGeom>
          <a:no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スライド番号プレースホルダー 4">
            <a:extLst>
              <a:ext uri="{FF2B5EF4-FFF2-40B4-BE49-F238E27FC236}">
                <a16:creationId xmlns:a16="http://schemas.microsoft.com/office/drawing/2014/main" id="{B003AEA9-41FE-72E1-E261-12BB0803A9AE}"/>
              </a:ext>
            </a:extLst>
          </p:cNvPr>
          <p:cNvSpPr>
            <a:spLocks noGrp="1"/>
          </p:cNvSpPr>
          <p:nvPr>
            <p:ph type="sldNum" sz="quarter" idx="12"/>
          </p:nvPr>
        </p:nvSpPr>
        <p:spPr>
          <a:xfrm>
            <a:off x="1651903" y="809244"/>
            <a:ext cx="941832" cy="621792"/>
          </a:xfrm>
        </p:spPr>
        <p:txBody>
          <a:bodyPr vert="horz" lIns="91440" tIns="45720" rIns="91440" bIns="45720" rtlCol="0" anchor="ctr">
            <a:normAutofit/>
          </a:bodyPr>
          <a:lstStyle/>
          <a:p>
            <a:pPr>
              <a:spcAft>
                <a:spcPts val="600"/>
              </a:spcAft>
            </a:pPr>
            <a:fld id="{CC43B8D3-9A08-F84C-9DD4-44948BA52D4B}" type="slidenum">
              <a:rPr lang="en-US" altLang="ja-JP" smtClean="0"/>
              <a:pPr>
                <a:spcAft>
                  <a:spcPts val="600"/>
                </a:spcAft>
              </a:pPr>
              <a:t>12</a:t>
            </a:fld>
            <a:endParaRPr lang="ja-JP" altLang="en-US" dirty="0"/>
          </a:p>
        </p:txBody>
      </p:sp>
    </p:spTree>
    <p:extLst>
      <p:ext uri="{BB962C8B-B14F-4D97-AF65-F5344CB8AC3E}">
        <p14:creationId xmlns:p14="http://schemas.microsoft.com/office/powerpoint/2010/main" val="2969471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3">
            <a:extLst>
              <a:ext uri="{FF2B5EF4-FFF2-40B4-BE49-F238E27FC236}">
                <a16:creationId xmlns:a16="http://schemas.microsoft.com/office/drawing/2014/main" id="{B3F75ECA-2140-E81F-E320-1BB0048E53EF}"/>
              </a:ext>
            </a:extLst>
          </p:cNvPr>
          <p:cNvSpPr>
            <a:spLocks noGrp="1"/>
          </p:cNvSpPr>
          <p:nvPr>
            <p:ph type="body" sz="quarter" idx="13"/>
          </p:nvPr>
        </p:nvSpPr>
        <p:spPr>
          <a:solidFill>
            <a:schemeClr val="tx1">
              <a:lumMod val="90000"/>
              <a:lumOff val="10000"/>
            </a:schemeClr>
          </a:solidFill>
        </p:spPr>
        <p:txBody>
          <a:bodyPr/>
          <a:lstStyle/>
          <a:p>
            <a:pPr marL="342900" indent="-342900"/>
            <a:r>
              <a:rPr lang="en-US" altLang="ja-JP" dirty="0"/>
              <a:t>50 bps</a:t>
            </a:r>
            <a:r>
              <a:rPr lang="ja-JP" altLang="en-US" dirty="0"/>
              <a:t>の航法メッセージ</a:t>
            </a:r>
            <a:endParaRPr lang="en-US" altLang="ja-JP" dirty="0"/>
          </a:p>
          <a:p>
            <a:pPr marL="342900" indent="-342900"/>
            <a:r>
              <a:rPr lang="en-US" altLang="ja-JP" dirty="0"/>
              <a:t>1.023 MHz</a:t>
            </a:r>
            <a:r>
              <a:rPr lang="ja-JP" altLang="en-US" dirty="0"/>
              <a:t>の拡散符号</a:t>
            </a:r>
            <a:endParaRPr lang="en-US" altLang="ja-JP" dirty="0"/>
          </a:p>
          <a:p>
            <a:pPr marL="342900" indent="-342900"/>
            <a:r>
              <a:rPr lang="en-US" altLang="ja-JP" dirty="0"/>
              <a:t>1575.42 MHz</a:t>
            </a:r>
            <a:r>
              <a:rPr lang="ja-JP" altLang="en-US" dirty="0"/>
              <a:t>のキャリア信号</a:t>
            </a:r>
            <a:endParaRPr lang="en-US" altLang="ja-JP" dirty="0"/>
          </a:p>
          <a:p>
            <a:pPr marL="0" indent="0">
              <a:buNone/>
            </a:pPr>
            <a:endParaRPr kumimoji="1" lang="ja-JP" altLang="en-US" dirty="0"/>
          </a:p>
        </p:txBody>
      </p:sp>
      <p:sp>
        <p:nvSpPr>
          <p:cNvPr id="3" name="タイトル 2">
            <a:extLst>
              <a:ext uri="{FF2B5EF4-FFF2-40B4-BE49-F238E27FC236}">
                <a16:creationId xmlns:a16="http://schemas.microsoft.com/office/drawing/2014/main" id="{4490D165-0754-AF48-541E-174D0D6B254F}"/>
              </a:ext>
            </a:extLst>
          </p:cNvPr>
          <p:cNvSpPr>
            <a:spLocks noGrp="1"/>
          </p:cNvSpPr>
          <p:nvPr>
            <p:ph type="title"/>
          </p:nvPr>
        </p:nvSpPr>
        <p:spPr/>
        <p:txBody>
          <a:bodyPr/>
          <a:lstStyle/>
          <a:p>
            <a:r>
              <a:rPr kumimoji="1" lang="en-US" altLang="ja-JP" dirty="0"/>
              <a:t>GPS</a:t>
            </a:r>
            <a:r>
              <a:rPr kumimoji="1" lang="ja-JP" altLang="en-US" dirty="0"/>
              <a:t>の信号構成</a:t>
            </a:r>
          </a:p>
        </p:txBody>
      </p:sp>
      <p:sp>
        <p:nvSpPr>
          <p:cNvPr id="6" name="スライド番号プレースホルダー 5">
            <a:extLst>
              <a:ext uri="{FF2B5EF4-FFF2-40B4-BE49-F238E27FC236}">
                <a16:creationId xmlns:a16="http://schemas.microsoft.com/office/drawing/2014/main" id="{1D4CE172-DA26-C4F5-9774-9B66E7826CFF}"/>
              </a:ext>
            </a:extLst>
          </p:cNvPr>
          <p:cNvSpPr>
            <a:spLocks noGrp="1"/>
          </p:cNvSpPr>
          <p:nvPr>
            <p:ph type="sldNum" sz="quarter" idx="15"/>
          </p:nvPr>
        </p:nvSpPr>
        <p:spPr/>
        <p:txBody>
          <a:bodyPr/>
          <a:lstStyle/>
          <a:p>
            <a:pPr rtl="0"/>
            <a:fld id="{CC43B8D3-9A08-F84C-9DD4-44948BA52D4B}" type="slidenum">
              <a:rPr lang="en-US" altLang="ja-JP" noProof="0" smtClean="0"/>
              <a:t>13</a:t>
            </a:fld>
            <a:endParaRPr lang="ja-JP" altLang="en-US" noProof="0" dirty="0"/>
          </a:p>
        </p:txBody>
      </p:sp>
      <p:pic>
        <p:nvPicPr>
          <p:cNvPr id="7" name="コンテンツ プレースホルダー 5">
            <a:extLst>
              <a:ext uri="{FF2B5EF4-FFF2-40B4-BE49-F238E27FC236}">
                <a16:creationId xmlns:a16="http://schemas.microsoft.com/office/drawing/2014/main" id="{5CB396CE-1DA8-6F63-B102-466E3CB9DA7E}"/>
              </a:ext>
            </a:extLst>
          </p:cNvPr>
          <p:cNvPicPr>
            <a:picLocks noGrp="1" noChangeAspect="1"/>
          </p:cNvPicPr>
          <p:nvPr>
            <p:ph sz="half" idx="4294967295"/>
          </p:nvPr>
        </p:nvPicPr>
        <p:blipFill>
          <a:blip r:embed="rId2"/>
          <a:stretch>
            <a:fillRect/>
          </a:stretch>
        </p:blipFill>
        <p:spPr>
          <a:xfrm>
            <a:off x="731838" y="2309239"/>
            <a:ext cx="5558788" cy="2916666"/>
          </a:xfrm>
          <a:noFill/>
        </p:spPr>
      </p:pic>
      <p:sp>
        <p:nvSpPr>
          <p:cNvPr id="8" name="Content Placeholder 2">
            <a:extLst>
              <a:ext uri="{FF2B5EF4-FFF2-40B4-BE49-F238E27FC236}">
                <a16:creationId xmlns:a16="http://schemas.microsoft.com/office/drawing/2014/main" id="{041AF12A-016A-66A5-E73E-02ED233E79A8}"/>
              </a:ext>
            </a:extLst>
          </p:cNvPr>
          <p:cNvSpPr txBox="1">
            <a:spLocks/>
          </p:cNvSpPr>
          <p:nvPr/>
        </p:nvSpPr>
        <p:spPr>
          <a:xfrm>
            <a:off x="6443602" y="2115564"/>
            <a:ext cx="4878447" cy="3332832"/>
          </a:xfrm>
          <a:prstGeom prst="rect">
            <a:avLst/>
          </a:prstGeom>
        </p:spPr>
        <p:txBody>
          <a:bodyPr anchor="ctr"/>
          <a:lstStyle>
            <a:lvl1pPr marL="283464" indent="-283464" algn="l" defTabSz="914400" rtl="0" eaLnBrk="1" latinLnBrk="0" hangingPunct="1">
              <a:lnSpc>
                <a:spcPct val="100000"/>
              </a:lnSpc>
              <a:spcBef>
                <a:spcPts val="0"/>
              </a:spcBef>
              <a:buFont typeface="Arial" panose="020B0604020202020204" pitchFamily="34" charset="0"/>
              <a:buChar char="•"/>
              <a:defRPr kumimoji="1" sz="2800" kern="1200" baseline="0">
                <a:solidFill>
                  <a:schemeClr val="tx1"/>
                </a:solidFill>
                <a:latin typeface="Meiryo UI" panose="020B0604030504040204" pitchFamily="50" charset="-128"/>
                <a:ea typeface="Meiryo UI" panose="020B0604030504040204" pitchFamily="50" charset="-128"/>
                <a:cs typeface="+mn-cs"/>
              </a:defRPr>
            </a:lvl1pPr>
            <a:lvl2pPr marL="566928" indent="-283464"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Meiryo UI" panose="020B0604030504040204" pitchFamily="50" charset="-128"/>
                <a:ea typeface="Meiryo UI" panose="020B0604030504040204" pitchFamily="50" charset="-128"/>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Meiryo UI" panose="020B0604030504040204" pitchFamily="50" charset="-128"/>
                <a:ea typeface="Meiryo UI" panose="020B0604030504040204" pitchFamily="50" charset="-128"/>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eiryo UI" panose="020B0604030504040204" pitchFamily="50" charset="-128"/>
                <a:ea typeface="Meiryo UI" panose="020B0604030504040204" pitchFamily="50" charset="-128"/>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spcAft>
                <a:spcPts val="1200"/>
              </a:spcAft>
            </a:pPr>
            <a:r>
              <a:rPr lang="en-US" altLang="ja-JP" dirty="0"/>
              <a:t>50 bps</a:t>
            </a:r>
            <a:r>
              <a:rPr lang="ja-JP" altLang="en-US" dirty="0"/>
              <a:t>の航法メッセージ</a:t>
            </a:r>
            <a:endParaRPr lang="en-US" altLang="ja-JP" dirty="0"/>
          </a:p>
          <a:p>
            <a:pPr marL="342900" indent="-342900">
              <a:spcAft>
                <a:spcPts val="1200"/>
              </a:spcAft>
            </a:pPr>
            <a:r>
              <a:rPr lang="en-US" altLang="ja-JP" dirty="0"/>
              <a:t>1.023 MHz</a:t>
            </a:r>
            <a:r>
              <a:rPr lang="ja-JP" altLang="en-US" dirty="0"/>
              <a:t>の拡散符号</a:t>
            </a:r>
            <a:endParaRPr lang="en-US" altLang="ja-JP" dirty="0"/>
          </a:p>
          <a:p>
            <a:pPr marL="342900" indent="-342900">
              <a:spcAft>
                <a:spcPts val="1200"/>
              </a:spcAft>
            </a:pPr>
            <a:r>
              <a:rPr lang="en-US" altLang="ja-JP" dirty="0"/>
              <a:t>1575.42 MHz</a:t>
            </a:r>
            <a:r>
              <a:rPr lang="ja-JP" altLang="en-US" dirty="0"/>
              <a:t>のキャリア信号</a:t>
            </a:r>
            <a:endParaRPr lang="en-US" dirty="0"/>
          </a:p>
        </p:txBody>
      </p:sp>
      <p:sp>
        <p:nvSpPr>
          <p:cNvPr id="9" name="平行四辺形 8">
            <a:extLst>
              <a:ext uri="{FF2B5EF4-FFF2-40B4-BE49-F238E27FC236}">
                <a16:creationId xmlns:a16="http://schemas.microsoft.com/office/drawing/2014/main" id="{18829B68-FBD9-3227-989C-317B576D7ECB}"/>
              </a:ext>
            </a:extLst>
          </p:cNvPr>
          <p:cNvSpPr/>
          <p:nvPr/>
        </p:nvSpPr>
        <p:spPr>
          <a:xfrm>
            <a:off x="1092523" y="6055201"/>
            <a:ext cx="10006953" cy="226473"/>
          </a:xfrm>
          <a:prstGeom prst="parallelogram">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1ABEB236-0594-0AE4-8CE5-C6FD7E04A2C6}"/>
              </a:ext>
            </a:extLst>
          </p:cNvPr>
          <p:cNvSpPr txBox="1"/>
          <p:nvPr/>
        </p:nvSpPr>
        <p:spPr>
          <a:xfrm>
            <a:off x="1827042" y="5763515"/>
            <a:ext cx="8537915" cy="461665"/>
          </a:xfrm>
          <a:prstGeom prst="rect">
            <a:avLst/>
          </a:prstGeom>
          <a:noFill/>
        </p:spPr>
        <p:txBody>
          <a:bodyPr wrap="none" rtlCol="0">
            <a:spAutoFit/>
          </a:bodyPr>
          <a:lstStyle/>
          <a:p>
            <a:r>
              <a:rPr kumimoji="1" lang="ja-JP" altLang="en-US" sz="2400" b="1" dirty="0"/>
              <a:t>これを逆順で処理することで測位に必要な航法データを取得</a:t>
            </a:r>
          </a:p>
        </p:txBody>
      </p:sp>
    </p:spTree>
    <p:extLst>
      <p:ext uri="{BB962C8B-B14F-4D97-AF65-F5344CB8AC3E}">
        <p14:creationId xmlns:p14="http://schemas.microsoft.com/office/powerpoint/2010/main" val="2455671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プレースホルダー 7">
            <a:extLst>
              <a:ext uri="{FF2B5EF4-FFF2-40B4-BE49-F238E27FC236}">
                <a16:creationId xmlns:a16="http://schemas.microsoft.com/office/drawing/2014/main" id="{FA424CA4-952B-5A79-CA96-B4955793052F}"/>
              </a:ext>
            </a:extLst>
          </p:cNvPr>
          <p:cNvSpPr>
            <a:spLocks noGrp="1"/>
          </p:cNvSpPr>
          <p:nvPr>
            <p:ph type="body" sz="quarter" idx="13"/>
          </p:nvPr>
        </p:nvSpPr>
        <p:spPr>
          <a:solidFill>
            <a:schemeClr val="tx1">
              <a:lumMod val="90000"/>
              <a:lumOff val="10000"/>
            </a:schemeClr>
          </a:solidFill>
        </p:spPr>
        <p:txBody>
          <a:bodyPr/>
          <a:lstStyle/>
          <a:p>
            <a:endParaRPr lang="ja-JP" altLang="en-US" dirty="0"/>
          </a:p>
        </p:txBody>
      </p:sp>
      <p:sp>
        <p:nvSpPr>
          <p:cNvPr id="6" name="タイトル 5">
            <a:extLst>
              <a:ext uri="{FF2B5EF4-FFF2-40B4-BE49-F238E27FC236}">
                <a16:creationId xmlns:a16="http://schemas.microsoft.com/office/drawing/2014/main" id="{C16B6346-88FC-31B3-5C9E-69BB5EF36700}"/>
              </a:ext>
            </a:extLst>
          </p:cNvPr>
          <p:cNvSpPr>
            <a:spLocks noGrp="1"/>
          </p:cNvSpPr>
          <p:nvPr>
            <p:ph type="title"/>
          </p:nvPr>
        </p:nvSpPr>
        <p:spPr/>
        <p:txBody>
          <a:bodyPr/>
          <a:lstStyle/>
          <a:p>
            <a:r>
              <a:rPr lang="en-US" altLang="ja-JP" dirty="0"/>
              <a:t>GPS</a:t>
            </a:r>
            <a:r>
              <a:rPr lang="ja-JP" altLang="en-US" dirty="0"/>
              <a:t>受信機の構成</a:t>
            </a:r>
          </a:p>
        </p:txBody>
      </p:sp>
      <p:sp>
        <p:nvSpPr>
          <p:cNvPr id="4" name="スライド番号プレースホルダー 3">
            <a:extLst>
              <a:ext uri="{FF2B5EF4-FFF2-40B4-BE49-F238E27FC236}">
                <a16:creationId xmlns:a16="http://schemas.microsoft.com/office/drawing/2014/main" id="{3ED6E5F2-D46B-695A-75C3-3D809338EECF}"/>
              </a:ext>
            </a:extLst>
          </p:cNvPr>
          <p:cNvSpPr>
            <a:spLocks noGrp="1"/>
          </p:cNvSpPr>
          <p:nvPr>
            <p:ph type="sldNum" sz="quarter" idx="15"/>
          </p:nvPr>
        </p:nvSpPr>
        <p:spPr/>
        <p:txBody>
          <a:bodyPr anchor="ctr">
            <a:normAutofit/>
          </a:bodyPr>
          <a:lstStyle/>
          <a:p>
            <a:pPr>
              <a:spcAft>
                <a:spcPts val="600"/>
              </a:spcAft>
            </a:pPr>
            <a:fld id="{294A09A9-5501-47C1-A89A-A340965A2BE2}" type="slidenum">
              <a:rPr lang="en-US" altLang="ja-JP" smtClean="0"/>
              <a:pPr>
                <a:spcAft>
                  <a:spcPts val="600"/>
                </a:spcAft>
              </a:pPr>
              <a:t>14</a:t>
            </a:fld>
            <a:endParaRPr lang="en-US" altLang="en-US"/>
          </a:p>
        </p:txBody>
      </p:sp>
      <p:grpSp>
        <p:nvGrpSpPr>
          <p:cNvPr id="189" name="グループ化 188">
            <a:extLst>
              <a:ext uri="{FF2B5EF4-FFF2-40B4-BE49-F238E27FC236}">
                <a16:creationId xmlns:a16="http://schemas.microsoft.com/office/drawing/2014/main" id="{5D609CD7-31EE-5F1D-458B-ED6B7CABEEF2}"/>
              </a:ext>
            </a:extLst>
          </p:cNvPr>
          <p:cNvGrpSpPr/>
          <p:nvPr/>
        </p:nvGrpSpPr>
        <p:grpSpPr>
          <a:xfrm>
            <a:off x="761521" y="1615440"/>
            <a:ext cx="10698205" cy="4670265"/>
            <a:chOff x="498115" y="1623611"/>
            <a:chExt cx="10698205" cy="4670265"/>
          </a:xfrm>
        </p:grpSpPr>
        <p:sp>
          <p:nvSpPr>
            <p:cNvPr id="190" name="正方形/長方形 189">
              <a:extLst>
                <a:ext uri="{FF2B5EF4-FFF2-40B4-BE49-F238E27FC236}">
                  <a16:creationId xmlns:a16="http://schemas.microsoft.com/office/drawing/2014/main" id="{4673BB50-440C-2D14-0A35-5AF1E9C6F464}"/>
                </a:ext>
              </a:extLst>
            </p:cNvPr>
            <p:cNvSpPr/>
            <p:nvPr/>
          </p:nvSpPr>
          <p:spPr>
            <a:xfrm>
              <a:off x="5639870" y="1979396"/>
              <a:ext cx="4517219" cy="4313586"/>
            </a:xfrm>
            <a:prstGeom prst="rect">
              <a:avLst/>
            </a:prstGeom>
            <a:solidFill>
              <a:schemeClr val="accent1">
                <a:lumMod val="20000"/>
                <a:lumOff val="80000"/>
              </a:schemeClr>
            </a:solidFill>
            <a:ln w="19050" cap="flat" cmpd="sng" algn="ctr">
              <a:solidFill>
                <a:srgbClr val="3F3F3F"/>
              </a:solidFill>
              <a:prstDash val="dash"/>
              <a:round/>
              <a:headEnd type="none" w="med" len="med"/>
              <a:tailEnd type="none" w="med" len="med"/>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1" name="正方形/長方形 190">
              <a:extLst>
                <a:ext uri="{FF2B5EF4-FFF2-40B4-BE49-F238E27FC236}">
                  <a16:creationId xmlns:a16="http://schemas.microsoft.com/office/drawing/2014/main" id="{802E4F2E-BDEA-F64E-4314-5A32695CC5A6}"/>
                </a:ext>
              </a:extLst>
            </p:cNvPr>
            <p:cNvSpPr/>
            <p:nvPr/>
          </p:nvSpPr>
          <p:spPr>
            <a:xfrm>
              <a:off x="1551984" y="1978503"/>
              <a:ext cx="3971157" cy="4315373"/>
            </a:xfrm>
            <a:prstGeom prst="rect">
              <a:avLst/>
            </a:prstGeom>
            <a:solidFill>
              <a:srgbClr val="D5F1FB"/>
            </a:solidFill>
            <a:ln w="19050" cap="flat" cmpd="sng" algn="ctr">
              <a:solidFill>
                <a:srgbClr val="3F3F3F"/>
              </a:solidFill>
              <a:prstDash val="dash"/>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2" name="二等辺三角形 191">
              <a:extLst>
                <a:ext uri="{FF2B5EF4-FFF2-40B4-BE49-F238E27FC236}">
                  <a16:creationId xmlns:a16="http://schemas.microsoft.com/office/drawing/2014/main" id="{03BD0CB6-13F7-F7CC-AD14-2F75FC598865}"/>
                </a:ext>
              </a:extLst>
            </p:cNvPr>
            <p:cNvSpPr/>
            <p:nvPr/>
          </p:nvSpPr>
          <p:spPr>
            <a:xfrm rot="10800000">
              <a:off x="1042333" y="2998566"/>
              <a:ext cx="370446" cy="319350"/>
            </a:xfrm>
            <a:prstGeom prst="triangle">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3" name="二等辺三角形 192">
              <a:extLst>
                <a:ext uri="{FF2B5EF4-FFF2-40B4-BE49-F238E27FC236}">
                  <a16:creationId xmlns:a16="http://schemas.microsoft.com/office/drawing/2014/main" id="{21375628-F45A-3847-C37B-29D4AFB070C1}"/>
                </a:ext>
              </a:extLst>
            </p:cNvPr>
            <p:cNvSpPr/>
            <p:nvPr/>
          </p:nvSpPr>
          <p:spPr>
            <a:xfrm rot="5400000">
              <a:off x="1692620" y="3553180"/>
              <a:ext cx="370446" cy="319350"/>
            </a:xfrm>
            <a:prstGeom prst="triangle">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194" name="グループ化 193">
              <a:extLst>
                <a:ext uri="{FF2B5EF4-FFF2-40B4-BE49-F238E27FC236}">
                  <a16:creationId xmlns:a16="http://schemas.microsoft.com/office/drawing/2014/main" id="{A4261308-BF32-C49D-AAC0-BEC42B5EC186}"/>
                </a:ext>
              </a:extLst>
            </p:cNvPr>
            <p:cNvGrpSpPr/>
            <p:nvPr/>
          </p:nvGrpSpPr>
          <p:grpSpPr>
            <a:xfrm>
              <a:off x="2220519" y="3501409"/>
              <a:ext cx="539422" cy="422887"/>
              <a:chOff x="3665220" y="2475974"/>
              <a:chExt cx="632460" cy="495826"/>
            </a:xfrm>
          </p:grpSpPr>
          <p:sp>
            <p:nvSpPr>
              <p:cNvPr id="366" name="正方形/長方形 365">
                <a:extLst>
                  <a:ext uri="{FF2B5EF4-FFF2-40B4-BE49-F238E27FC236}">
                    <a16:creationId xmlns:a16="http://schemas.microsoft.com/office/drawing/2014/main" id="{2C318632-7BBE-6A19-1630-58AEBDEE31D2}"/>
                  </a:ext>
                </a:extLst>
              </p:cNvPr>
              <p:cNvSpPr/>
              <p:nvPr/>
            </p:nvSpPr>
            <p:spPr>
              <a:xfrm>
                <a:off x="3665220" y="2475974"/>
                <a:ext cx="632460" cy="49582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367" name="グループ化 366">
                <a:extLst>
                  <a:ext uri="{FF2B5EF4-FFF2-40B4-BE49-F238E27FC236}">
                    <a16:creationId xmlns:a16="http://schemas.microsoft.com/office/drawing/2014/main" id="{4FF96076-1663-488A-9A2A-63F9858961D4}"/>
                  </a:ext>
                </a:extLst>
              </p:cNvPr>
              <p:cNvGrpSpPr/>
              <p:nvPr/>
            </p:nvGrpSpPr>
            <p:grpSpPr>
              <a:xfrm>
                <a:off x="3843337" y="2609984"/>
                <a:ext cx="276225" cy="227806"/>
                <a:chOff x="4857750" y="2051050"/>
                <a:chExt cx="413544" cy="336550"/>
              </a:xfrm>
            </p:grpSpPr>
            <p:cxnSp>
              <p:nvCxnSpPr>
                <p:cNvPr id="368" name="直線コネクタ 367">
                  <a:extLst>
                    <a:ext uri="{FF2B5EF4-FFF2-40B4-BE49-F238E27FC236}">
                      <a16:creationId xmlns:a16="http://schemas.microsoft.com/office/drawing/2014/main" id="{B1CB0A0D-F153-B2A4-BA66-4C4BD3EC5516}"/>
                    </a:ext>
                  </a:extLst>
                </p:cNvPr>
                <p:cNvCxnSpPr/>
                <p:nvPr/>
              </p:nvCxnSpPr>
              <p:spPr>
                <a:xfrm flipV="1">
                  <a:off x="4857750" y="2051050"/>
                  <a:ext cx="69850" cy="336550"/>
                </a:xfrm>
                <a:prstGeom prst="line">
                  <a:avLst/>
                </a:prstGeom>
                <a:noFill/>
                <a:ln w="19050" cap="flat" cmpd="sng" algn="ctr">
                  <a:solidFill>
                    <a:srgbClr val="3F3F3F">
                      <a:lumMod val="50000"/>
                    </a:srgbClr>
                  </a:solidFill>
                  <a:prstDash val="solid"/>
                  <a:miter lim="800000"/>
                </a:ln>
                <a:effectLst/>
              </p:spPr>
            </p:cxnSp>
            <p:cxnSp>
              <p:nvCxnSpPr>
                <p:cNvPr id="369" name="直線コネクタ 368">
                  <a:extLst>
                    <a:ext uri="{FF2B5EF4-FFF2-40B4-BE49-F238E27FC236}">
                      <a16:creationId xmlns:a16="http://schemas.microsoft.com/office/drawing/2014/main" id="{70FE5B62-AE40-E516-168C-E55DE1A20B95}"/>
                    </a:ext>
                  </a:extLst>
                </p:cNvPr>
                <p:cNvCxnSpPr>
                  <a:cxnSpLocks/>
                </p:cNvCxnSpPr>
                <p:nvPr/>
              </p:nvCxnSpPr>
              <p:spPr>
                <a:xfrm flipH="1">
                  <a:off x="4927600" y="2051050"/>
                  <a:ext cx="273844" cy="0"/>
                </a:xfrm>
                <a:prstGeom prst="line">
                  <a:avLst/>
                </a:prstGeom>
                <a:noFill/>
                <a:ln w="19050" cap="flat" cmpd="sng" algn="ctr">
                  <a:solidFill>
                    <a:srgbClr val="3F3F3F">
                      <a:lumMod val="50000"/>
                    </a:srgbClr>
                  </a:solidFill>
                  <a:prstDash val="solid"/>
                  <a:miter lim="800000"/>
                </a:ln>
                <a:effectLst/>
              </p:spPr>
            </p:cxnSp>
            <p:cxnSp>
              <p:nvCxnSpPr>
                <p:cNvPr id="370" name="直線コネクタ 369">
                  <a:extLst>
                    <a:ext uri="{FF2B5EF4-FFF2-40B4-BE49-F238E27FC236}">
                      <a16:creationId xmlns:a16="http://schemas.microsoft.com/office/drawing/2014/main" id="{CA8215C3-8913-55E1-9CF0-301205E5670A}"/>
                    </a:ext>
                  </a:extLst>
                </p:cNvPr>
                <p:cNvCxnSpPr>
                  <a:cxnSpLocks/>
                </p:cNvCxnSpPr>
                <p:nvPr/>
              </p:nvCxnSpPr>
              <p:spPr>
                <a:xfrm flipH="1" flipV="1">
                  <a:off x="5201444" y="2051050"/>
                  <a:ext cx="69850" cy="336550"/>
                </a:xfrm>
                <a:prstGeom prst="line">
                  <a:avLst/>
                </a:prstGeom>
                <a:noFill/>
                <a:ln w="19050" cap="flat" cmpd="sng" algn="ctr">
                  <a:solidFill>
                    <a:srgbClr val="3F3F3F">
                      <a:lumMod val="50000"/>
                    </a:srgbClr>
                  </a:solidFill>
                  <a:prstDash val="solid"/>
                  <a:miter lim="800000"/>
                </a:ln>
                <a:effectLst/>
              </p:spPr>
            </p:cxnSp>
          </p:grpSp>
        </p:grpSp>
        <p:sp>
          <p:nvSpPr>
            <p:cNvPr id="195" name="フローチャート: 和接合 194">
              <a:extLst>
                <a:ext uri="{FF2B5EF4-FFF2-40B4-BE49-F238E27FC236}">
                  <a16:creationId xmlns:a16="http://schemas.microsoft.com/office/drawing/2014/main" id="{A6115D76-D13B-0026-253F-BF933959DA9E}"/>
                </a:ext>
              </a:extLst>
            </p:cNvPr>
            <p:cNvSpPr/>
            <p:nvPr/>
          </p:nvSpPr>
          <p:spPr>
            <a:xfrm>
              <a:off x="3029738" y="2975659"/>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6" name="フローチャート: 和接合 195">
              <a:extLst>
                <a:ext uri="{FF2B5EF4-FFF2-40B4-BE49-F238E27FC236}">
                  <a16:creationId xmlns:a16="http://schemas.microsoft.com/office/drawing/2014/main" id="{E7DEEEA9-5F6D-8F36-9456-ED19F79C1331}"/>
                </a:ext>
              </a:extLst>
            </p:cNvPr>
            <p:cNvSpPr/>
            <p:nvPr/>
          </p:nvSpPr>
          <p:spPr>
            <a:xfrm>
              <a:off x="3491171" y="4118325"/>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cxnSp>
          <p:nvCxnSpPr>
            <p:cNvPr id="197" name="直線矢印コネクタ 196">
              <a:extLst>
                <a:ext uri="{FF2B5EF4-FFF2-40B4-BE49-F238E27FC236}">
                  <a16:creationId xmlns:a16="http://schemas.microsoft.com/office/drawing/2014/main" id="{9D93804E-336C-EF8D-4F4C-1147E112EF19}"/>
                </a:ext>
              </a:extLst>
            </p:cNvPr>
            <p:cNvCxnSpPr>
              <a:cxnSpLocks/>
              <a:stCxn id="364" idx="0"/>
              <a:endCxn id="195" idx="4"/>
            </p:cNvCxnSpPr>
            <p:nvPr/>
          </p:nvCxnSpPr>
          <p:spPr>
            <a:xfrm flipV="1">
              <a:off x="3166543" y="3249269"/>
              <a:ext cx="0" cy="1394296"/>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198" name="直線矢印コネクタ 197">
              <a:extLst>
                <a:ext uri="{FF2B5EF4-FFF2-40B4-BE49-F238E27FC236}">
                  <a16:creationId xmlns:a16="http://schemas.microsoft.com/office/drawing/2014/main" id="{47B5EC3A-AE65-CEB6-0112-57F64E0D8190}"/>
                </a:ext>
              </a:extLst>
            </p:cNvPr>
            <p:cNvCxnSpPr>
              <a:cxnSpLocks/>
              <a:stCxn id="365" idx="0"/>
              <a:endCxn id="196" idx="4"/>
            </p:cNvCxnSpPr>
            <p:nvPr/>
          </p:nvCxnSpPr>
          <p:spPr>
            <a:xfrm flipV="1">
              <a:off x="3627976" y="4391935"/>
              <a:ext cx="0" cy="252898"/>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199" name="グループ化 198">
              <a:extLst>
                <a:ext uri="{FF2B5EF4-FFF2-40B4-BE49-F238E27FC236}">
                  <a16:creationId xmlns:a16="http://schemas.microsoft.com/office/drawing/2014/main" id="{3CDD0A12-C125-4FFD-E14E-62535036DE0B}"/>
                </a:ext>
              </a:extLst>
            </p:cNvPr>
            <p:cNvGrpSpPr/>
            <p:nvPr/>
          </p:nvGrpSpPr>
          <p:grpSpPr>
            <a:xfrm>
              <a:off x="2965072" y="4642242"/>
              <a:ext cx="864374" cy="429386"/>
              <a:chOff x="5078984" y="4007095"/>
              <a:chExt cx="1013460" cy="503446"/>
            </a:xfrm>
          </p:grpSpPr>
          <p:sp>
            <p:nvSpPr>
              <p:cNvPr id="362" name="正方形/長方形 361">
                <a:extLst>
                  <a:ext uri="{FF2B5EF4-FFF2-40B4-BE49-F238E27FC236}">
                    <a16:creationId xmlns:a16="http://schemas.microsoft.com/office/drawing/2014/main" id="{9986FE92-EF32-4F6F-A926-27C100D98503}"/>
                  </a:ext>
                </a:extLst>
              </p:cNvPr>
              <p:cNvSpPr/>
              <p:nvPr/>
            </p:nvSpPr>
            <p:spPr>
              <a:xfrm>
                <a:off x="5078984" y="4007095"/>
                <a:ext cx="1013460" cy="50344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63" name="二等辺三角形 362">
                <a:extLst>
                  <a:ext uri="{FF2B5EF4-FFF2-40B4-BE49-F238E27FC236}">
                    <a16:creationId xmlns:a16="http://schemas.microsoft.com/office/drawing/2014/main" id="{7226E32D-DA07-BE2D-5250-D7CCD0AF72DC}"/>
                  </a:ext>
                </a:extLst>
              </p:cNvPr>
              <p:cNvSpPr/>
              <p:nvPr/>
            </p:nvSpPr>
            <p:spPr>
              <a:xfrm>
                <a:off x="5078984" y="4007095"/>
                <a:ext cx="1013460" cy="503446"/>
              </a:xfrm>
              <a:prstGeom prst="triangle">
                <a:avLst/>
              </a:prstGeom>
              <a:noFill/>
              <a:ln w="9525"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64" name="テキスト ボックス 363">
                <a:extLst>
                  <a:ext uri="{FF2B5EF4-FFF2-40B4-BE49-F238E27FC236}">
                    <a16:creationId xmlns:a16="http://schemas.microsoft.com/office/drawing/2014/main" id="{9D3DC24C-2BEA-7146-25B6-A34F203C03BC}"/>
                  </a:ext>
                </a:extLst>
              </p:cNvPr>
              <p:cNvSpPr txBox="1"/>
              <p:nvPr/>
            </p:nvSpPr>
            <p:spPr>
              <a:xfrm>
                <a:off x="5265398" y="4008646"/>
                <a:ext cx="99614" cy="21651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0</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365" name="テキスト ボックス 364">
                <a:extLst>
                  <a:ext uri="{FF2B5EF4-FFF2-40B4-BE49-F238E27FC236}">
                    <a16:creationId xmlns:a16="http://schemas.microsoft.com/office/drawing/2014/main" id="{174CBFAF-1477-9556-4145-83D3029596D5}"/>
                  </a:ext>
                </a:extLst>
              </p:cNvPr>
              <p:cNvSpPr txBox="1"/>
              <p:nvPr/>
            </p:nvSpPr>
            <p:spPr>
              <a:xfrm>
                <a:off x="5756612" y="4010134"/>
                <a:ext cx="199225" cy="21651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90</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00" name="コネクタ: カギ線 199">
              <a:extLst>
                <a:ext uri="{FF2B5EF4-FFF2-40B4-BE49-F238E27FC236}">
                  <a16:creationId xmlns:a16="http://schemas.microsoft.com/office/drawing/2014/main" id="{BC3C9DD1-8768-BEFC-72CA-E05246B61236}"/>
                </a:ext>
              </a:extLst>
            </p:cNvPr>
            <p:cNvCxnSpPr>
              <a:cxnSpLocks/>
              <a:stCxn id="366" idx="3"/>
              <a:endCxn id="195" idx="2"/>
            </p:cNvCxnSpPr>
            <p:nvPr/>
          </p:nvCxnSpPr>
          <p:spPr>
            <a:xfrm flipV="1">
              <a:off x="2759941" y="3112464"/>
              <a:ext cx="269797" cy="600389"/>
            </a:xfrm>
            <a:prstGeom prst="bentConnector3">
              <a:avLst/>
            </a:prstGeom>
            <a:noFill/>
            <a:ln w="19050" cap="flat" cmpd="sng" algn="ctr">
              <a:solidFill>
                <a:srgbClr val="3F3F3F">
                  <a:lumMod val="50000"/>
                </a:srgbClr>
              </a:solidFill>
              <a:prstDash val="solid"/>
              <a:round/>
              <a:headEnd type="none" w="med" len="med"/>
              <a:tailEnd type="arrow" w="med" len="med"/>
            </a:ln>
            <a:effectLst/>
          </p:spPr>
        </p:cxnSp>
        <p:cxnSp>
          <p:nvCxnSpPr>
            <p:cNvPr id="201" name="コネクタ: カギ線 200">
              <a:extLst>
                <a:ext uri="{FF2B5EF4-FFF2-40B4-BE49-F238E27FC236}">
                  <a16:creationId xmlns:a16="http://schemas.microsoft.com/office/drawing/2014/main" id="{47E36A81-5C7E-9706-737D-34BD2A09C45E}"/>
                </a:ext>
              </a:extLst>
            </p:cNvPr>
            <p:cNvCxnSpPr>
              <a:cxnSpLocks/>
              <a:stCxn id="366" idx="3"/>
              <a:endCxn id="196" idx="2"/>
            </p:cNvCxnSpPr>
            <p:nvPr/>
          </p:nvCxnSpPr>
          <p:spPr>
            <a:xfrm>
              <a:off x="2759941" y="3712853"/>
              <a:ext cx="731230" cy="542277"/>
            </a:xfrm>
            <a:prstGeom prst="bentConnector3">
              <a:avLst>
                <a:gd name="adj1" fmla="val 18152"/>
              </a:avLst>
            </a:prstGeom>
            <a:noFill/>
            <a:ln w="19050" cap="flat" cmpd="sng" algn="ctr">
              <a:solidFill>
                <a:srgbClr val="3F3F3F">
                  <a:lumMod val="50000"/>
                </a:srgbClr>
              </a:solidFill>
              <a:prstDash val="solid"/>
              <a:round/>
              <a:headEnd type="none" w="med" len="med"/>
              <a:tailEnd type="arrow" w="med" len="med"/>
            </a:ln>
            <a:effectLst/>
          </p:spPr>
        </p:cxnSp>
        <p:cxnSp>
          <p:nvCxnSpPr>
            <p:cNvPr id="202" name="直線矢印コネクタ 201">
              <a:extLst>
                <a:ext uri="{FF2B5EF4-FFF2-40B4-BE49-F238E27FC236}">
                  <a16:creationId xmlns:a16="http://schemas.microsoft.com/office/drawing/2014/main" id="{A5507756-7CD2-DDE6-B5D1-299FF79FADF9}"/>
                </a:ext>
              </a:extLst>
            </p:cNvPr>
            <p:cNvCxnSpPr>
              <a:cxnSpLocks/>
              <a:stCxn id="193" idx="0"/>
              <a:endCxn id="366" idx="1"/>
            </p:cNvCxnSpPr>
            <p:nvPr/>
          </p:nvCxnSpPr>
          <p:spPr>
            <a:xfrm flipV="1">
              <a:off x="2037519" y="3712853"/>
              <a:ext cx="183000" cy="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03" name="コネクタ: カギ線 202">
              <a:extLst>
                <a:ext uri="{FF2B5EF4-FFF2-40B4-BE49-F238E27FC236}">
                  <a16:creationId xmlns:a16="http://schemas.microsoft.com/office/drawing/2014/main" id="{55A875BE-0970-9326-59CB-01B62D86B276}"/>
                </a:ext>
              </a:extLst>
            </p:cNvPr>
            <p:cNvCxnSpPr>
              <a:cxnSpLocks/>
              <a:stCxn id="192" idx="0"/>
              <a:endCxn id="193" idx="3"/>
            </p:cNvCxnSpPr>
            <p:nvPr/>
          </p:nvCxnSpPr>
          <p:spPr>
            <a:xfrm rot="16200000" flipH="1">
              <a:off x="1275393" y="3270080"/>
              <a:ext cx="394940" cy="490612"/>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204" name="グループ化 203">
              <a:extLst>
                <a:ext uri="{FF2B5EF4-FFF2-40B4-BE49-F238E27FC236}">
                  <a16:creationId xmlns:a16="http://schemas.microsoft.com/office/drawing/2014/main" id="{8D5D9652-7DC5-4436-F1BF-1DF4B2AA0C57}"/>
                </a:ext>
              </a:extLst>
            </p:cNvPr>
            <p:cNvGrpSpPr/>
            <p:nvPr/>
          </p:nvGrpSpPr>
          <p:grpSpPr>
            <a:xfrm>
              <a:off x="3934939" y="2901020"/>
              <a:ext cx="539422" cy="422887"/>
              <a:chOff x="3665220" y="2475974"/>
              <a:chExt cx="632460" cy="495826"/>
            </a:xfrm>
          </p:grpSpPr>
          <p:sp>
            <p:nvSpPr>
              <p:cNvPr id="358" name="正方形/長方形 357">
                <a:extLst>
                  <a:ext uri="{FF2B5EF4-FFF2-40B4-BE49-F238E27FC236}">
                    <a16:creationId xmlns:a16="http://schemas.microsoft.com/office/drawing/2014/main" id="{698AA21C-B3CE-5684-CE93-0844DD894C41}"/>
                  </a:ext>
                </a:extLst>
              </p:cNvPr>
              <p:cNvSpPr/>
              <p:nvPr/>
            </p:nvSpPr>
            <p:spPr>
              <a:xfrm>
                <a:off x="3665220" y="2475974"/>
                <a:ext cx="632460" cy="49582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359" name="グループ化 358">
                <a:extLst>
                  <a:ext uri="{FF2B5EF4-FFF2-40B4-BE49-F238E27FC236}">
                    <a16:creationId xmlns:a16="http://schemas.microsoft.com/office/drawing/2014/main" id="{83F22054-828C-202D-D3A6-113110720771}"/>
                  </a:ext>
                </a:extLst>
              </p:cNvPr>
              <p:cNvGrpSpPr/>
              <p:nvPr/>
            </p:nvGrpSpPr>
            <p:grpSpPr>
              <a:xfrm>
                <a:off x="3889993" y="2609984"/>
                <a:ext cx="229569" cy="227806"/>
                <a:chOff x="4927600" y="2051050"/>
                <a:chExt cx="343694" cy="336550"/>
              </a:xfrm>
            </p:grpSpPr>
            <p:cxnSp>
              <p:nvCxnSpPr>
                <p:cNvPr id="360" name="直線コネクタ 359">
                  <a:extLst>
                    <a:ext uri="{FF2B5EF4-FFF2-40B4-BE49-F238E27FC236}">
                      <a16:creationId xmlns:a16="http://schemas.microsoft.com/office/drawing/2014/main" id="{6A0F3BA2-7E08-4172-0A73-29A7E21B145D}"/>
                    </a:ext>
                  </a:extLst>
                </p:cNvPr>
                <p:cNvCxnSpPr>
                  <a:cxnSpLocks/>
                </p:cNvCxnSpPr>
                <p:nvPr/>
              </p:nvCxnSpPr>
              <p:spPr>
                <a:xfrm flipH="1">
                  <a:off x="4927600" y="2051050"/>
                  <a:ext cx="273844" cy="0"/>
                </a:xfrm>
                <a:prstGeom prst="line">
                  <a:avLst/>
                </a:prstGeom>
                <a:noFill/>
                <a:ln w="19050" cap="flat" cmpd="sng" algn="ctr">
                  <a:solidFill>
                    <a:srgbClr val="3F3F3F">
                      <a:lumMod val="50000"/>
                    </a:srgbClr>
                  </a:solidFill>
                  <a:prstDash val="solid"/>
                  <a:miter lim="800000"/>
                </a:ln>
                <a:effectLst/>
              </p:spPr>
            </p:cxnSp>
            <p:cxnSp>
              <p:nvCxnSpPr>
                <p:cNvPr id="361" name="直線コネクタ 360">
                  <a:extLst>
                    <a:ext uri="{FF2B5EF4-FFF2-40B4-BE49-F238E27FC236}">
                      <a16:creationId xmlns:a16="http://schemas.microsoft.com/office/drawing/2014/main" id="{627119D6-F5B3-2F1E-0A85-6BD74F63F8BB}"/>
                    </a:ext>
                  </a:extLst>
                </p:cNvPr>
                <p:cNvCxnSpPr>
                  <a:cxnSpLocks/>
                </p:cNvCxnSpPr>
                <p:nvPr/>
              </p:nvCxnSpPr>
              <p:spPr>
                <a:xfrm flipH="1" flipV="1">
                  <a:off x="5201444" y="2051050"/>
                  <a:ext cx="69850" cy="336550"/>
                </a:xfrm>
                <a:prstGeom prst="line">
                  <a:avLst/>
                </a:prstGeom>
                <a:noFill/>
                <a:ln w="19050" cap="flat" cmpd="sng" algn="ctr">
                  <a:solidFill>
                    <a:srgbClr val="3F3F3F">
                      <a:lumMod val="50000"/>
                    </a:srgbClr>
                  </a:solidFill>
                  <a:prstDash val="solid"/>
                  <a:miter lim="800000"/>
                </a:ln>
                <a:effectLst/>
              </p:spPr>
            </p:cxnSp>
          </p:grpSp>
        </p:grpSp>
        <p:grpSp>
          <p:nvGrpSpPr>
            <p:cNvPr id="205" name="グループ化 204">
              <a:extLst>
                <a:ext uri="{FF2B5EF4-FFF2-40B4-BE49-F238E27FC236}">
                  <a16:creationId xmlns:a16="http://schemas.microsoft.com/office/drawing/2014/main" id="{DC46C827-56C4-D46E-6F4B-36CD25209816}"/>
                </a:ext>
              </a:extLst>
            </p:cNvPr>
            <p:cNvGrpSpPr/>
            <p:nvPr/>
          </p:nvGrpSpPr>
          <p:grpSpPr>
            <a:xfrm>
              <a:off x="3934939" y="4043686"/>
              <a:ext cx="539422" cy="422887"/>
              <a:chOff x="3665220" y="2475974"/>
              <a:chExt cx="632460" cy="495826"/>
            </a:xfrm>
          </p:grpSpPr>
          <p:sp>
            <p:nvSpPr>
              <p:cNvPr id="354" name="正方形/長方形 353">
                <a:extLst>
                  <a:ext uri="{FF2B5EF4-FFF2-40B4-BE49-F238E27FC236}">
                    <a16:creationId xmlns:a16="http://schemas.microsoft.com/office/drawing/2014/main" id="{E7A175FD-F62A-4F6F-B1CE-D3C4FA1C8D34}"/>
                  </a:ext>
                </a:extLst>
              </p:cNvPr>
              <p:cNvSpPr/>
              <p:nvPr/>
            </p:nvSpPr>
            <p:spPr>
              <a:xfrm>
                <a:off x="3665220" y="2475974"/>
                <a:ext cx="632460" cy="49582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355" name="グループ化 354">
                <a:extLst>
                  <a:ext uri="{FF2B5EF4-FFF2-40B4-BE49-F238E27FC236}">
                    <a16:creationId xmlns:a16="http://schemas.microsoft.com/office/drawing/2014/main" id="{0C684E7B-783F-DFE5-89AD-A1383E8167E9}"/>
                  </a:ext>
                </a:extLst>
              </p:cNvPr>
              <p:cNvGrpSpPr/>
              <p:nvPr/>
            </p:nvGrpSpPr>
            <p:grpSpPr>
              <a:xfrm>
                <a:off x="3889993" y="2609984"/>
                <a:ext cx="229569" cy="227806"/>
                <a:chOff x="4927600" y="2051050"/>
                <a:chExt cx="343694" cy="336550"/>
              </a:xfrm>
            </p:grpSpPr>
            <p:cxnSp>
              <p:nvCxnSpPr>
                <p:cNvPr id="356" name="直線コネクタ 355">
                  <a:extLst>
                    <a:ext uri="{FF2B5EF4-FFF2-40B4-BE49-F238E27FC236}">
                      <a16:creationId xmlns:a16="http://schemas.microsoft.com/office/drawing/2014/main" id="{4F6635D7-372D-336E-F927-B32E68670F73}"/>
                    </a:ext>
                  </a:extLst>
                </p:cNvPr>
                <p:cNvCxnSpPr>
                  <a:cxnSpLocks/>
                </p:cNvCxnSpPr>
                <p:nvPr/>
              </p:nvCxnSpPr>
              <p:spPr>
                <a:xfrm flipH="1">
                  <a:off x="4927600" y="2051050"/>
                  <a:ext cx="273844" cy="0"/>
                </a:xfrm>
                <a:prstGeom prst="line">
                  <a:avLst/>
                </a:prstGeom>
                <a:noFill/>
                <a:ln w="19050" cap="flat" cmpd="sng" algn="ctr">
                  <a:solidFill>
                    <a:srgbClr val="3F3F3F">
                      <a:lumMod val="50000"/>
                    </a:srgbClr>
                  </a:solidFill>
                  <a:prstDash val="solid"/>
                  <a:miter lim="800000"/>
                </a:ln>
                <a:effectLst/>
              </p:spPr>
            </p:cxnSp>
            <p:cxnSp>
              <p:nvCxnSpPr>
                <p:cNvPr id="357" name="直線コネクタ 356">
                  <a:extLst>
                    <a:ext uri="{FF2B5EF4-FFF2-40B4-BE49-F238E27FC236}">
                      <a16:creationId xmlns:a16="http://schemas.microsoft.com/office/drawing/2014/main" id="{F126881A-9498-5DEC-F1EC-058C281018D1}"/>
                    </a:ext>
                  </a:extLst>
                </p:cNvPr>
                <p:cNvCxnSpPr>
                  <a:cxnSpLocks/>
                </p:cNvCxnSpPr>
                <p:nvPr/>
              </p:nvCxnSpPr>
              <p:spPr>
                <a:xfrm flipH="1" flipV="1">
                  <a:off x="5201444" y="2051050"/>
                  <a:ext cx="69850" cy="336550"/>
                </a:xfrm>
                <a:prstGeom prst="line">
                  <a:avLst/>
                </a:prstGeom>
                <a:noFill/>
                <a:ln w="19050" cap="flat" cmpd="sng" algn="ctr">
                  <a:solidFill>
                    <a:srgbClr val="3F3F3F">
                      <a:lumMod val="50000"/>
                    </a:srgbClr>
                  </a:solidFill>
                  <a:prstDash val="solid"/>
                  <a:miter lim="800000"/>
                </a:ln>
                <a:effectLst/>
              </p:spPr>
            </p:cxnSp>
          </p:grpSp>
        </p:grpSp>
        <p:cxnSp>
          <p:nvCxnSpPr>
            <p:cNvPr id="206" name="直線矢印コネクタ 205">
              <a:extLst>
                <a:ext uri="{FF2B5EF4-FFF2-40B4-BE49-F238E27FC236}">
                  <a16:creationId xmlns:a16="http://schemas.microsoft.com/office/drawing/2014/main" id="{CBB2856B-A06E-13AE-DCB7-001F8E73BD15}"/>
                </a:ext>
              </a:extLst>
            </p:cNvPr>
            <p:cNvCxnSpPr>
              <a:cxnSpLocks/>
              <a:stCxn id="195" idx="6"/>
              <a:endCxn id="358" idx="1"/>
            </p:cNvCxnSpPr>
            <p:nvPr/>
          </p:nvCxnSpPr>
          <p:spPr>
            <a:xfrm>
              <a:off x="3303348" y="3112464"/>
              <a:ext cx="63159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07" name="直線矢印コネクタ 206">
              <a:extLst>
                <a:ext uri="{FF2B5EF4-FFF2-40B4-BE49-F238E27FC236}">
                  <a16:creationId xmlns:a16="http://schemas.microsoft.com/office/drawing/2014/main" id="{724F460E-9E32-0473-BB4A-78C3B3EBB27C}"/>
                </a:ext>
              </a:extLst>
            </p:cNvPr>
            <p:cNvCxnSpPr>
              <a:cxnSpLocks/>
              <a:stCxn id="196" idx="6"/>
              <a:endCxn id="354" idx="1"/>
            </p:cNvCxnSpPr>
            <p:nvPr/>
          </p:nvCxnSpPr>
          <p:spPr>
            <a:xfrm>
              <a:off x="3764781" y="4255130"/>
              <a:ext cx="170158"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08" name="グループ化 207">
              <a:extLst>
                <a:ext uri="{FF2B5EF4-FFF2-40B4-BE49-F238E27FC236}">
                  <a16:creationId xmlns:a16="http://schemas.microsoft.com/office/drawing/2014/main" id="{F41BA590-FBF2-97A9-2B91-55E37C33D359}"/>
                </a:ext>
              </a:extLst>
            </p:cNvPr>
            <p:cNvGrpSpPr/>
            <p:nvPr/>
          </p:nvGrpSpPr>
          <p:grpSpPr>
            <a:xfrm>
              <a:off x="4670054" y="2901020"/>
              <a:ext cx="731144" cy="422887"/>
              <a:chOff x="7719868" y="1965551"/>
              <a:chExt cx="857250" cy="495826"/>
            </a:xfrm>
          </p:grpSpPr>
          <p:sp>
            <p:nvSpPr>
              <p:cNvPr id="352" name="フリーフォーム: 図形 351">
                <a:extLst>
                  <a:ext uri="{FF2B5EF4-FFF2-40B4-BE49-F238E27FC236}">
                    <a16:creationId xmlns:a16="http://schemas.microsoft.com/office/drawing/2014/main" id="{21C8E958-4B14-7FF3-5EBF-220894DB7962}"/>
                  </a:ext>
                </a:extLst>
              </p:cNvPr>
              <p:cNvSpPr/>
              <p:nvPr/>
            </p:nvSpPr>
            <p:spPr>
              <a:xfrm rot="16200000">
                <a:off x="7900580" y="1784839"/>
                <a:ext cx="495826" cy="857250"/>
              </a:xfrm>
              <a:custGeom>
                <a:avLst/>
                <a:gdLst>
                  <a:gd name="csX0" fmla="*/ 530349 w 1060699"/>
                  <a:gd name="csY0" fmla="*/ 0 h 1410226"/>
                  <a:gd name="csX1" fmla="*/ 1060697 w 1060699"/>
                  <a:gd name="csY1" fmla="*/ 495826 h 1410226"/>
                  <a:gd name="csX2" fmla="*/ 1060699 w 1060699"/>
                  <a:gd name="csY2" fmla="*/ 495826 h 1410226"/>
                  <a:gd name="csX3" fmla="*/ 1060699 w 1060699"/>
                  <a:gd name="csY3" fmla="*/ 1410226 h 1410226"/>
                  <a:gd name="csX4" fmla="*/ 0 w 1060699"/>
                  <a:gd name="csY4" fmla="*/ 1410226 h 1410226"/>
                  <a:gd name="csX5" fmla="*/ 0 w 1060699"/>
                  <a:gd name="csY5" fmla="*/ 495826 h 1410226"/>
                  <a:gd name="csX6" fmla="*/ 1 w 1060699"/>
                  <a:gd name="csY6" fmla="*/ 495826 h 14102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60699" h="1410226">
                    <a:moveTo>
                      <a:pt x="530349" y="0"/>
                    </a:moveTo>
                    <a:lnTo>
                      <a:pt x="1060697" y="495826"/>
                    </a:lnTo>
                    <a:lnTo>
                      <a:pt x="1060699" y="495826"/>
                    </a:lnTo>
                    <a:lnTo>
                      <a:pt x="1060699" y="1410226"/>
                    </a:lnTo>
                    <a:lnTo>
                      <a:pt x="0" y="1410226"/>
                    </a:lnTo>
                    <a:lnTo>
                      <a:pt x="0" y="495826"/>
                    </a:lnTo>
                    <a:lnTo>
                      <a:pt x="1" y="495826"/>
                    </a:lnTo>
                    <a:close/>
                  </a:path>
                </a:pathLst>
              </a:custGeom>
              <a:noFill/>
              <a:ln w="19050" cap="flat" cmpd="sng" algn="ctr">
                <a:solidFill>
                  <a:srgbClr val="3F3F3F">
                    <a:lumMod val="50000"/>
                  </a:srgbClr>
                </a:solidFill>
                <a:prstDash val="solid"/>
                <a:round/>
                <a:headEnd type="none" w="med" len="med"/>
                <a:tailEnd type="none" w="med" len="me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53" name="テキスト ボックス 352">
                <a:extLst>
                  <a:ext uri="{FF2B5EF4-FFF2-40B4-BE49-F238E27FC236}">
                    <a16:creationId xmlns:a16="http://schemas.microsoft.com/office/drawing/2014/main" id="{54C9C02D-2FAC-09CC-C5F5-74B3586371EA}"/>
                  </a:ext>
                </a:extLst>
              </p:cNvPr>
              <p:cNvSpPr txBox="1"/>
              <p:nvPr/>
            </p:nvSpPr>
            <p:spPr>
              <a:xfrm>
                <a:off x="7974569" y="2051075"/>
                <a:ext cx="59617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ADC</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grpSp>
          <p:nvGrpSpPr>
            <p:cNvPr id="209" name="グループ化 208">
              <a:extLst>
                <a:ext uri="{FF2B5EF4-FFF2-40B4-BE49-F238E27FC236}">
                  <a16:creationId xmlns:a16="http://schemas.microsoft.com/office/drawing/2014/main" id="{EA3A0759-D28F-8853-51D3-309FD967F56F}"/>
                </a:ext>
              </a:extLst>
            </p:cNvPr>
            <p:cNvGrpSpPr/>
            <p:nvPr/>
          </p:nvGrpSpPr>
          <p:grpSpPr>
            <a:xfrm>
              <a:off x="4670054" y="4043686"/>
              <a:ext cx="731144" cy="422887"/>
              <a:chOff x="7719868" y="1965551"/>
              <a:chExt cx="857250" cy="495826"/>
            </a:xfrm>
          </p:grpSpPr>
          <p:sp>
            <p:nvSpPr>
              <p:cNvPr id="350" name="フリーフォーム: 図形 349">
                <a:extLst>
                  <a:ext uri="{FF2B5EF4-FFF2-40B4-BE49-F238E27FC236}">
                    <a16:creationId xmlns:a16="http://schemas.microsoft.com/office/drawing/2014/main" id="{CC8FC590-B986-4A89-FFF1-91F0E0CF0545}"/>
                  </a:ext>
                </a:extLst>
              </p:cNvPr>
              <p:cNvSpPr/>
              <p:nvPr/>
            </p:nvSpPr>
            <p:spPr>
              <a:xfrm rot="16200000">
                <a:off x="7900580" y="1784839"/>
                <a:ext cx="495826" cy="857250"/>
              </a:xfrm>
              <a:custGeom>
                <a:avLst/>
                <a:gdLst>
                  <a:gd name="csX0" fmla="*/ 530349 w 1060699"/>
                  <a:gd name="csY0" fmla="*/ 0 h 1410226"/>
                  <a:gd name="csX1" fmla="*/ 1060697 w 1060699"/>
                  <a:gd name="csY1" fmla="*/ 495826 h 1410226"/>
                  <a:gd name="csX2" fmla="*/ 1060699 w 1060699"/>
                  <a:gd name="csY2" fmla="*/ 495826 h 1410226"/>
                  <a:gd name="csX3" fmla="*/ 1060699 w 1060699"/>
                  <a:gd name="csY3" fmla="*/ 1410226 h 1410226"/>
                  <a:gd name="csX4" fmla="*/ 0 w 1060699"/>
                  <a:gd name="csY4" fmla="*/ 1410226 h 1410226"/>
                  <a:gd name="csX5" fmla="*/ 0 w 1060699"/>
                  <a:gd name="csY5" fmla="*/ 495826 h 1410226"/>
                  <a:gd name="csX6" fmla="*/ 1 w 1060699"/>
                  <a:gd name="csY6" fmla="*/ 495826 h 14102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60699" h="1410226">
                    <a:moveTo>
                      <a:pt x="530349" y="0"/>
                    </a:moveTo>
                    <a:lnTo>
                      <a:pt x="1060697" y="495826"/>
                    </a:lnTo>
                    <a:lnTo>
                      <a:pt x="1060699" y="495826"/>
                    </a:lnTo>
                    <a:lnTo>
                      <a:pt x="1060699" y="1410226"/>
                    </a:lnTo>
                    <a:lnTo>
                      <a:pt x="0" y="1410226"/>
                    </a:lnTo>
                    <a:lnTo>
                      <a:pt x="0" y="495826"/>
                    </a:lnTo>
                    <a:lnTo>
                      <a:pt x="1" y="495826"/>
                    </a:lnTo>
                    <a:close/>
                  </a:path>
                </a:pathLst>
              </a:custGeom>
              <a:noFill/>
              <a:ln w="19050" cap="flat" cmpd="sng" algn="ctr">
                <a:solidFill>
                  <a:srgbClr val="3F3F3F">
                    <a:lumMod val="50000"/>
                  </a:srgbClr>
                </a:solidFill>
                <a:prstDash val="solid"/>
                <a:round/>
                <a:headEnd type="none" w="med" len="med"/>
                <a:tailEnd type="none" w="med" len="me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51" name="テキスト ボックス 350">
                <a:extLst>
                  <a:ext uri="{FF2B5EF4-FFF2-40B4-BE49-F238E27FC236}">
                    <a16:creationId xmlns:a16="http://schemas.microsoft.com/office/drawing/2014/main" id="{0F63B97D-F879-B6CB-080C-3E6FE7C5002C}"/>
                  </a:ext>
                </a:extLst>
              </p:cNvPr>
              <p:cNvSpPr txBox="1"/>
              <p:nvPr/>
            </p:nvSpPr>
            <p:spPr>
              <a:xfrm>
                <a:off x="7974569" y="2051076"/>
                <a:ext cx="59617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ADC</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10" name="直線矢印コネクタ 209">
              <a:extLst>
                <a:ext uri="{FF2B5EF4-FFF2-40B4-BE49-F238E27FC236}">
                  <a16:creationId xmlns:a16="http://schemas.microsoft.com/office/drawing/2014/main" id="{9695EC66-420A-F17B-8B09-08527C4C44E2}"/>
                </a:ext>
              </a:extLst>
            </p:cNvPr>
            <p:cNvCxnSpPr>
              <a:cxnSpLocks/>
              <a:stCxn id="354" idx="3"/>
              <a:endCxn id="350" idx="0"/>
            </p:cNvCxnSpPr>
            <p:nvPr/>
          </p:nvCxnSpPr>
          <p:spPr>
            <a:xfrm>
              <a:off x="4474360" y="4255130"/>
              <a:ext cx="19569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11" name="直線矢印コネクタ 210">
              <a:extLst>
                <a:ext uri="{FF2B5EF4-FFF2-40B4-BE49-F238E27FC236}">
                  <a16:creationId xmlns:a16="http://schemas.microsoft.com/office/drawing/2014/main" id="{DCC06149-78D4-88F3-DAE2-697AF7B8F809}"/>
                </a:ext>
              </a:extLst>
            </p:cNvPr>
            <p:cNvCxnSpPr>
              <a:cxnSpLocks/>
              <a:stCxn id="358" idx="3"/>
              <a:endCxn id="352" idx="0"/>
            </p:cNvCxnSpPr>
            <p:nvPr/>
          </p:nvCxnSpPr>
          <p:spPr>
            <a:xfrm>
              <a:off x="4474360" y="3112464"/>
              <a:ext cx="19569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sp>
          <p:nvSpPr>
            <p:cNvPr id="212" name="テキスト ボックス 211">
              <a:extLst>
                <a:ext uri="{FF2B5EF4-FFF2-40B4-BE49-F238E27FC236}">
                  <a16:creationId xmlns:a16="http://schemas.microsoft.com/office/drawing/2014/main" id="{0435688C-E5E2-F78B-8AB1-048FF4433A18}"/>
                </a:ext>
              </a:extLst>
            </p:cNvPr>
            <p:cNvSpPr txBox="1"/>
            <p:nvPr/>
          </p:nvSpPr>
          <p:spPr>
            <a:xfrm>
              <a:off x="1631854" y="3192819"/>
              <a:ext cx="482824"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LNA</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13" name="テキスト ボックス 212">
              <a:extLst>
                <a:ext uri="{FF2B5EF4-FFF2-40B4-BE49-F238E27FC236}">
                  <a16:creationId xmlns:a16="http://schemas.microsoft.com/office/drawing/2014/main" id="{81BBA809-8452-7A99-0D00-F6810FF48DCE}"/>
                </a:ext>
              </a:extLst>
            </p:cNvPr>
            <p:cNvSpPr txBox="1"/>
            <p:nvPr/>
          </p:nvSpPr>
          <p:spPr>
            <a:xfrm>
              <a:off x="2243825" y="3192819"/>
              <a:ext cx="484428"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BPF</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14" name="テキスト ボックス 213">
              <a:extLst>
                <a:ext uri="{FF2B5EF4-FFF2-40B4-BE49-F238E27FC236}">
                  <a16:creationId xmlns:a16="http://schemas.microsoft.com/office/drawing/2014/main" id="{A572DAFA-2A52-8591-3F44-450666704041}"/>
                </a:ext>
              </a:extLst>
            </p:cNvPr>
            <p:cNvSpPr txBox="1"/>
            <p:nvPr/>
          </p:nvSpPr>
          <p:spPr>
            <a:xfrm>
              <a:off x="3985761" y="2621566"/>
              <a:ext cx="437775"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LPF</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15" name="テキスト ボックス 214">
              <a:extLst>
                <a:ext uri="{FF2B5EF4-FFF2-40B4-BE49-F238E27FC236}">
                  <a16:creationId xmlns:a16="http://schemas.microsoft.com/office/drawing/2014/main" id="{36682B2F-6B77-2D6A-6F8A-01199132FC48}"/>
                </a:ext>
              </a:extLst>
            </p:cNvPr>
            <p:cNvSpPr txBox="1"/>
            <p:nvPr/>
          </p:nvSpPr>
          <p:spPr>
            <a:xfrm>
              <a:off x="3979665" y="3719791"/>
              <a:ext cx="437775"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LPF</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nvGrpSpPr>
            <p:cNvPr id="216" name="グループ化 215">
              <a:extLst>
                <a:ext uri="{FF2B5EF4-FFF2-40B4-BE49-F238E27FC236}">
                  <a16:creationId xmlns:a16="http://schemas.microsoft.com/office/drawing/2014/main" id="{1FD4F7E4-A8CF-4A5D-D2BD-15E7D53FA85A}"/>
                </a:ext>
              </a:extLst>
            </p:cNvPr>
            <p:cNvGrpSpPr/>
            <p:nvPr/>
          </p:nvGrpSpPr>
          <p:grpSpPr>
            <a:xfrm>
              <a:off x="2901116" y="5465366"/>
              <a:ext cx="334582" cy="334582"/>
              <a:chOff x="3444633" y="5424678"/>
              <a:chExt cx="495826" cy="495826"/>
            </a:xfrm>
          </p:grpSpPr>
          <p:sp>
            <p:nvSpPr>
              <p:cNvPr id="348" name="楕円 347">
                <a:extLst>
                  <a:ext uri="{FF2B5EF4-FFF2-40B4-BE49-F238E27FC236}">
                    <a16:creationId xmlns:a16="http://schemas.microsoft.com/office/drawing/2014/main" id="{91CAEB89-0D3E-8AFD-06D2-2AD91EF64455}"/>
                  </a:ext>
                </a:extLst>
              </p:cNvPr>
              <p:cNvSpPr/>
              <p:nvPr/>
            </p:nvSpPr>
            <p:spPr>
              <a:xfrm>
                <a:off x="3444633" y="5424678"/>
                <a:ext cx="495826" cy="495826"/>
              </a:xfrm>
              <a:prstGeom prst="ellipse">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49" name="フリーフォーム: 図形 348">
                <a:extLst>
                  <a:ext uri="{FF2B5EF4-FFF2-40B4-BE49-F238E27FC236}">
                    <a16:creationId xmlns:a16="http://schemas.microsoft.com/office/drawing/2014/main" id="{A8314B60-5BBA-A726-413D-55C7681ED77D}"/>
                  </a:ext>
                </a:extLst>
              </p:cNvPr>
              <p:cNvSpPr/>
              <p:nvPr/>
            </p:nvSpPr>
            <p:spPr>
              <a:xfrm>
                <a:off x="3528090" y="5544251"/>
                <a:ext cx="328912" cy="256681"/>
              </a:xfrm>
              <a:custGeom>
                <a:avLst/>
                <a:gdLst>
                  <a:gd name="csX0" fmla="*/ 0 w 178594"/>
                  <a:gd name="csY0" fmla="*/ 186706 h 331880"/>
                  <a:gd name="csX1" fmla="*/ 47625 w 178594"/>
                  <a:gd name="csY1" fmla="*/ 3350 h 331880"/>
                  <a:gd name="csX2" fmla="*/ 138113 w 178594"/>
                  <a:gd name="csY2" fmla="*/ 327200 h 331880"/>
                  <a:gd name="csX3" fmla="*/ 178594 w 178594"/>
                  <a:gd name="csY3" fmla="*/ 165275 h 331880"/>
                </a:gdLst>
                <a:ahLst/>
                <a:cxnLst>
                  <a:cxn ang="0">
                    <a:pos x="csX0" y="csY0"/>
                  </a:cxn>
                  <a:cxn ang="0">
                    <a:pos x="csX1" y="csY1"/>
                  </a:cxn>
                  <a:cxn ang="0">
                    <a:pos x="csX2" y="csY2"/>
                  </a:cxn>
                  <a:cxn ang="0">
                    <a:pos x="csX3" y="csY3"/>
                  </a:cxn>
                </a:cxnLst>
                <a:rect l="l" t="t" r="r" b="b"/>
                <a:pathLst>
                  <a:path w="178594" h="331880">
                    <a:moveTo>
                      <a:pt x="0" y="186706"/>
                    </a:moveTo>
                    <a:cubicBezTo>
                      <a:pt x="12303" y="83320"/>
                      <a:pt x="24606" y="-20066"/>
                      <a:pt x="47625" y="3350"/>
                    </a:cubicBezTo>
                    <a:cubicBezTo>
                      <a:pt x="70644" y="26766"/>
                      <a:pt x="116285" y="300213"/>
                      <a:pt x="138113" y="327200"/>
                    </a:cubicBezTo>
                    <a:cubicBezTo>
                      <a:pt x="159941" y="354187"/>
                      <a:pt x="169267" y="259731"/>
                      <a:pt x="178594" y="165275"/>
                    </a:cubicBezTo>
                  </a:path>
                </a:pathLst>
              </a:custGeom>
              <a:noFill/>
              <a:ln w="1905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17" name="コネクタ: カギ線 216">
              <a:extLst>
                <a:ext uri="{FF2B5EF4-FFF2-40B4-BE49-F238E27FC236}">
                  <a16:creationId xmlns:a16="http://schemas.microsoft.com/office/drawing/2014/main" id="{1A14B117-93BB-EF6C-49BD-251F9DEE4F4F}"/>
                </a:ext>
              </a:extLst>
            </p:cNvPr>
            <p:cNvCxnSpPr>
              <a:cxnSpLocks/>
              <a:stCxn id="348" idx="6"/>
              <a:endCxn id="363" idx="3"/>
            </p:cNvCxnSpPr>
            <p:nvPr/>
          </p:nvCxnSpPr>
          <p:spPr>
            <a:xfrm flipV="1">
              <a:off x="3235698" y="5071628"/>
              <a:ext cx="161561" cy="561029"/>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218" name="グループ化 217">
              <a:extLst>
                <a:ext uri="{FF2B5EF4-FFF2-40B4-BE49-F238E27FC236}">
                  <a16:creationId xmlns:a16="http://schemas.microsoft.com/office/drawing/2014/main" id="{CE2F0023-ECBA-1DDA-FB34-7DFAE4BCB3DE}"/>
                </a:ext>
              </a:extLst>
            </p:cNvPr>
            <p:cNvGrpSpPr/>
            <p:nvPr/>
          </p:nvGrpSpPr>
          <p:grpSpPr>
            <a:xfrm>
              <a:off x="2032080" y="5465366"/>
              <a:ext cx="539422" cy="334582"/>
              <a:chOff x="2032080" y="5465366"/>
              <a:chExt cx="539422" cy="334582"/>
            </a:xfrm>
          </p:grpSpPr>
          <p:sp>
            <p:nvSpPr>
              <p:cNvPr id="344" name="正方形/長方形 343">
                <a:extLst>
                  <a:ext uri="{FF2B5EF4-FFF2-40B4-BE49-F238E27FC236}">
                    <a16:creationId xmlns:a16="http://schemas.microsoft.com/office/drawing/2014/main" id="{81294B0B-C3CF-EE02-D93B-706170514E76}"/>
                  </a:ext>
                </a:extLst>
              </p:cNvPr>
              <p:cNvSpPr/>
              <p:nvPr/>
            </p:nvSpPr>
            <p:spPr>
              <a:xfrm>
                <a:off x="2032080" y="5465366"/>
                <a:ext cx="539422" cy="334582"/>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45" name="テキスト ボックス 344">
                <a:extLst>
                  <a:ext uri="{FF2B5EF4-FFF2-40B4-BE49-F238E27FC236}">
                    <a16:creationId xmlns:a16="http://schemas.microsoft.com/office/drawing/2014/main" id="{4B7597D2-9A0D-8E80-C4E4-285F01965E63}"/>
                  </a:ext>
                </a:extLst>
              </p:cNvPr>
              <p:cNvSpPr txBox="1"/>
              <p:nvPr/>
            </p:nvSpPr>
            <p:spPr>
              <a:xfrm>
                <a:off x="2074305" y="5493787"/>
                <a:ext cx="462874"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PLL</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346" name="楕円 345">
                <a:extLst>
                  <a:ext uri="{FF2B5EF4-FFF2-40B4-BE49-F238E27FC236}">
                    <a16:creationId xmlns:a16="http://schemas.microsoft.com/office/drawing/2014/main" id="{7EC1FBD5-F3E4-FC66-5AC9-C737B5855C5E}"/>
                  </a:ext>
                </a:extLst>
              </p:cNvPr>
              <p:cNvSpPr/>
              <p:nvPr/>
            </p:nvSpPr>
            <p:spPr>
              <a:xfrm>
                <a:off x="2039982" y="5526556"/>
                <a:ext cx="38994" cy="3899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47" name="楕円 346">
                <a:extLst>
                  <a:ext uri="{FF2B5EF4-FFF2-40B4-BE49-F238E27FC236}">
                    <a16:creationId xmlns:a16="http://schemas.microsoft.com/office/drawing/2014/main" id="{C4CC198E-70FF-DC59-B1FF-F664002BFE1C}"/>
                  </a:ext>
                </a:extLst>
              </p:cNvPr>
              <p:cNvSpPr/>
              <p:nvPr/>
            </p:nvSpPr>
            <p:spPr>
              <a:xfrm>
                <a:off x="2039982" y="5699764"/>
                <a:ext cx="38994" cy="3899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19" name="直線矢印コネクタ 218">
              <a:extLst>
                <a:ext uri="{FF2B5EF4-FFF2-40B4-BE49-F238E27FC236}">
                  <a16:creationId xmlns:a16="http://schemas.microsoft.com/office/drawing/2014/main" id="{03AE4FC2-544B-66BF-D02D-CA343BE44C11}"/>
                </a:ext>
              </a:extLst>
            </p:cNvPr>
            <p:cNvCxnSpPr>
              <a:cxnSpLocks/>
              <a:stCxn id="344" idx="3"/>
              <a:endCxn id="348" idx="2"/>
            </p:cNvCxnSpPr>
            <p:nvPr/>
          </p:nvCxnSpPr>
          <p:spPr>
            <a:xfrm>
              <a:off x="2571502" y="5632657"/>
              <a:ext cx="32961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sp>
          <p:nvSpPr>
            <p:cNvPr id="220" name="テキスト ボックス 219">
              <a:extLst>
                <a:ext uri="{FF2B5EF4-FFF2-40B4-BE49-F238E27FC236}">
                  <a16:creationId xmlns:a16="http://schemas.microsoft.com/office/drawing/2014/main" id="{5535DDC5-D04D-6ED8-1FA9-FA31F6F2447F}"/>
                </a:ext>
              </a:extLst>
            </p:cNvPr>
            <p:cNvSpPr txBox="1"/>
            <p:nvPr/>
          </p:nvSpPr>
          <p:spPr>
            <a:xfrm>
              <a:off x="995680" y="2736065"/>
              <a:ext cx="492443"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ANT</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nvGrpSpPr>
            <p:cNvPr id="221" name="グループ化 220">
              <a:extLst>
                <a:ext uri="{FF2B5EF4-FFF2-40B4-BE49-F238E27FC236}">
                  <a16:creationId xmlns:a16="http://schemas.microsoft.com/office/drawing/2014/main" id="{787151DF-232F-9194-D9FA-F1F6AB0191FB}"/>
                </a:ext>
              </a:extLst>
            </p:cNvPr>
            <p:cNvGrpSpPr/>
            <p:nvPr/>
          </p:nvGrpSpPr>
          <p:grpSpPr>
            <a:xfrm>
              <a:off x="498115" y="5375416"/>
              <a:ext cx="937140" cy="334771"/>
              <a:chOff x="3833813" y="6055659"/>
              <a:chExt cx="1098776" cy="392512"/>
            </a:xfrm>
          </p:grpSpPr>
          <p:sp>
            <p:nvSpPr>
              <p:cNvPr id="342" name="正方形/長方形 341">
                <a:extLst>
                  <a:ext uri="{FF2B5EF4-FFF2-40B4-BE49-F238E27FC236}">
                    <a16:creationId xmlns:a16="http://schemas.microsoft.com/office/drawing/2014/main" id="{236F5E6A-C572-35D2-D2D6-670CEAF42C03}"/>
                  </a:ext>
                </a:extLst>
              </p:cNvPr>
              <p:cNvSpPr/>
              <p:nvPr/>
            </p:nvSpPr>
            <p:spPr>
              <a:xfrm>
                <a:off x="3833813" y="6055659"/>
                <a:ext cx="1098776" cy="392512"/>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43" name="テキスト ボックス 342">
                <a:extLst>
                  <a:ext uri="{FF2B5EF4-FFF2-40B4-BE49-F238E27FC236}">
                    <a16:creationId xmlns:a16="http://schemas.microsoft.com/office/drawing/2014/main" id="{0EAC9F7C-47D6-3BF7-337F-A1BEF23B2DA1}"/>
                  </a:ext>
                </a:extLst>
              </p:cNvPr>
              <p:cNvSpPr txBox="1"/>
              <p:nvPr/>
            </p:nvSpPr>
            <p:spPr>
              <a:xfrm>
                <a:off x="3900431" y="6081253"/>
                <a:ext cx="966433" cy="32477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Oscillator</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22" name="コネクタ: カギ線 221">
              <a:extLst>
                <a:ext uri="{FF2B5EF4-FFF2-40B4-BE49-F238E27FC236}">
                  <a16:creationId xmlns:a16="http://schemas.microsoft.com/office/drawing/2014/main" id="{779971DA-CC90-1B3A-4DF5-9D2124E9978C}"/>
                </a:ext>
              </a:extLst>
            </p:cNvPr>
            <p:cNvCxnSpPr>
              <a:cxnSpLocks/>
              <a:stCxn id="348" idx="6"/>
              <a:endCxn id="347" idx="2"/>
            </p:cNvCxnSpPr>
            <p:nvPr/>
          </p:nvCxnSpPr>
          <p:spPr>
            <a:xfrm flipH="1">
              <a:off x="2039982" y="5632657"/>
              <a:ext cx="1195716" cy="86604"/>
            </a:xfrm>
            <a:prstGeom prst="bentConnector5">
              <a:avLst>
                <a:gd name="adj1" fmla="val -13595"/>
                <a:gd name="adj2" fmla="val 457128"/>
                <a:gd name="adj3" fmla="val 119118"/>
              </a:avLst>
            </a:prstGeom>
            <a:noFill/>
            <a:ln w="19050" cap="flat" cmpd="sng" algn="ctr">
              <a:solidFill>
                <a:srgbClr val="3F3F3F">
                  <a:lumMod val="50000"/>
                </a:srgbClr>
              </a:solidFill>
              <a:prstDash val="solid"/>
              <a:round/>
              <a:headEnd type="none" w="med" len="med"/>
              <a:tailEnd type="arrow" w="med" len="med"/>
            </a:ln>
            <a:effectLst/>
          </p:spPr>
        </p:cxnSp>
        <p:sp>
          <p:nvSpPr>
            <p:cNvPr id="223" name="テキスト ボックス 222">
              <a:extLst>
                <a:ext uri="{FF2B5EF4-FFF2-40B4-BE49-F238E27FC236}">
                  <a16:creationId xmlns:a16="http://schemas.microsoft.com/office/drawing/2014/main" id="{E5A6EE09-C5F4-B7A4-7F8B-B6222F963038}"/>
                </a:ext>
              </a:extLst>
            </p:cNvPr>
            <p:cNvSpPr txBox="1"/>
            <p:nvPr/>
          </p:nvSpPr>
          <p:spPr>
            <a:xfrm>
              <a:off x="2814648" y="5211448"/>
              <a:ext cx="518091"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VCO</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24" name="楕円 223">
              <a:extLst>
                <a:ext uri="{FF2B5EF4-FFF2-40B4-BE49-F238E27FC236}">
                  <a16:creationId xmlns:a16="http://schemas.microsoft.com/office/drawing/2014/main" id="{F5ADDC67-373E-58C0-AD93-E7C07B3A8893}"/>
                </a:ext>
              </a:extLst>
            </p:cNvPr>
            <p:cNvSpPr/>
            <p:nvPr/>
          </p:nvSpPr>
          <p:spPr>
            <a:xfrm>
              <a:off x="3346910" y="558288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25" name="テキスト ボックス 224">
              <a:extLst>
                <a:ext uri="{FF2B5EF4-FFF2-40B4-BE49-F238E27FC236}">
                  <a16:creationId xmlns:a16="http://schemas.microsoft.com/office/drawing/2014/main" id="{6BF9819F-873A-2A86-B144-6C961CEC5F9C}"/>
                </a:ext>
              </a:extLst>
            </p:cNvPr>
            <p:cNvSpPr txBox="1"/>
            <p:nvPr/>
          </p:nvSpPr>
          <p:spPr>
            <a:xfrm>
              <a:off x="2659392" y="1623611"/>
              <a:ext cx="2030201"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600" b="0" i="0" u="none" strike="noStrike" kern="0" cap="none" spc="0" normalizeH="0" baseline="0" noProof="0" dirty="0">
                  <a:ln>
                    <a:noFill/>
                  </a:ln>
                  <a:solidFill>
                    <a:srgbClr val="3F3F3F">
                      <a:lumMod val="50000"/>
                    </a:srgbClr>
                  </a:solidFill>
                  <a:effectLst/>
                  <a:uLnTx/>
                  <a:uFillTx/>
                  <a:latin typeface="Arial"/>
                  <a:ea typeface="BIZ UDPゴシック"/>
                </a:rPr>
                <a:t>RF</a:t>
              </a:r>
              <a:r>
                <a:rPr kumimoji="1" lang="ja-JP" altLang="en-US" sz="1600" b="0" i="0" u="none" strike="noStrike" kern="0" cap="none" spc="0" normalizeH="0" baseline="0" noProof="0" dirty="0">
                  <a:ln>
                    <a:noFill/>
                  </a:ln>
                  <a:solidFill>
                    <a:srgbClr val="3F3F3F">
                      <a:lumMod val="50000"/>
                    </a:srgbClr>
                  </a:solidFill>
                  <a:effectLst/>
                  <a:uLnTx/>
                  <a:uFillTx/>
                  <a:latin typeface="Arial"/>
                  <a:ea typeface="BIZ UDPゴシック"/>
                </a:rPr>
                <a:t>フロントエンド</a:t>
              </a:r>
              <a:endParaRPr kumimoji="1" lang="en-US" altLang="ja-JP" sz="16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26" name="フローチャート: 和接合 225">
              <a:extLst>
                <a:ext uri="{FF2B5EF4-FFF2-40B4-BE49-F238E27FC236}">
                  <a16:creationId xmlns:a16="http://schemas.microsoft.com/office/drawing/2014/main" id="{FA619655-6737-59B9-3535-0D02959461B2}"/>
                </a:ext>
              </a:extLst>
            </p:cNvPr>
            <p:cNvSpPr/>
            <p:nvPr/>
          </p:nvSpPr>
          <p:spPr>
            <a:xfrm>
              <a:off x="5774541" y="2975658"/>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227" name="フローチャート: 和接合 226">
              <a:extLst>
                <a:ext uri="{FF2B5EF4-FFF2-40B4-BE49-F238E27FC236}">
                  <a16:creationId xmlns:a16="http://schemas.microsoft.com/office/drawing/2014/main" id="{A697081F-22CA-F0B0-EFAB-281209D3A8A8}"/>
                </a:ext>
              </a:extLst>
            </p:cNvPr>
            <p:cNvSpPr/>
            <p:nvPr/>
          </p:nvSpPr>
          <p:spPr>
            <a:xfrm>
              <a:off x="6235974" y="4118325"/>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cxnSp>
          <p:nvCxnSpPr>
            <p:cNvPr id="228" name="直線矢印コネクタ 227">
              <a:extLst>
                <a:ext uri="{FF2B5EF4-FFF2-40B4-BE49-F238E27FC236}">
                  <a16:creationId xmlns:a16="http://schemas.microsoft.com/office/drawing/2014/main" id="{99801929-ACBD-BED2-7D41-98C274C5A73B}"/>
                </a:ext>
              </a:extLst>
            </p:cNvPr>
            <p:cNvCxnSpPr>
              <a:cxnSpLocks/>
            </p:cNvCxnSpPr>
            <p:nvPr/>
          </p:nvCxnSpPr>
          <p:spPr>
            <a:xfrm flipV="1">
              <a:off x="5911346" y="3249269"/>
              <a:ext cx="0" cy="139297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29" name="直線矢印コネクタ 228">
              <a:extLst>
                <a:ext uri="{FF2B5EF4-FFF2-40B4-BE49-F238E27FC236}">
                  <a16:creationId xmlns:a16="http://schemas.microsoft.com/office/drawing/2014/main" id="{C99F7798-BAE6-041D-6CBF-2BFFD0418EFE}"/>
                </a:ext>
              </a:extLst>
            </p:cNvPr>
            <p:cNvCxnSpPr>
              <a:cxnSpLocks/>
              <a:stCxn id="341" idx="0"/>
              <a:endCxn id="227" idx="4"/>
            </p:cNvCxnSpPr>
            <p:nvPr/>
          </p:nvCxnSpPr>
          <p:spPr>
            <a:xfrm flipV="1">
              <a:off x="6372779" y="4391935"/>
              <a:ext cx="0" cy="2539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30" name="グループ化 229">
              <a:extLst>
                <a:ext uri="{FF2B5EF4-FFF2-40B4-BE49-F238E27FC236}">
                  <a16:creationId xmlns:a16="http://schemas.microsoft.com/office/drawing/2014/main" id="{F533176E-BBD8-A072-6336-CA9C34DA7862}"/>
                </a:ext>
              </a:extLst>
            </p:cNvPr>
            <p:cNvGrpSpPr/>
            <p:nvPr/>
          </p:nvGrpSpPr>
          <p:grpSpPr>
            <a:xfrm>
              <a:off x="5709875" y="4642242"/>
              <a:ext cx="864374" cy="429386"/>
              <a:chOff x="5078984" y="4007095"/>
              <a:chExt cx="1013460" cy="503446"/>
            </a:xfrm>
          </p:grpSpPr>
          <p:sp>
            <p:nvSpPr>
              <p:cNvPr id="338" name="正方形/長方形 337">
                <a:extLst>
                  <a:ext uri="{FF2B5EF4-FFF2-40B4-BE49-F238E27FC236}">
                    <a16:creationId xmlns:a16="http://schemas.microsoft.com/office/drawing/2014/main" id="{B8CB2E6F-E429-3D82-275C-40EC1BD9B757}"/>
                  </a:ext>
                </a:extLst>
              </p:cNvPr>
              <p:cNvSpPr/>
              <p:nvPr/>
            </p:nvSpPr>
            <p:spPr>
              <a:xfrm>
                <a:off x="5078984" y="4007095"/>
                <a:ext cx="1013460" cy="50344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39" name="二等辺三角形 338">
                <a:extLst>
                  <a:ext uri="{FF2B5EF4-FFF2-40B4-BE49-F238E27FC236}">
                    <a16:creationId xmlns:a16="http://schemas.microsoft.com/office/drawing/2014/main" id="{8F5C874A-B6FC-CF22-849C-B2F119E33B46}"/>
                  </a:ext>
                </a:extLst>
              </p:cNvPr>
              <p:cNvSpPr/>
              <p:nvPr/>
            </p:nvSpPr>
            <p:spPr>
              <a:xfrm>
                <a:off x="5078984" y="4007095"/>
                <a:ext cx="1013460" cy="503446"/>
              </a:xfrm>
              <a:prstGeom prst="triangle">
                <a:avLst/>
              </a:prstGeom>
              <a:noFill/>
              <a:ln w="9525"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40" name="テキスト ボックス 339">
                <a:extLst>
                  <a:ext uri="{FF2B5EF4-FFF2-40B4-BE49-F238E27FC236}">
                    <a16:creationId xmlns:a16="http://schemas.microsoft.com/office/drawing/2014/main" id="{94A3BF5B-2526-C6C5-E3DF-F351B476FC14}"/>
                  </a:ext>
                </a:extLst>
              </p:cNvPr>
              <p:cNvSpPr txBox="1"/>
              <p:nvPr/>
            </p:nvSpPr>
            <p:spPr>
              <a:xfrm>
                <a:off x="5273689" y="4020892"/>
                <a:ext cx="92096" cy="19847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0</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341" name="テキスト ボックス 340">
                <a:extLst>
                  <a:ext uri="{FF2B5EF4-FFF2-40B4-BE49-F238E27FC236}">
                    <a16:creationId xmlns:a16="http://schemas.microsoft.com/office/drawing/2014/main" id="{9E8E8116-BF35-01AD-4EE3-FEF8E64C7A2C}"/>
                  </a:ext>
                </a:extLst>
              </p:cNvPr>
              <p:cNvSpPr txBox="1"/>
              <p:nvPr/>
            </p:nvSpPr>
            <p:spPr>
              <a:xfrm>
                <a:off x="5756868" y="4011366"/>
                <a:ext cx="198714" cy="198474"/>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90</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31" name="直線矢印コネクタ 230">
              <a:extLst>
                <a:ext uri="{FF2B5EF4-FFF2-40B4-BE49-F238E27FC236}">
                  <a16:creationId xmlns:a16="http://schemas.microsoft.com/office/drawing/2014/main" id="{7B63AE0A-744A-68CD-7D77-CBE93548FB70}"/>
                </a:ext>
              </a:extLst>
            </p:cNvPr>
            <p:cNvCxnSpPr>
              <a:cxnSpLocks/>
              <a:stCxn id="226" idx="6"/>
              <a:endCxn id="334" idx="2"/>
            </p:cNvCxnSpPr>
            <p:nvPr/>
          </p:nvCxnSpPr>
          <p:spPr>
            <a:xfrm flipV="1">
              <a:off x="6048151" y="3109847"/>
              <a:ext cx="1430061" cy="2616"/>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32" name="直線矢印コネクタ 231">
              <a:extLst>
                <a:ext uri="{FF2B5EF4-FFF2-40B4-BE49-F238E27FC236}">
                  <a16:creationId xmlns:a16="http://schemas.microsoft.com/office/drawing/2014/main" id="{C02D65E7-747A-0A15-F355-B900E3DFE4D3}"/>
                </a:ext>
              </a:extLst>
            </p:cNvPr>
            <p:cNvCxnSpPr>
              <a:cxnSpLocks/>
              <a:stCxn id="227" idx="6"/>
              <a:endCxn id="331" idx="2"/>
            </p:cNvCxnSpPr>
            <p:nvPr/>
          </p:nvCxnSpPr>
          <p:spPr>
            <a:xfrm flipV="1">
              <a:off x="6509584" y="4251069"/>
              <a:ext cx="968628" cy="4061"/>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33" name="直線矢印コネクタ 232">
              <a:extLst>
                <a:ext uri="{FF2B5EF4-FFF2-40B4-BE49-F238E27FC236}">
                  <a16:creationId xmlns:a16="http://schemas.microsoft.com/office/drawing/2014/main" id="{A59CCE4E-2798-F1EF-43EB-F49EAA3D89FF}"/>
                </a:ext>
              </a:extLst>
            </p:cNvPr>
            <p:cNvCxnSpPr>
              <a:cxnSpLocks/>
              <a:stCxn id="351" idx="3"/>
              <a:endCxn id="227" idx="2"/>
            </p:cNvCxnSpPr>
            <p:nvPr/>
          </p:nvCxnSpPr>
          <p:spPr>
            <a:xfrm>
              <a:off x="5395760" y="4255130"/>
              <a:ext cx="84021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34" name="直線矢印コネクタ 233">
              <a:extLst>
                <a:ext uri="{FF2B5EF4-FFF2-40B4-BE49-F238E27FC236}">
                  <a16:creationId xmlns:a16="http://schemas.microsoft.com/office/drawing/2014/main" id="{1973D41E-03C8-3901-ABA7-A013660FD31E}"/>
                </a:ext>
              </a:extLst>
            </p:cNvPr>
            <p:cNvCxnSpPr>
              <a:cxnSpLocks/>
              <a:stCxn id="353" idx="3"/>
              <a:endCxn id="226" idx="2"/>
            </p:cNvCxnSpPr>
            <p:nvPr/>
          </p:nvCxnSpPr>
          <p:spPr>
            <a:xfrm>
              <a:off x="5395760" y="3112463"/>
              <a:ext cx="37878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35" name="グループ化 234">
              <a:extLst>
                <a:ext uri="{FF2B5EF4-FFF2-40B4-BE49-F238E27FC236}">
                  <a16:creationId xmlns:a16="http://schemas.microsoft.com/office/drawing/2014/main" id="{6ED09CA1-4479-4D94-B942-312312C313C1}"/>
                </a:ext>
              </a:extLst>
            </p:cNvPr>
            <p:cNvGrpSpPr/>
            <p:nvPr/>
          </p:nvGrpSpPr>
          <p:grpSpPr>
            <a:xfrm>
              <a:off x="6324028" y="5855742"/>
              <a:ext cx="1095159" cy="318322"/>
              <a:chOff x="3833813" y="6055659"/>
              <a:chExt cx="1284050" cy="373225"/>
            </a:xfrm>
          </p:grpSpPr>
          <p:sp>
            <p:nvSpPr>
              <p:cNvPr id="336" name="正方形/長方形 335">
                <a:extLst>
                  <a:ext uri="{FF2B5EF4-FFF2-40B4-BE49-F238E27FC236}">
                    <a16:creationId xmlns:a16="http://schemas.microsoft.com/office/drawing/2014/main" id="{87EB959D-C334-94F0-BD2E-1F962134EB0F}"/>
                  </a:ext>
                </a:extLst>
              </p:cNvPr>
              <p:cNvSpPr/>
              <p:nvPr/>
            </p:nvSpPr>
            <p:spPr>
              <a:xfrm>
                <a:off x="3833813" y="6055659"/>
                <a:ext cx="1284050"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7" name="テキスト ボックス 336">
                <a:extLst>
                  <a:ext uri="{FF2B5EF4-FFF2-40B4-BE49-F238E27FC236}">
                    <a16:creationId xmlns:a16="http://schemas.microsoft.com/office/drawing/2014/main" id="{3AB5E2EA-CE82-F36B-FF88-D8624FE6DBCD}"/>
                  </a:ext>
                </a:extLst>
              </p:cNvPr>
              <p:cNvSpPr txBox="1"/>
              <p:nvPr/>
            </p:nvSpPr>
            <p:spPr>
              <a:xfrm>
                <a:off x="3885773" y="6088383"/>
                <a:ext cx="121640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Carrier</a:t>
                </a:r>
                <a:r>
                  <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rPr>
                  <a:t> </a:t>
                </a: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NCO</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36" name="コネクタ: カギ線 235">
              <a:extLst>
                <a:ext uri="{FF2B5EF4-FFF2-40B4-BE49-F238E27FC236}">
                  <a16:creationId xmlns:a16="http://schemas.microsoft.com/office/drawing/2014/main" id="{D38F4842-7F8B-B908-F3E5-4FFF613C3EAF}"/>
                </a:ext>
              </a:extLst>
            </p:cNvPr>
            <p:cNvCxnSpPr>
              <a:cxnSpLocks/>
              <a:stCxn id="336" idx="1"/>
              <a:endCxn id="339" idx="3"/>
            </p:cNvCxnSpPr>
            <p:nvPr/>
          </p:nvCxnSpPr>
          <p:spPr>
            <a:xfrm rot="10800000">
              <a:off x="6142063" y="5071629"/>
              <a:ext cx="181966" cy="943275"/>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237" name="グループ化 236">
              <a:extLst>
                <a:ext uri="{FF2B5EF4-FFF2-40B4-BE49-F238E27FC236}">
                  <a16:creationId xmlns:a16="http://schemas.microsoft.com/office/drawing/2014/main" id="{19755E44-FDF8-CB15-7F51-3781F2D31E7F}"/>
                </a:ext>
              </a:extLst>
            </p:cNvPr>
            <p:cNvGrpSpPr/>
            <p:nvPr/>
          </p:nvGrpSpPr>
          <p:grpSpPr>
            <a:xfrm>
              <a:off x="7008772" y="2623475"/>
              <a:ext cx="1212490" cy="972745"/>
              <a:chOff x="7584882" y="2974179"/>
              <a:chExt cx="1421618" cy="1140522"/>
            </a:xfrm>
          </p:grpSpPr>
          <p:sp>
            <p:nvSpPr>
              <p:cNvPr id="333" name="フローチャート: 和接合 332">
                <a:extLst>
                  <a:ext uri="{FF2B5EF4-FFF2-40B4-BE49-F238E27FC236}">
                    <a16:creationId xmlns:a16="http://schemas.microsoft.com/office/drawing/2014/main" id="{10805097-44CB-980A-E26D-6B30E7751EE6}"/>
                  </a:ext>
                </a:extLst>
              </p:cNvPr>
              <p:cNvSpPr/>
              <p:nvPr/>
            </p:nvSpPr>
            <p:spPr>
              <a:xfrm>
                <a:off x="8685698" y="297417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4" name="フローチャート: 和接合 333">
                <a:extLst>
                  <a:ext uri="{FF2B5EF4-FFF2-40B4-BE49-F238E27FC236}">
                    <a16:creationId xmlns:a16="http://schemas.microsoft.com/office/drawing/2014/main" id="{3F1F9674-B2E3-A9D3-673D-F62329EA3320}"/>
                  </a:ext>
                </a:extLst>
              </p:cNvPr>
              <p:cNvSpPr/>
              <p:nvPr/>
            </p:nvSpPr>
            <p:spPr>
              <a:xfrm>
                <a:off x="8135290" y="338403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5" name="フローチャート: 和接合 334">
                <a:extLst>
                  <a:ext uri="{FF2B5EF4-FFF2-40B4-BE49-F238E27FC236}">
                    <a16:creationId xmlns:a16="http://schemas.microsoft.com/office/drawing/2014/main" id="{DF1ADE9E-0049-47FA-BE43-D5B11540870B}"/>
                  </a:ext>
                </a:extLst>
              </p:cNvPr>
              <p:cNvSpPr/>
              <p:nvPr/>
            </p:nvSpPr>
            <p:spPr>
              <a:xfrm>
                <a:off x="7584882" y="379389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grpSp>
          <p:nvGrpSpPr>
            <p:cNvPr id="238" name="グループ化 237">
              <a:extLst>
                <a:ext uri="{FF2B5EF4-FFF2-40B4-BE49-F238E27FC236}">
                  <a16:creationId xmlns:a16="http://schemas.microsoft.com/office/drawing/2014/main" id="{5784471C-31D4-2ED8-8645-6452D3A0BEE7}"/>
                </a:ext>
              </a:extLst>
            </p:cNvPr>
            <p:cNvGrpSpPr/>
            <p:nvPr/>
          </p:nvGrpSpPr>
          <p:grpSpPr>
            <a:xfrm>
              <a:off x="7038285" y="3764696"/>
              <a:ext cx="1182977" cy="972745"/>
              <a:chOff x="7619485" y="2974179"/>
              <a:chExt cx="1387015" cy="1140522"/>
            </a:xfrm>
          </p:grpSpPr>
          <p:sp>
            <p:nvSpPr>
              <p:cNvPr id="330" name="フローチャート: 和接合 329">
                <a:extLst>
                  <a:ext uri="{FF2B5EF4-FFF2-40B4-BE49-F238E27FC236}">
                    <a16:creationId xmlns:a16="http://schemas.microsoft.com/office/drawing/2014/main" id="{2AF4848D-7786-E087-4187-5681F5710561}"/>
                  </a:ext>
                </a:extLst>
              </p:cNvPr>
              <p:cNvSpPr/>
              <p:nvPr/>
            </p:nvSpPr>
            <p:spPr>
              <a:xfrm>
                <a:off x="8685698" y="297417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1" name="フローチャート: 和接合 330">
                <a:extLst>
                  <a:ext uri="{FF2B5EF4-FFF2-40B4-BE49-F238E27FC236}">
                    <a16:creationId xmlns:a16="http://schemas.microsoft.com/office/drawing/2014/main" id="{0D6C9375-06A8-C30B-E545-1E64B7351612}"/>
                  </a:ext>
                </a:extLst>
              </p:cNvPr>
              <p:cNvSpPr/>
              <p:nvPr/>
            </p:nvSpPr>
            <p:spPr>
              <a:xfrm>
                <a:off x="8135290" y="338403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2" name="フローチャート: 和接合 331">
                <a:extLst>
                  <a:ext uri="{FF2B5EF4-FFF2-40B4-BE49-F238E27FC236}">
                    <a16:creationId xmlns:a16="http://schemas.microsoft.com/office/drawing/2014/main" id="{1BE01EDA-1E86-137B-AC05-6723B8054DCB}"/>
                  </a:ext>
                </a:extLst>
              </p:cNvPr>
              <p:cNvSpPr/>
              <p:nvPr/>
            </p:nvSpPr>
            <p:spPr>
              <a:xfrm>
                <a:off x="7619485" y="379389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cxnSp>
          <p:nvCxnSpPr>
            <p:cNvPr id="239" name="コネクタ: カギ線 238">
              <a:extLst>
                <a:ext uri="{FF2B5EF4-FFF2-40B4-BE49-F238E27FC236}">
                  <a16:creationId xmlns:a16="http://schemas.microsoft.com/office/drawing/2014/main" id="{863E0222-027C-1678-8039-E027B485B359}"/>
                </a:ext>
              </a:extLst>
            </p:cNvPr>
            <p:cNvCxnSpPr>
              <a:cxnSpLocks/>
              <a:stCxn id="227" idx="6"/>
              <a:endCxn id="332" idx="2"/>
            </p:cNvCxnSpPr>
            <p:nvPr/>
          </p:nvCxnSpPr>
          <p:spPr>
            <a:xfrm>
              <a:off x="6509584" y="4255130"/>
              <a:ext cx="528701" cy="345506"/>
            </a:xfrm>
            <a:prstGeom prst="bentConnector3">
              <a:avLst>
                <a:gd name="adj1" fmla="val 50000"/>
              </a:avLst>
            </a:prstGeom>
            <a:noFill/>
            <a:ln w="19050" cap="flat" cmpd="sng" algn="ctr">
              <a:solidFill>
                <a:srgbClr val="3F3F3F">
                  <a:lumMod val="50000"/>
                </a:srgbClr>
              </a:solidFill>
              <a:prstDash val="solid"/>
              <a:round/>
              <a:headEnd type="none" w="med" len="med"/>
              <a:tailEnd type="arrow" w="med" len="med"/>
            </a:ln>
            <a:effectLst/>
          </p:spPr>
        </p:cxnSp>
        <p:cxnSp>
          <p:nvCxnSpPr>
            <p:cNvPr id="240" name="コネクタ: カギ線 239">
              <a:extLst>
                <a:ext uri="{FF2B5EF4-FFF2-40B4-BE49-F238E27FC236}">
                  <a16:creationId xmlns:a16="http://schemas.microsoft.com/office/drawing/2014/main" id="{ABAAB0C8-7119-FB8F-5E1B-323804E0D9EB}"/>
                </a:ext>
              </a:extLst>
            </p:cNvPr>
            <p:cNvCxnSpPr>
              <a:cxnSpLocks/>
              <a:stCxn id="227" idx="6"/>
              <a:endCxn id="330" idx="2"/>
            </p:cNvCxnSpPr>
            <p:nvPr/>
          </p:nvCxnSpPr>
          <p:spPr>
            <a:xfrm flipV="1">
              <a:off x="6509584" y="3901501"/>
              <a:ext cx="1438068" cy="353629"/>
            </a:xfrm>
            <a:prstGeom prst="bentConnector3">
              <a:avLst>
                <a:gd name="adj1" fmla="val 18478"/>
              </a:avLst>
            </a:prstGeom>
            <a:noFill/>
            <a:ln w="19050" cap="flat" cmpd="sng" algn="ctr">
              <a:solidFill>
                <a:srgbClr val="3F3F3F">
                  <a:lumMod val="50000"/>
                </a:srgbClr>
              </a:solidFill>
              <a:prstDash val="solid"/>
              <a:round/>
              <a:headEnd type="none" w="med" len="med"/>
              <a:tailEnd type="arrow" w="med" len="med"/>
            </a:ln>
            <a:effectLst/>
          </p:spPr>
        </p:cxnSp>
        <p:cxnSp>
          <p:nvCxnSpPr>
            <p:cNvPr id="241" name="コネクタ: カギ線 240">
              <a:extLst>
                <a:ext uri="{FF2B5EF4-FFF2-40B4-BE49-F238E27FC236}">
                  <a16:creationId xmlns:a16="http://schemas.microsoft.com/office/drawing/2014/main" id="{24B3CB12-7708-C2BE-CC69-97CDFB8AA66E}"/>
                </a:ext>
              </a:extLst>
            </p:cNvPr>
            <p:cNvCxnSpPr>
              <a:cxnSpLocks/>
              <a:stCxn id="226" idx="6"/>
              <a:endCxn id="333" idx="2"/>
            </p:cNvCxnSpPr>
            <p:nvPr/>
          </p:nvCxnSpPr>
          <p:spPr>
            <a:xfrm flipV="1">
              <a:off x="6048151" y="2760280"/>
              <a:ext cx="1899501" cy="352183"/>
            </a:xfrm>
            <a:prstGeom prst="bentConnector3">
              <a:avLst>
                <a:gd name="adj1" fmla="val 25023"/>
              </a:avLst>
            </a:prstGeom>
            <a:noFill/>
            <a:ln w="19050" cap="flat" cmpd="sng" algn="ctr">
              <a:solidFill>
                <a:srgbClr val="3F3F3F">
                  <a:lumMod val="50000"/>
                </a:srgbClr>
              </a:solidFill>
              <a:prstDash val="solid"/>
              <a:round/>
              <a:headEnd type="none" w="med" len="med"/>
              <a:tailEnd type="arrow" w="med" len="med"/>
            </a:ln>
            <a:effectLst/>
          </p:spPr>
        </p:cxnSp>
        <p:cxnSp>
          <p:nvCxnSpPr>
            <p:cNvPr id="242" name="コネクタ: カギ線 241">
              <a:extLst>
                <a:ext uri="{FF2B5EF4-FFF2-40B4-BE49-F238E27FC236}">
                  <a16:creationId xmlns:a16="http://schemas.microsoft.com/office/drawing/2014/main" id="{38EBDEAC-FA3C-2839-C05D-056A3EA087C9}"/>
                </a:ext>
              </a:extLst>
            </p:cNvPr>
            <p:cNvCxnSpPr>
              <a:cxnSpLocks/>
              <a:stCxn id="226" idx="6"/>
              <a:endCxn id="335" idx="2"/>
            </p:cNvCxnSpPr>
            <p:nvPr/>
          </p:nvCxnSpPr>
          <p:spPr>
            <a:xfrm>
              <a:off x="6048151" y="3112463"/>
              <a:ext cx="960621" cy="346952"/>
            </a:xfrm>
            <a:prstGeom prst="bentConnector3">
              <a:avLst>
                <a:gd name="adj1" fmla="val 50000"/>
              </a:avLst>
            </a:prstGeom>
            <a:noFill/>
            <a:ln w="19050" cap="flat" cmpd="sng" algn="ctr">
              <a:solidFill>
                <a:srgbClr val="3F3F3F">
                  <a:lumMod val="50000"/>
                </a:srgbClr>
              </a:solidFill>
              <a:prstDash val="solid"/>
              <a:round/>
              <a:headEnd type="none" w="med" len="med"/>
              <a:tailEnd type="arrow" w="med" len="med"/>
            </a:ln>
            <a:effectLst/>
          </p:spPr>
        </p:cxnSp>
        <p:sp>
          <p:nvSpPr>
            <p:cNvPr id="243" name="楕円 242">
              <a:extLst>
                <a:ext uri="{FF2B5EF4-FFF2-40B4-BE49-F238E27FC236}">
                  <a16:creationId xmlns:a16="http://schemas.microsoft.com/office/drawing/2014/main" id="{1A27E25D-0F23-D410-0F23-CB7447953DD8}"/>
                </a:ext>
              </a:extLst>
            </p:cNvPr>
            <p:cNvSpPr/>
            <p:nvPr/>
          </p:nvSpPr>
          <p:spPr>
            <a:xfrm>
              <a:off x="6478354" y="3062623"/>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44" name="楕円 243">
              <a:extLst>
                <a:ext uri="{FF2B5EF4-FFF2-40B4-BE49-F238E27FC236}">
                  <a16:creationId xmlns:a16="http://schemas.microsoft.com/office/drawing/2014/main" id="{A989486A-72C6-260E-C57E-C9DBFAA4F6DB}"/>
                </a:ext>
              </a:extLst>
            </p:cNvPr>
            <p:cNvSpPr/>
            <p:nvPr/>
          </p:nvSpPr>
          <p:spPr>
            <a:xfrm>
              <a:off x="6723535" y="42073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cxnSp>
          <p:nvCxnSpPr>
            <p:cNvPr id="245" name="直線矢印コネクタ 244">
              <a:extLst>
                <a:ext uri="{FF2B5EF4-FFF2-40B4-BE49-F238E27FC236}">
                  <a16:creationId xmlns:a16="http://schemas.microsoft.com/office/drawing/2014/main" id="{ED1737C7-C4BD-31C3-3A8F-2090CD0023B4}"/>
                </a:ext>
              </a:extLst>
            </p:cNvPr>
            <p:cNvCxnSpPr>
              <a:cxnSpLocks/>
              <a:stCxn id="325" idx="0"/>
              <a:endCxn id="332" idx="4"/>
            </p:cNvCxnSpPr>
            <p:nvPr/>
          </p:nvCxnSpPr>
          <p:spPr>
            <a:xfrm flipH="1" flipV="1">
              <a:off x="7175090" y="4737441"/>
              <a:ext cx="3308" cy="46310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46" name="グループ化 245">
              <a:extLst>
                <a:ext uri="{FF2B5EF4-FFF2-40B4-BE49-F238E27FC236}">
                  <a16:creationId xmlns:a16="http://schemas.microsoft.com/office/drawing/2014/main" id="{ABF9BC12-D328-5B77-6919-DD295BAD8FF8}"/>
                </a:ext>
              </a:extLst>
            </p:cNvPr>
            <p:cNvGrpSpPr/>
            <p:nvPr/>
          </p:nvGrpSpPr>
          <p:grpSpPr>
            <a:xfrm>
              <a:off x="7016027" y="5200541"/>
              <a:ext cx="1201600" cy="502430"/>
              <a:chOff x="7944701" y="4515307"/>
              <a:chExt cx="1408850" cy="589088"/>
            </a:xfrm>
          </p:grpSpPr>
          <p:grpSp>
            <p:nvGrpSpPr>
              <p:cNvPr id="324" name="グループ化 323">
                <a:extLst>
                  <a:ext uri="{FF2B5EF4-FFF2-40B4-BE49-F238E27FC236}">
                    <a16:creationId xmlns:a16="http://schemas.microsoft.com/office/drawing/2014/main" id="{7BE91233-B643-247D-34FD-EE73D580F1B4}"/>
                  </a:ext>
                </a:extLst>
              </p:cNvPr>
              <p:cNvGrpSpPr/>
              <p:nvPr/>
            </p:nvGrpSpPr>
            <p:grpSpPr>
              <a:xfrm>
                <a:off x="7944701" y="4516885"/>
                <a:ext cx="1408850" cy="587510"/>
                <a:chOff x="3730607" y="6055659"/>
                <a:chExt cx="1408850" cy="587510"/>
              </a:xfrm>
            </p:grpSpPr>
            <p:sp>
              <p:nvSpPr>
                <p:cNvPr id="328" name="正方形/長方形 327">
                  <a:extLst>
                    <a:ext uri="{FF2B5EF4-FFF2-40B4-BE49-F238E27FC236}">
                      <a16:creationId xmlns:a16="http://schemas.microsoft.com/office/drawing/2014/main" id="{8EAD36A0-8B42-1651-82AA-B2B2363A131E}"/>
                    </a:ext>
                  </a:extLst>
                </p:cNvPr>
                <p:cNvSpPr/>
                <p:nvPr/>
              </p:nvSpPr>
              <p:spPr>
                <a:xfrm>
                  <a:off x="3730607" y="6055659"/>
                  <a:ext cx="1408850" cy="587510"/>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29" name="テキスト ボックス 328">
                  <a:extLst>
                    <a:ext uri="{FF2B5EF4-FFF2-40B4-BE49-F238E27FC236}">
                      <a16:creationId xmlns:a16="http://schemas.microsoft.com/office/drawing/2014/main" id="{B3604CB5-06F0-E76D-2DF1-C83573E77459}"/>
                    </a:ext>
                  </a:extLst>
                </p:cNvPr>
                <p:cNvSpPr txBox="1"/>
                <p:nvPr/>
              </p:nvSpPr>
              <p:spPr>
                <a:xfrm>
                  <a:off x="3920179" y="6067702"/>
                  <a:ext cx="1040931" cy="54129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C/A</a:t>
                  </a:r>
                  <a:r>
                    <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rPr>
                    <a:t> </a:t>
                  </a: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code</a:t>
                  </a:r>
                  <a:b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b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generator</a:t>
                  </a:r>
                </a:p>
              </p:txBody>
            </p:sp>
          </p:grpSp>
          <p:sp>
            <p:nvSpPr>
              <p:cNvPr id="325" name="楕円 324">
                <a:extLst>
                  <a:ext uri="{FF2B5EF4-FFF2-40B4-BE49-F238E27FC236}">
                    <a16:creationId xmlns:a16="http://schemas.microsoft.com/office/drawing/2014/main" id="{B2FA1615-21FB-2E51-A8AA-DDEDBC73375B}"/>
                  </a:ext>
                </a:extLst>
              </p:cNvPr>
              <p:cNvSpPr/>
              <p:nvPr/>
            </p:nvSpPr>
            <p:spPr>
              <a:xfrm>
                <a:off x="8069605"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26" name="楕円 325">
                <a:extLst>
                  <a:ext uri="{FF2B5EF4-FFF2-40B4-BE49-F238E27FC236}">
                    <a16:creationId xmlns:a16="http://schemas.microsoft.com/office/drawing/2014/main" id="{BD6E6A28-E0F7-0481-E9F8-2674C67A135D}"/>
                  </a:ext>
                </a:extLst>
              </p:cNvPr>
              <p:cNvSpPr/>
              <p:nvPr/>
            </p:nvSpPr>
            <p:spPr>
              <a:xfrm>
                <a:off x="8581532"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27" name="楕円 326">
                <a:extLst>
                  <a:ext uri="{FF2B5EF4-FFF2-40B4-BE49-F238E27FC236}">
                    <a16:creationId xmlns:a16="http://schemas.microsoft.com/office/drawing/2014/main" id="{71962C47-8919-5297-4454-65E2442BAA6C}"/>
                  </a:ext>
                </a:extLst>
              </p:cNvPr>
              <p:cNvSpPr/>
              <p:nvPr/>
            </p:nvSpPr>
            <p:spPr>
              <a:xfrm>
                <a:off x="9131940"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47" name="直線矢印コネクタ 246">
              <a:extLst>
                <a:ext uri="{FF2B5EF4-FFF2-40B4-BE49-F238E27FC236}">
                  <a16:creationId xmlns:a16="http://schemas.microsoft.com/office/drawing/2014/main" id="{63BFF01B-20B3-DFA4-7EA3-8BAD4733F028}"/>
                </a:ext>
              </a:extLst>
            </p:cNvPr>
            <p:cNvCxnSpPr>
              <a:cxnSpLocks/>
              <a:stCxn id="326" idx="0"/>
              <a:endCxn id="331" idx="4"/>
            </p:cNvCxnSpPr>
            <p:nvPr/>
          </p:nvCxnSpPr>
          <p:spPr>
            <a:xfrm flipV="1">
              <a:off x="7615017" y="4387874"/>
              <a:ext cx="0" cy="81266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48" name="直線矢印コネクタ 247">
              <a:extLst>
                <a:ext uri="{FF2B5EF4-FFF2-40B4-BE49-F238E27FC236}">
                  <a16:creationId xmlns:a16="http://schemas.microsoft.com/office/drawing/2014/main" id="{F6EA611F-C4CE-886E-F2B2-AD40A579AA3F}"/>
                </a:ext>
              </a:extLst>
            </p:cNvPr>
            <p:cNvCxnSpPr>
              <a:cxnSpLocks/>
              <a:stCxn id="327" idx="0"/>
              <a:endCxn id="330" idx="4"/>
            </p:cNvCxnSpPr>
            <p:nvPr/>
          </p:nvCxnSpPr>
          <p:spPr>
            <a:xfrm flipV="1">
              <a:off x="8084457" y="4038306"/>
              <a:ext cx="0" cy="1162234"/>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49" name="コネクタ: カギ線 248">
              <a:extLst>
                <a:ext uri="{FF2B5EF4-FFF2-40B4-BE49-F238E27FC236}">
                  <a16:creationId xmlns:a16="http://schemas.microsoft.com/office/drawing/2014/main" id="{C2B843FF-20DB-7D2A-96DE-6D80C204144D}"/>
                </a:ext>
              </a:extLst>
            </p:cNvPr>
            <p:cNvCxnSpPr>
              <a:cxnSpLocks/>
              <a:stCxn id="250" idx="6"/>
              <a:endCxn id="335" idx="4"/>
            </p:cNvCxnSpPr>
            <p:nvPr/>
          </p:nvCxnSpPr>
          <p:spPr>
            <a:xfrm flipH="1" flipV="1">
              <a:off x="7145577" y="3596220"/>
              <a:ext cx="77322" cy="1322611"/>
            </a:xfrm>
            <a:prstGeom prst="bentConnector4">
              <a:avLst>
                <a:gd name="adj1" fmla="val -182113"/>
                <a:gd name="adj2" fmla="val 40669"/>
              </a:avLst>
            </a:prstGeom>
            <a:noFill/>
            <a:ln w="19050" cap="flat" cmpd="sng" algn="ctr">
              <a:solidFill>
                <a:srgbClr val="3F3F3F">
                  <a:lumMod val="50000"/>
                </a:srgbClr>
              </a:solidFill>
              <a:prstDash val="solid"/>
              <a:round/>
              <a:headEnd type="none" w="med" len="med"/>
              <a:tailEnd type="arrow" w="med" len="med"/>
            </a:ln>
            <a:effectLst/>
          </p:spPr>
        </p:cxnSp>
        <p:sp>
          <p:nvSpPr>
            <p:cNvPr id="250" name="楕円 249">
              <a:extLst>
                <a:ext uri="{FF2B5EF4-FFF2-40B4-BE49-F238E27FC236}">
                  <a16:creationId xmlns:a16="http://schemas.microsoft.com/office/drawing/2014/main" id="{B2D543E3-B924-C49B-F601-6D702BE7434E}"/>
                </a:ext>
              </a:extLst>
            </p:cNvPr>
            <p:cNvSpPr/>
            <p:nvPr/>
          </p:nvSpPr>
          <p:spPr>
            <a:xfrm>
              <a:off x="7127281" y="48710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51" name="楕円 250">
              <a:extLst>
                <a:ext uri="{FF2B5EF4-FFF2-40B4-BE49-F238E27FC236}">
                  <a16:creationId xmlns:a16="http://schemas.microsoft.com/office/drawing/2014/main" id="{7AC932F3-6107-AB16-2240-F85D3C9DDAD9}"/>
                </a:ext>
              </a:extLst>
            </p:cNvPr>
            <p:cNvSpPr/>
            <p:nvPr/>
          </p:nvSpPr>
          <p:spPr>
            <a:xfrm>
              <a:off x="7561446" y="48710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52" name="楕円 251">
              <a:extLst>
                <a:ext uri="{FF2B5EF4-FFF2-40B4-BE49-F238E27FC236}">
                  <a16:creationId xmlns:a16="http://schemas.microsoft.com/office/drawing/2014/main" id="{DFFAA225-D1EE-75FE-6516-CC0E9B8CD4E6}"/>
                </a:ext>
              </a:extLst>
            </p:cNvPr>
            <p:cNvSpPr/>
            <p:nvPr/>
          </p:nvSpPr>
          <p:spPr>
            <a:xfrm>
              <a:off x="8029458" y="48710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cxnSp>
          <p:nvCxnSpPr>
            <p:cNvPr id="253" name="コネクタ: カギ線 252">
              <a:extLst>
                <a:ext uri="{FF2B5EF4-FFF2-40B4-BE49-F238E27FC236}">
                  <a16:creationId xmlns:a16="http://schemas.microsoft.com/office/drawing/2014/main" id="{D581D7C2-C0C9-6F23-F4F5-C56ADD569448}"/>
                </a:ext>
              </a:extLst>
            </p:cNvPr>
            <p:cNvCxnSpPr>
              <a:cxnSpLocks/>
              <a:stCxn id="251" idx="6"/>
              <a:endCxn id="334" idx="4"/>
            </p:cNvCxnSpPr>
            <p:nvPr/>
          </p:nvCxnSpPr>
          <p:spPr>
            <a:xfrm flipH="1" flipV="1">
              <a:off x="7615017" y="3246652"/>
              <a:ext cx="42047" cy="1672178"/>
            </a:xfrm>
            <a:prstGeom prst="bentConnector4">
              <a:avLst>
                <a:gd name="adj1" fmla="val -463701"/>
                <a:gd name="adj2" fmla="val 51430"/>
              </a:avLst>
            </a:prstGeom>
            <a:noFill/>
            <a:ln w="19050" cap="flat" cmpd="sng" algn="ctr">
              <a:solidFill>
                <a:srgbClr val="3F3F3F">
                  <a:lumMod val="50000"/>
                </a:srgbClr>
              </a:solidFill>
              <a:prstDash val="solid"/>
              <a:round/>
              <a:headEnd type="none" w="med" len="med"/>
              <a:tailEnd type="arrow" w="med" len="med"/>
            </a:ln>
            <a:effectLst/>
          </p:spPr>
        </p:cxnSp>
        <p:cxnSp>
          <p:nvCxnSpPr>
            <p:cNvPr id="254" name="コネクタ: カギ線 253">
              <a:extLst>
                <a:ext uri="{FF2B5EF4-FFF2-40B4-BE49-F238E27FC236}">
                  <a16:creationId xmlns:a16="http://schemas.microsoft.com/office/drawing/2014/main" id="{D21C7CA5-5434-14F8-3C8A-E3705D1500E3}"/>
                </a:ext>
              </a:extLst>
            </p:cNvPr>
            <p:cNvCxnSpPr>
              <a:cxnSpLocks/>
              <a:stCxn id="252" idx="6"/>
              <a:endCxn id="333" idx="4"/>
            </p:cNvCxnSpPr>
            <p:nvPr/>
          </p:nvCxnSpPr>
          <p:spPr>
            <a:xfrm flipH="1" flipV="1">
              <a:off x="8084457" y="2897085"/>
              <a:ext cx="40619" cy="2021745"/>
            </a:xfrm>
            <a:prstGeom prst="bentConnector4">
              <a:avLst>
                <a:gd name="adj1" fmla="val -480000"/>
                <a:gd name="adj2" fmla="val 61147"/>
              </a:avLst>
            </a:prstGeom>
            <a:noFill/>
            <a:ln w="19050" cap="flat" cmpd="sng" algn="ctr">
              <a:solidFill>
                <a:srgbClr val="3F3F3F">
                  <a:lumMod val="50000"/>
                </a:srgbClr>
              </a:solidFill>
              <a:prstDash val="solid"/>
              <a:round/>
              <a:headEnd type="none" w="med" len="med"/>
              <a:tailEnd type="arrow" w="med" len="med"/>
            </a:ln>
            <a:effectLst/>
          </p:spPr>
        </p:cxnSp>
        <p:grpSp>
          <p:nvGrpSpPr>
            <p:cNvPr id="255" name="グループ化 254">
              <a:extLst>
                <a:ext uri="{FF2B5EF4-FFF2-40B4-BE49-F238E27FC236}">
                  <a16:creationId xmlns:a16="http://schemas.microsoft.com/office/drawing/2014/main" id="{3B904402-03BB-2317-94E6-0B69F37945BF}"/>
                </a:ext>
              </a:extLst>
            </p:cNvPr>
            <p:cNvGrpSpPr/>
            <p:nvPr/>
          </p:nvGrpSpPr>
          <p:grpSpPr>
            <a:xfrm>
              <a:off x="8571011" y="2601119"/>
              <a:ext cx="347509" cy="318322"/>
              <a:chOff x="3843782" y="6070075"/>
              <a:chExt cx="407447" cy="373225"/>
            </a:xfrm>
          </p:grpSpPr>
          <p:sp>
            <p:nvSpPr>
              <p:cNvPr id="322" name="正方形/長方形 321">
                <a:extLst>
                  <a:ext uri="{FF2B5EF4-FFF2-40B4-BE49-F238E27FC236}">
                    <a16:creationId xmlns:a16="http://schemas.microsoft.com/office/drawing/2014/main" id="{352ABC73-F654-C82E-DAA8-2313AAD6A39F}"/>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23" name="テキスト ボックス 322">
                    <a:extLst>
                      <a:ext uri="{FF2B5EF4-FFF2-40B4-BE49-F238E27FC236}">
                        <a16:creationId xmlns:a16="http://schemas.microsoft.com/office/drawing/2014/main" id="{6CC650E8-4515-BCD9-876A-2A0672438933}"/>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296" name="テキスト ボックス 295">
                    <a:extLst>
                      <a:ext uri="{FF2B5EF4-FFF2-40B4-BE49-F238E27FC236}">
                        <a16:creationId xmlns:a16="http://schemas.microsoft.com/office/drawing/2014/main" id="{9D315FAA-F1DA-CF22-6FFB-4113EDF72C2F}"/>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2"/>
                    <a:stretch>
                      <a:fillRect/>
                    </a:stretch>
                  </a:blipFill>
                </p:spPr>
                <p:txBody>
                  <a:bodyPr/>
                  <a:lstStyle/>
                  <a:p>
                    <a:r>
                      <a:rPr lang="ja-JP" altLang="en-US">
                        <a:noFill/>
                      </a:rPr>
                      <a:t> </a:t>
                    </a:r>
                  </a:p>
                </p:txBody>
              </p:sp>
            </mc:Fallback>
          </mc:AlternateContent>
        </p:grpSp>
        <p:cxnSp>
          <p:nvCxnSpPr>
            <p:cNvPr id="256" name="直線矢印コネクタ 255">
              <a:extLst>
                <a:ext uri="{FF2B5EF4-FFF2-40B4-BE49-F238E27FC236}">
                  <a16:creationId xmlns:a16="http://schemas.microsoft.com/office/drawing/2014/main" id="{DF88B069-F7F2-B44B-49E8-7F3B37C7264B}"/>
                </a:ext>
              </a:extLst>
            </p:cNvPr>
            <p:cNvCxnSpPr>
              <a:cxnSpLocks/>
              <a:stCxn id="333" idx="6"/>
              <a:endCxn id="322" idx="1"/>
            </p:cNvCxnSpPr>
            <p:nvPr/>
          </p:nvCxnSpPr>
          <p:spPr>
            <a:xfrm>
              <a:off x="8221262" y="2760280"/>
              <a:ext cx="349749"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57" name="グループ化 256">
              <a:extLst>
                <a:ext uri="{FF2B5EF4-FFF2-40B4-BE49-F238E27FC236}">
                  <a16:creationId xmlns:a16="http://schemas.microsoft.com/office/drawing/2014/main" id="{6822A5FC-E3DE-A1BF-206C-B1EE33A1B800}"/>
                </a:ext>
              </a:extLst>
            </p:cNvPr>
            <p:cNvGrpSpPr/>
            <p:nvPr/>
          </p:nvGrpSpPr>
          <p:grpSpPr>
            <a:xfrm>
              <a:off x="8571011" y="2950686"/>
              <a:ext cx="347509" cy="318322"/>
              <a:chOff x="3843782" y="6070075"/>
              <a:chExt cx="407447" cy="373225"/>
            </a:xfrm>
          </p:grpSpPr>
          <p:sp>
            <p:nvSpPr>
              <p:cNvPr id="320" name="正方形/長方形 319">
                <a:extLst>
                  <a:ext uri="{FF2B5EF4-FFF2-40B4-BE49-F238E27FC236}">
                    <a16:creationId xmlns:a16="http://schemas.microsoft.com/office/drawing/2014/main" id="{6232EF8A-475C-7CD2-7D3A-2395A2133783}"/>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21" name="テキスト ボックス 320">
                    <a:extLst>
                      <a:ext uri="{FF2B5EF4-FFF2-40B4-BE49-F238E27FC236}">
                        <a16:creationId xmlns:a16="http://schemas.microsoft.com/office/drawing/2014/main" id="{2BA665A6-3C28-DBCC-0CC8-56487A6000A9}"/>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02" name="テキスト ボックス 301">
                    <a:extLst>
                      <a:ext uri="{FF2B5EF4-FFF2-40B4-BE49-F238E27FC236}">
                        <a16:creationId xmlns:a16="http://schemas.microsoft.com/office/drawing/2014/main" id="{A3105D0B-DF41-ECD9-ACDC-DE7483675AF0}"/>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3"/>
                    <a:stretch>
                      <a:fillRect/>
                    </a:stretch>
                  </a:blipFill>
                </p:spPr>
                <p:txBody>
                  <a:bodyPr/>
                  <a:lstStyle/>
                  <a:p>
                    <a:r>
                      <a:rPr lang="ja-JP" altLang="en-US">
                        <a:noFill/>
                      </a:rPr>
                      <a:t> </a:t>
                    </a:r>
                  </a:p>
                </p:txBody>
              </p:sp>
            </mc:Fallback>
          </mc:AlternateContent>
        </p:grpSp>
        <p:grpSp>
          <p:nvGrpSpPr>
            <p:cNvPr id="258" name="グループ化 257">
              <a:extLst>
                <a:ext uri="{FF2B5EF4-FFF2-40B4-BE49-F238E27FC236}">
                  <a16:creationId xmlns:a16="http://schemas.microsoft.com/office/drawing/2014/main" id="{C8FDBA2A-1289-6FB0-0156-F152F86C9A85}"/>
                </a:ext>
              </a:extLst>
            </p:cNvPr>
            <p:cNvGrpSpPr/>
            <p:nvPr/>
          </p:nvGrpSpPr>
          <p:grpSpPr>
            <a:xfrm>
              <a:off x="8571011" y="3300010"/>
              <a:ext cx="347509" cy="318322"/>
              <a:chOff x="3843782" y="6070075"/>
              <a:chExt cx="407447" cy="373225"/>
            </a:xfrm>
          </p:grpSpPr>
          <p:sp>
            <p:nvSpPr>
              <p:cNvPr id="318" name="正方形/長方形 317">
                <a:extLst>
                  <a:ext uri="{FF2B5EF4-FFF2-40B4-BE49-F238E27FC236}">
                    <a16:creationId xmlns:a16="http://schemas.microsoft.com/office/drawing/2014/main" id="{743D8FF6-5994-4B0E-BBCA-1D7559EA1DE5}"/>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9" name="テキスト ボックス 318">
                    <a:extLst>
                      <a:ext uri="{FF2B5EF4-FFF2-40B4-BE49-F238E27FC236}">
                        <a16:creationId xmlns:a16="http://schemas.microsoft.com/office/drawing/2014/main" id="{0A804CF8-57FF-F6CB-A6AF-C3FF82259113}"/>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11" name="テキスト ボックス 310">
                    <a:extLst>
                      <a:ext uri="{FF2B5EF4-FFF2-40B4-BE49-F238E27FC236}">
                        <a16:creationId xmlns:a16="http://schemas.microsoft.com/office/drawing/2014/main" id="{A24DCFE3-15A0-A730-B501-F1A61994F063}"/>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4"/>
                    <a:stretch>
                      <a:fillRect/>
                    </a:stretch>
                  </a:blipFill>
                </p:spPr>
                <p:txBody>
                  <a:bodyPr/>
                  <a:lstStyle/>
                  <a:p>
                    <a:r>
                      <a:rPr lang="ja-JP" altLang="en-US">
                        <a:noFill/>
                      </a:rPr>
                      <a:t> </a:t>
                    </a:r>
                  </a:p>
                </p:txBody>
              </p:sp>
            </mc:Fallback>
          </mc:AlternateContent>
        </p:grpSp>
        <p:cxnSp>
          <p:nvCxnSpPr>
            <p:cNvPr id="259" name="直線矢印コネクタ 258">
              <a:extLst>
                <a:ext uri="{FF2B5EF4-FFF2-40B4-BE49-F238E27FC236}">
                  <a16:creationId xmlns:a16="http://schemas.microsoft.com/office/drawing/2014/main" id="{C3273F2E-A0F0-69A3-6B22-81556DB57C56}"/>
                </a:ext>
              </a:extLst>
            </p:cNvPr>
            <p:cNvCxnSpPr>
              <a:cxnSpLocks/>
              <a:stCxn id="334" idx="6"/>
              <a:endCxn id="320" idx="1"/>
            </p:cNvCxnSpPr>
            <p:nvPr/>
          </p:nvCxnSpPr>
          <p:spPr>
            <a:xfrm>
              <a:off x="7751822" y="3109847"/>
              <a:ext cx="819189"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0" name="直線矢印コネクタ 259">
              <a:extLst>
                <a:ext uri="{FF2B5EF4-FFF2-40B4-BE49-F238E27FC236}">
                  <a16:creationId xmlns:a16="http://schemas.microsoft.com/office/drawing/2014/main" id="{5A8F2D87-F1EC-11B3-2C56-9BF605E7E897}"/>
                </a:ext>
              </a:extLst>
            </p:cNvPr>
            <p:cNvCxnSpPr>
              <a:cxnSpLocks/>
              <a:stCxn id="335" idx="6"/>
              <a:endCxn id="318" idx="1"/>
            </p:cNvCxnSpPr>
            <p:nvPr/>
          </p:nvCxnSpPr>
          <p:spPr>
            <a:xfrm flipV="1">
              <a:off x="7282382" y="3459171"/>
              <a:ext cx="1288629" cy="24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61" name="グループ化 260">
              <a:extLst>
                <a:ext uri="{FF2B5EF4-FFF2-40B4-BE49-F238E27FC236}">
                  <a16:creationId xmlns:a16="http://schemas.microsoft.com/office/drawing/2014/main" id="{88DB582F-134D-2FF8-66E8-911E22AC6BEE}"/>
                </a:ext>
              </a:extLst>
            </p:cNvPr>
            <p:cNvGrpSpPr/>
            <p:nvPr/>
          </p:nvGrpSpPr>
          <p:grpSpPr>
            <a:xfrm>
              <a:off x="8571011" y="3743490"/>
              <a:ext cx="347509" cy="318322"/>
              <a:chOff x="3843782" y="6070075"/>
              <a:chExt cx="407447" cy="373225"/>
            </a:xfrm>
          </p:grpSpPr>
          <p:sp>
            <p:nvSpPr>
              <p:cNvPr id="316" name="正方形/長方形 315">
                <a:extLst>
                  <a:ext uri="{FF2B5EF4-FFF2-40B4-BE49-F238E27FC236}">
                    <a16:creationId xmlns:a16="http://schemas.microsoft.com/office/drawing/2014/main" id="{8BBAB140-6262-13A2-A072-B3F83B1CBA3A}"/>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7" name="テキスト ボックス 316">
                    <a:extLst>
                      <a:ext uri="{FF2B5EF4-FFF2-40B4-BE49-F238E27FC236}">
                        <a16:creationId xmlns:a16="http://schemas.microsoft.com/office/drawing/2014/main" id="{D17A2E7C-61C0-93FD-E93D-CFA7AD1005EF}"/>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25" name="テキスト ボックス 324">
                    <a:extLst>
                      <a:ext uri="{FF2B5EF4-FFF2-40B4-BE49-F238E27FC236}">
                        <a16:creationId xmlns:a16="http://schemas.microsoft.com/office/drawing/2014/main" id="{32E70D74-C0F3-E18B-A483-AC90E0B6F31C}"/>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5"/>
                    <a:stretch>
                      <a:fillRect/>
                    </a:stretch>
                  </a:blipFill>
                </p:spPr>
                <p:txBody>
                  <a:bodyPr/>
                  <a:lstStyle/>
                  <a:p>
                    <a:r>
                      <a:rPr lang="ja-JP" altLang="en-US">
                        <a:noFill/>
                      </a:rPr>
                      <a:t> </a:t>
                    </a:r>
                  </a:p>
                </p:txBody>
              </p:sp>
            </mc:Fallback>
          </mc:AlternateContent>
        </p:grpSp>
        <p:grpSp>
          <p:nvGrpSpPr>
            <p:cNvPr id="262" name="グループ化 261">
              <a:extLst>
                <a:ext uri="{FF2B5EF4-FFF2-40B4-BE49-F238E27FC236}">
                  <a16:creationId xmlns:a16="http://schemas.microsoft.com/office/drawing/2014/main" id="{6CCC96B0-2E9C-ED4D-2EAE-4865137A052B}"/>
                </a:ext>
              </a:extLst>
            </p:cNvPr>
            <p:cNvGrpSpPr/>
            <p:nvPr/>
          </p:nvGrpSpPr>
          <p:grpSpPr>
            <a:xfrm>
              <a:off x="8571011" y="4093057"/>
              <a:ext cx="347509" cy="318322"/>
              <a:chOff x="3843782" y="6070075"/>
              <a:chExt cx="407447" cy="373225"/>
            </a:xfrm>
          </p:grpSpPr>
          <p:sp>
            <p:nvSpPr>
              <p:cNvPr id="314" name="正方形/長方形 313">
                <a:extLst>
                  <a:ext uri="{FF2B5EF4-FFF2-40B4-BE49-F238E27FC236}">
                    <a16:creationId xmlns:a16="http://schemas.microsoft.com/office/drawing/2014/main" id="{8B0D6711-95AF-393B-C6BF-DE6EB2CAC2B8}"/>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5" name="テキスト ボックス 314">
                    <a:extLst>
                      <a:ext uri="{FF2B5EF4-FFF2-40B4-BE49-F238E27FC236}">
                        <a16:creationId xmlns:a16="http://schemas.microsoft.com/office/drawing/2014/main" id="{82663A7F-5083-E07D-CF4B-5FA46C3F9B3B}"/>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28" name="テキスト ボックス 327">
                    <a:extLst>
                      <a:ext uri="{FF2B5EF4-FFF2-40B4-BE49-F238E27FC236}">
                        <a16:creationId xmlns:a16="http://schemas.microsoft.com/office/drawing/2014/main" id="{69BAE28C-771E-5C83-ACB0-8BA496AFA25B}"/>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6"/>
                    <a:stretch>
                      <a:fillRect/>
                    </a:stretch>
                  </a:blipFill>
                </p:spPr>
                <p:txBody>
                  <a:bodyPr/>
                  <a:lstStyle/>
                  <a:p>
                    <a:r>
                      <a:rPr lang="ja-JP" altLang="en-US">
                        <a:noFill/>
                      </a:rPr>
                      <a:t> </a:t>
                    </a:r>
                  </a:p>
                </p:txBody>
              </p:sp>
            </mc:Fallback>
          </mc:AlternateContent>
        </p:grpSp>
        <p:grpSp>
          <p:nvGrpSpPr>
            <p:cNvPr id="263" name="グループ化 262">
              <a:extLst>
                <a:ext uri="{FF2B5EF4-FFF2-40B4-BE49-F238E27FC236}">
                  <a16:creationId xmlns:a16="http://schemas.microsoft.com/office/drawing/2014/main" id="{CB7A6F69-41A5-09E4-74F0-2F0D13784FA2}"/>
                </a:ext>
              </a:extLst>
            </p:cNvPr>
            <p:cNvGrpSpPr/>
            <p:nvPr/>
          </p:nvGrpSpPr>
          <p:grpSpPr>
            <a:xfrm>
              <a:off x="8571011" y="4442381"/>
              <a:ext cx="347509" cy="318322"/>
              <a:chOff x="3843782" y="6070075"/>
              <a:chExt cx="407447" cy="373225"/>
            </a:xfrm>
          </p:grpSpPr>
          <p:sp>
            <p:nvSpPr>
              <p:cNvPr id="312" name="正方形/長方形 311">
                <a:extLst>
                  <a:ext uri="{FF2B5EF4-FFF2-40B4-BE49-F238E27FC236}">
                    <a16:creationId xmlns:a16="http://schemas.microsoft.com/office/drawing/2014/main" id="{E29D096C-5D1B-10CE-05A2-AD1AB3F234CD}"/>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3" name="テキスト ボックス 312">
                    <a:extLst>
                      <a:ext uri="{FF2B5EF4-FFF2-40B4-BE49-F238E27FC236}">
                        <a16:creationId xmlns:a16="http://schemas.microsoft.com/office/drawing/2014/main" id="{4F025F0D-078B-8970-2CFA-FC2CC881C964}"/>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31" name="テキスト ボックス 330">
                    <a:extLst>
                      <a:ext uri="{FF2B5EF4-FFF2-40B4-BE49-F238E27FC236}">
                        <a16:creationId xmlns:a16="http://schemas.microsoft.com/office/drawing/2014/main" id="{026C3991-4A31-5C12-F960-D850590BD96F}"/>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7"/>
                    <a:stretch>
                      <a:fillRect/>
                    </a:stretch>
                  </a:blipFill>
                </p:spPr>
                <p:txBody>
                  <a:bodyPr/>
                  <a:lstStyle/>
                  <a:p>
                    <a:r>
                      <a:rPr lang="ja-JP" altLang="en-US">
                        <a:noFill/>
                      </a:rPr>
                      <a:t> </a:t>
                    </a:r>
                  </a:p>
                </p:txBody>
              </p:sp>
            </mc:Fallback>
          </mc:AlternateContent>
        </p:grpSp>
        <p:cxnSp>
          <p:nvCxnSpPr>
            <p:cNvPr id="264" name="直線矢印コネクタ 263">
              <a:extLst>
                <a:ext uri="{FF2B5EF4-FFF2-40B4-BE49-F238E27FC236}">
                  <a16:creationId xmlns:a16="http://schemas.microsoft.com/office/drawing/2014/main" id="{5E87A3EA-7905-3463-0291-F49A3AEB4B01}"/>
                </a:ext>
              </a:extLst>
            </p:cNvPr>
            <p:cNvCxnSpPr>
              <a:cxnSpLocks/>
              <a:stCxn id="330" idx="6"/>
              <a:endCxn id="316" idx="1"/>
            </p:cNvCxnSpPr>
            <p:nvPr/>
          </p:nvCxnSpPr>
          <p:spPr>
            <a:xfrm>
              <a:off x="8221262" y="3901501"/>
              <a:ext cx="349749" cy="11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5" name="直線矢印コネクタ 264">
              <a:extLst>
                <a:ext uri="{FF2B5EF4-FFF2-40B4-BE49-F238E27FC236}">
                  <a16:creationId xmlns:a16="http://schemas.microsoft.com/office/drawing/2014/main" id="{7EBA015D-0F54-06D2-DB8F-73A082DE519D}"/>
                </a:ext>
              </a:extLst>
            </p:cNvPr>
            <p:cNvCxnSpPr>
              <a:cxnSpLocks/>
              <a:stCxn id="331" idx="6"/>
              <a:endCxn id="314" idx="1"/>
            </p:cNvCxnSpPr>
            <p:nvPr/>
          </p:nvCxnSpPr>
          <p:spPr>
            <a:xfrm>
              <a:off x="7751822" y="4251069"/>
              <a:ext cx="819189" cy="11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6" name="直線矢印コネクタ 265">
              <a:extLst>
                <a:ext uri="{FF2B5EF4-FFF2-40B4-BE49-F238E27FC236}">
                  <a16:creationId xmlns:a16="http://schemas.microsoft.com/office/drawing/2014/main" id="{A354C334-4A75-0808-FEC2-66BF285D599C}"/>
                </a:ext>
              </a:extLst>
            </p:cNvPr>
            <p:cNvCxnSpPr>
              <a:cxnSpLocks/>
              <a:stCxn id="332" idx="6"/>
              <a:endCxn id="312" idx="1"/>
            </p:cNvCxnSpPr>
            <p:nvPr/>
          </p:nvCxnSpPr>
          <p:spPr>
            <a:xfrm>
              <a:off x="7311895" y="4600636"/>
              <a:ext cx="1259116" cy="90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7" name="直線矢印コネクタ 266">
              <a:extLst>
                <a:ext uri="{FF2B5EF4-FFF2-40B4-BE49-F238E27FC236}">
                  <a16:creationId xmlns:a16="http://schemas.microsoft.com/office/drawing/2014/main" id="{692D0BA3-B091-0F10-8791-50A5E2274463}"/>
                </a:ext>
              </a:extLst>
            </p:cNvPr>
            <p:cNvCxnSpPr>
              <a:cxnSpLocks/>
              <a:stCxn id="310" idx="1"/>
              <a:endCxn id="336" idx="3"/>
            </p:cNvCxnSpPr>
            <p:nvPr/>
          </p:nvCxnSpPr>
          <p:spPr>
            <a:xfrm flipH="1">
              <a:off x="7419187" y="6014903"/>
              <a:ext cx="29317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8" name="コネクタ: カギ線 267">
              <a:extLst>
                <a:ext uri="{FF2B5EF4-FFF2-40B4-BE49-F238E27FC236}">
                  <a16:creationId xmlns:a16="http://schemas.microsoft.com/office/drawing/2014/main" id="{612E31FE-0D54-8173-4AB3-75F156807F16}"/>
                </a:ext>
              </a:extLst>
            </p:cNvPr>
            <p:cNvCxnSpPr>
              <a:cxnSpLocks/>
              <a:stCxn id="314" idx="3"/>
              <a:endCxn id="309" idx="6"/>
            </p:cNvCxnSpPr>
            <p:nvPr/>
          </p:nvCxnSpPr>
          <p:spPr>
            <a:xfrm flipH="1">
              <a:off x="8807520" y="4252218"/>
              <a:ext cx="111001" cy="1844049"/>
            </a:xfrm>
            <a:prstGeom prst="bentConnector3">
              <a:avLst>
                <a:gd name="adj1" fmla="val -368863"/>
              </a:avLst>
            </a:prstGeom>
            <a:noFill/>
            <a:ln w="19050" cap="flat" cmpd="sng" algn="ctr">
              <a:solidFill>
                <a:srgbClr val="3F3F3F">
                  <a:lumMod val="50000"/>
                </a:srgbClr>
              </a:solidFill>
              <a:prstDash val="solid"/>
              <a:round/>
              <a:headEnd type="none" w="med" len="med"/>
              <a:tailEnd type="arrow" w="med" len="med"/>
            </a:ln>
            <a:effectLst/>
          </p:spPr>
        </p:cxnSp>
        <p:grpSp>
          <p:nvGrpSpPr>
            <p:cNvPr id="269" name="グループ化 268">
              <a:extLst>
                <a:ext uri="{FF2B5EF4-FFF2-40B4-BE49-F238E27FC236}">
                  <a16:creationId xmlns:a16="http://schemas.microsoft.com/office/drawing/2014/main" id="{4F8A9DE5-77E6-AA0D-1D45-AAF0BEDAF1AF}"/>
                </a:ext>
              </a:extLst>
            </p:cNvPr>
            <p:cNvGrpSpPr/>
            <p:nvPr/>
          </p:nvGrpSpPr>
          <p:grpSpPr>
            <a:xfrm>
              <a:off x="7712361" y="5855742"/>
              <a:ext cx="1095159" cy="318322"/>
              <a:chOff x="8400716" y="5257889"/>
              <a:chExt cx="1284050" cy="373225"/>
            </a:xfrm>
          </p:grpSpPr>
          <p:grpSp>
            <p:nvGrpSpPr>
              <p:cNvPr id="307" name="グループ化 306">
                <a:extLst>
                  <a:ext uri="{FF2B5EF4-FFF2-40B4-BE49-F238E27FC236}">
                    <a16:creationId xmlns:a16="http://schemas.microsoft.com/office/drawing/2014/main" id="{81530565-B4D0-3F20-BFA8-108446D7A105}"/>
                  </a:ext>
                </a:extLst>
              </p:cNvPr>
              <p:cNvGrpSpPr/>
              <p:nvPr/>
            </p:nvGrpSpPr>
            <p:grpSpPr>
              <a:xfrm>
                <a:off x="8400716" y="5257889"/>
                <a:ext cx="1284050" cy="373225"/>
                <a:chOff x="3833813" y="6055659"/>
                <a:chExt cx="1284050" cy="373225"/>
              </a:xfrm>
            </p:grpSpPr>
            <p:sp>
              <p:nvSpPr>
                <p:cNvPr id="310" name="正方形/長方形 309">
                  <a:extLst>
                    <a:ext uri="{FF2B5EF4-FFF2-40B4-BE49-F238E27FC236}">
                      <a16:creationId xmlns:a16="http://schemas.microsoft.com/office/drawing/2014/main" id="{23FE5052-A615-B336-EA27-F077578E0785}"/>
                    </a:ext>
                  </a:extLst>
                </p:cNvPr>
                <p:cNvSpPr/>
                <p:nvPr/>
              </p:nvSpPr>
              <p:spPr>
                <a:xfrm>
                  <a:off x="3833813" y="6055659"/>
                  <a:ext cx="1284050"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11" name="テキスト ボックス 310">
                  <a:extLst>
                    <a:ext uri="{FF2B5EF4-FFF2-40B4-BE49-F238E27FC236}">
                      <a16:creationId xmlns:a16="http://schemas.microsoft.com/office/drawing/2014/main" id="{709371E8-E01C-F76F-E136-34A91FE08E3B}"/>
                    </a:ext>
                  </a:extLst>
                </p:cNvPr>
                <p:cNvSpPr txBox="1"/>
                <p:nvPr/>
              </p:nvSpPr>
              <p:spPr>
                <a:xfrm>
                  <a:off x="3944411" y="6088383"/>
                  <a:ext cx="110739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FLL or PLL</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sp>
            <p:nvSpPr>
              <p:cNvPr id="308" name="楕円 307">
                <a:extLst>
                  <a:ext uri="{FF2B5EF4-FFF2-40B4-BE49-F238E27FC236}">
                    <a16:creationId xmlns:a16="http://schemas.microsoft.com/office/drawing/2014/main" id="{E85D3923-2C5A-E2E5-9DEC-30D469A53C5E}"/>
                  </a:ext>
                </a:extLst>
              </p:cNvPr>
              <p:cNvSpPr/>
              <p:nvPr/>
            </p:nvSpPr>
            <p:spPr>
              <a:xfrm>
                <a:off x="9625997" y="5317091"/>
                <a:ext cx="58768" cy="58768"/>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9" name="楕円 308">
                <a:extLst>
                  <a:ext uri="{FF2B5EF4-FFF2-40B4-BE49-F238E27FC236}">
                    <a16:creationId xmlns:a16="http://schemas.microsoft.com/office/drawing/2014/main" id="{F2E56650-3062-CB5B-A860-4C72B47EE8DC}"/>
                  </a:ext>
                </a:extLst>
              </p:cNvPr>
              <p:cNvSpPr/>
              <p:nvPr/>
            </p:nvSpPr>
            <p:spPr>
              <a:xfrm>
                <a:off x="9625997" y="5510516"/>
                <a:ext cx="58768" cy="58768"/>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70" name="コネクタ: カギ線 269">
              <a:extLst>
                <a:ext uri="{FF2B5EF4-FFF2-40B4-BE49-F238E27FC236}">
                  <a16:creationId xmlns:a16="http://schemas.microsoft.com/office/drawing/2014/main" id="{70883A8B-4BF0-0982-4611-257A4C2B52E0}"/>
                </a:ext>
              </a:extLst>
            </p:cNvPr>
            <p:cNvCxnSpPr>
              <a:cxnSpLocks/>
              <a:stCxn id="320" idx="3"/>
              <a:endCxn id="308" idx="6"/>
            </p:cNvCxnSpPr>
            <p:nvPr/>
          </p:nvCxnSpPr>
          <p:spPr>
            <a:xfrm flipH="1">
              <a:off x="8807520" y="3109847"/>
              <a:ext cx="111001" cy="2821449"/>
            </a:xfrm>
            <a:prstGeom prst="bentConnector3">
              <a:avLst>
                <a:gd name="adj1" fmla="val -196141"/>
              </a:avLst>
            </a:prstGeom>
            <a:noFill/>
            <a:ln w="19050" cap="flat" cmpd="sng" algn="ctr">
              <a:solidFill>
                <a:srgbClr val="3F3F3F">
                  <a:lumMod val="50000"/>
                </a:srgbClr>
              </a:solidFill>
              <a:prstDash val="solid"/>
              <a:round/>
              <a:headEnd type="none" w="med" len="med"/>
              <a:tailEnd type="arrow" w="med" len="med"/>
            </a:ln>
            <a:effectLst/>
          </p:spPr>
        </p:cxnSp>
        <p:grpSp>
          <p:nvGrpSpPr>
            <p:cNvPr id="271" name="グループ化 270">
              <a:extLst>
                <a:ext uri="{FF2B5EF4-FFF2-40B4-BE49-F238E27FC236}">
                  <a16:creationId xmlns:a16="http://schemas.microsoft.com/office/drawing/2014/main" id="{9CBF3698-D902-2663-5556-E3F2E3F14563}"/>
                </a:ext>
              </a:extLst>
            </p:cNvPr>
            <p:cNvGrpSpPr/>
            <p:nvPr/>
          </p:nvGrpSpPr>
          <p:grpSpPr>
            <a:xfrm>
              <a:off x="9627926" y="3129352"/>
              <a:ext cx="318322" cy="1098756"/>
              <a:chOff x="10823858" y="2464582"/>
              <a:chExt cx="373225" cy="1288267"/>
            </a:xfrm>
          </p:grpSpPr>
          <p:grpSp>
            <p:nvGrpSpPr>
              <p:cNvPr id="297" name="グループ化 296">
                <a:extLst>
                  <a:ext uri="{FF2B5EF4-FFF2-40B4-BE49-F238E27FC236}">
                    <a16:creationId xmlns:a16="http://schemas.microsoft.com/office/drawing/2014/main" id="{1BE9E917-9740-F77E-A985-8B86573498CF}"/>
                  </a:ext>
                </a:extLst>
              </p:cNvPr>
              <p:cNvGrpSpPr/>
              <p:nvPr/>
            </p:nvGrpSpPr>
            <p:grpSpPr>
              <a:xfrm rot="16200000">
                <a:off x="10366337" y="2922103"/>
                <a:ext cx="1288267" cy="373225"/>
                <a:chOff x="3530039" y="6055660"/>
                <a:chExt cx="1288267" cy="373225"/>
              </a:xfrm>
            </p:grpSpPr>
            <p:sp>
              <p:nvSpPr>
                <p:cNvPr id="305" name="正方形/長方形 304">
                  <a:extLst>
                    <a:ext uri="{FF2B5EF4-FFF2-40B4-BE49-F238E27FC236}">
                      <a16:creationId xmlns:a16="http://schemas.microsoft.com/office/drawing/2014/main" id="{635B65E7-D08B-A060-DFCD-7FAE05491FBC}"/>
                    </a:ext>
                  </a:extLst>
                </p:cNvPr>
                <p:cNvSpPr/>
                <p:nvPr/>
              </p:nvSpPr>
              <p:spPr>
                <a:xfrm>
                  <a:off x="3530039" y="6055660"/>
                  <a:ext cx="128826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06" name="テキスト ボックス 305">
                  <a:extLst>
                    <a:ext uri="{FF2B5EF4-FFF2-40B4-BE49-F238E27FC236}">
                      <a16:creationId xmlns:a16="http://schemas.microsoft.com/office/drawing/2014/main" id="{B2702F1C-BC5F-7337-2E5F-09A82D344A21}"/>
                    </a:ext>
                  </a:extLst>
                </p:cNvPr>
                <p:cNvSpPr txBox="1"/>
                <p:nvPr/>
              </p:nvSpPr>
              <p:spPr>
                <a:xfrm>
                  <a:off x="3917532" y="6088385"/>
                  <a:ext cx="513282"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DLL</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grpSp>
            <p:nvGrpSpPr>
              <p:cNvPr id="298" name="グループ化 297">
                <a:extLst>
                  <a:ext uri="{FF2B5EF4-FFF2-40B4-BE49-F238E27FC236}">
                    <a16:creationId xmlns:a16="http://schemas.microsoft.com/office/drawing/2014/main" id="{B076A6F4-B9D0-8CA8-E185-8DD30C3B1266}"/>
                  </a:ext>
                </a:extLst>
              </p:cNvPr>
              <p:cNvGrpSpPr/>
              <p:nvPr/>
            </p:nvGrpSpPr>
            <p:grpSpPr>
              <a:xfrm>
                <a:off x="10825061" y="2494848"/>
                <a:ext cx="134688" cy="1227735"/>
                <a:chOff x="10825061" y="2479245"/>
                <a:chExt cx="134688" cy="1227735"/>
              </a:xfrm>
              <a:noFill/>
            </p:grpSpPr>
            <p:sp>
              <p:nvSpPr>
                <p:cNvPr id="299" name="楕円 298">
                  <a:extLst>
                    <a:ext uri="{FF2B5EF4-FFF2-40B4-BE49-F238E27FC236}">
                      <a16:creationId xmlns:a16="http://schemas.microsoft.com/office/drawing/2014/main" id="{18E8B76F-1C6A-864D-E89E-526642CE7531}"/>
                    </a:ext>
                  </a:extLst>
                </p:cNvPr>
                <p:cNvSpPr/>
                <p:nvPr/>
              </p:nvSpPr>
              <p:spPr>
                <a:xfrm>
                  <a:off x="10825061" y="2479245"/>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0" name="楕円 299">
                  <a:extLst>
                    <a:ext uri="{FF2B5EF4-FFF2-40B4-BE49-F238E27FC236}">
                      <a16:creationId xmlns:a16="http://schemas.microsoft.com/office/drawing/2014/main" id="{DC3EBF29-07B1-CA44-32D9-6EE2F5A78A74}"/>
                    </a:ext>
                  </a:extLst>
                </p:cNvPr>
                <p:cNvSpPr/>
                <p:nvPr/>
              </p:nvSpPr>
              <p:spPr>
                <a:xfrm>
                  <a:off x="10825061" y="2697854"/>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1" name="楕円 300">
                  <a:extLst>
                    <a:ext uri="{FF2B5EF4-FFF2-40B4-BE49-F238E27FC236}">
                      <a16:creationId xmlns:a16="http://schemas.microsoft.com/office/drawing/2014/main" id="{5B42FAD8-779C-AFAC-BD84-3DFCA1FDA70E}"/>
                    </a:ext>
                  </a:extLst>
                </p:cNvPr>
                <p:cNvSpPr/>
                <p:nvPr/>
              </p:nvSpPr>
              <p:spPr>
                <a:xfrm>
                  <a:off x="10825061" y="2916463"/>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2" name="楕円 301">
                  <a:extLst>
                    <a:ext uri="{FF2B5EF4-FFF2-40B4-BE49-F238E27FC236}">
                      <a16:creationId xmlns:a16="http://schemas.microsoft.com/office/drawing/2014/main" id="{2AD19A4B-7DBA-2D90-8CCB-BA82CC3B0D4E}"/>
                    </a:ext>
                  </a:extLst>
                </p:cNvPr>
                <p:cNvSpPr/>
                <p:nvPr/>
              </p:nvSpPr>
              <p:spPr>
                <a:xfrm>
                  <a:off x="10825061" y="3135072"/>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3" name="楕円 302">
                  <a:extLst>
                    <a:ext uri="{FF2B5EF4-FFF2-40B4-BE49-F238E27FC236}">
                      <a16:creationId xmlns:a16="http://schemas.microsoft.com/office/drawing/2014/main" id="{83530546-B45B-FA3B-6CFF-4C5D1F9A9539}"/>
                    </a:ext>
                  </a:extLst>
                </p:cNvPr>
                <p:cNvSpPr/>
                <p:nvPr/>
              </p:nvSpPr>
              <p:spPr>
                <a:xfrm>
                  <a:off x="10825061" y="3353681"/>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4" name="楕円 303">
                  <a:extLst>
                    <a:ext uri="{FF2B5EF4-FFF2-40B4-BE49-F238E27FC236}">
                      <a16:creationId xmlns:a16="http://schemas.microsoft.com/office/drawing/2014/main" id="{03255893-9A3B-C688-FCCD-7C31F0D51804}"/>
                    </a:ext>
                  </a:extLst>
                </p:cNvPr>
                <p:cNvSpPr/>
                <p:nvPr/>
              </p:nvSpPr>
              <p:spPr>
                <a:xfrm>
                  <a:off x="10825061" y="3572292"/>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grpSp>
        <p:cxnSp>
          <p:nvCxnSpPr>
            <p:cNvPr id="272" name="コネクタ: カギ線 271">
              <a:extLst>
                <a:ext uri="{FF2B5EF4-FFF2-40B4-BE49-F238E27FC236}">
                  <a16:creationId xmlns:a16="http://schemas.microsoft.com/office/drawing/2014/main" id="{0682A781-5637-17C2-C9B6-5617FE1456E4}"/>
                </a:ext>
              </a:extLst>
            </p:cNvPr>
            <p:cNvCxnSpPr>
              <a:cxnSpLocks/>
              <a:stCxn id="322" idx="3"/>
              <a:endCxn id="299" idx="2"/>
            </p:cNvCxnSpPr>
            <p:nvPr/>
          </p:nvCxnSpPr>
          <p:spPr>
            <a:xfrm>
              <a:off x="8918520" y="2760280"/>
              <a:ext cx="710431" cy="452323"/>
            </a:xfrm>
            <a:prstGeom prst="bentConnector3">
              <a:avLst>
                <a:gd name="adj1" fmla="val 76529"/>
              </a:avLst>
            </a:prstGeom>
            <a:noFill/>
            <a:ln w="19050" cap="flat" cmpd="sng" algn="ctr">
              <a:solidFill>
                <a:srgbClr val="3F3F3F">
                  <a:lumMod val="50000"/>
                </a:srgbClr>
              </a:solidFill>
              <a:prstDash val="solid"/>
              <a:round/>
              <a:headEnd type="none" w="med" len="med"/>
              <a:tailEnd type="arrow" w="med" len="med"/>
            </a:ln>
            <a:effectLst/>
          </p:spPr>
        </p:cxnSp>
        <p:cxnSp>
          <p:nvCxnSpPr>
            <p:cNvPr id="273" name="コネクタ: カギ線 272">
              <a:extLst>
                <a:ext uri="{FF2B5EF4-FFF2-40B4-BE49-F238E27FC236}">
                  <a16:creationId xmlns:a16="http://schemas.microsoft.com/office/drawing/2014/main" id="{7F51429E-A8EA-6F7E-B6A0-5FE013DD440E}"/>
                </a:ext>
              </a:extLst>
            </p:cNvPr>
            <p:cNvCxnSpPr>
              <a:cxnSpLocks/>
              <a:stCxn id="320" idx="3"/>
              <a:endCxn id="300" idx="2"/>
            </p:cNvCxnSpPr>
            <p:nvPr/>
          </p:nvCxnSpPr>
          <p:spPr>
            <a:xfrm>
              <a:off x="8918520" y="3109847"/>
              <a:ext cx="710431" cy="289206"/>
            </a:xfrm>
            <a:prstGeom prst="bentConnector3">
              <a:avLst>
                <a:gd name="adj1" fmla="val 64256"/>
              </a:avLst>
            </a:prstGeom>
            <a:noFill/>
            <a:ln w="19050" cap="flat" cmpd="sng" algn="ctr">
              <a:solidFill>
                <a:srgbClr val="3F3F3F">
                  <a:lumMod val="50000"/>
                </a:srgbClr>
              </a:solidFill>
              <a:prstDash val="solid"/>
              <a:round/>
              <a:headEnd type="none" w="med" len="med"/>
              <a:tailEnd type="arrow" w="med" len="med"/>
            </a:ln>
            <a:effectLst/>
          </p:spPr>
        </p:cxnSp>
        <p:cxnSp>
          <p:nvCxnSpPr>
            <p:cNvPr id="274" name="コネクタ: カギ線 273">
              <a:extLst>
                <a:ext uri="{FF2B5EF4-FFF2-40B4-BE49-F238E27FC236}">
                  <a16:creationId xmlns:a16="http://schemas.microsoft.com/office/drawing/2014/main" id="{650C6D25-F792-45D2-5253-8E18F01B0B57}"/>
                </a:ext>
              </a:extLst>
            </p:cNvPr>
            <p:cNvCxnSpPr>
              <a:cxnSpLocks/>
              <a:stCxn id="318" idx="3"/>
              <a:endCxn id="301" idx="2"/>
            </p:cNvCxnSpPr>
            <p:nvPr/>
          </p:nvCxnSpPr>
          <p:spPr>
            <a:xfrm>
              <a:off x="8918520" y="3459171"/>
              <a:ext cx="710431" cy="126332"/>
            </a:xfrm>
            <a:prstGeom prst="bentConnector3">
              <a:avLst>
                <a:gd name="adj1" fmla="val 56632"/>
              </a:avLst>
            </a:prstGeom>
            <a:noFill/>
            <a:ln w="19050" cap="flat" cmpd="sng" algn="ctr">
              <a:solidFill>
                <a:srgbClr val="3F3F3F">
                  <a:lumMod val="50000"/>
                </a:srgbClr>
              </a:solidFill>
              <a:prstDash val="solid"/>
              <a:round/>
              <a:headEnd type="none" w="med" len="med"/>
              <a:tailEnd type="arrow" w="med" len="med"/>
            </a:ln>
            <a:effectLst/>
          </p:spPr>
        </p:cxnSp>
        <p:cxnSp>
          <p:nvCxnSpPr>
            <p:cNvPr id="275" name="コネクタ: カギ線 274">
              <a:extLst>
                <a:ext uri="{FF2B5EF4-FFF2-40B4-BE49-F238E27FC236}">
                  <a16:creationId xmlns:a16="http://schemas.microsoft.com/office/drawing/2014/main" id="{5C58F43B-4309-5F6A-F0B7-61878B29A3C8}"/>
                </a:ext>
              </a:extLst>
            </p:cNvPr>
            <p:cNvCxnSpPr>
              <a:cxnSpLocks/>
              <a:stCxn id="316" idx="3"/>
              <a:endCxn id="302" idx="2"/>
            </p:cNvCxnSpPr>
            <p:nvPr/>
          </p:nvCxnSpPr>
          <p:spPr>
            <a:xfrm flipV="1">
              <a:off x="8918520" y="3771954"/>
              <a:ext cx="710431" cy="130697"/>
            </a:xfrm>
            <a:prstGeom prst="bentConnector3">
              <a:avLst>
                <a:gd name="adj1" fmla="val 56404"/>
              </a:avLst>
            </a:prstGeom>
            <a:noFill/>
            <a:ln w="19050" cap="flat" cmpd="sng" algn="ctr">
              <a:solidFill>
                <a:srgbClr val="3F3F3F">
                  <a:lumMod val="50000"/>
                </a:srgbClr>
              </a:solidFill>
              <a:prstDash val="solid"/>
              <a:round/>
              <a:headEnd type="none" w="med" len="med"/>
              <a:tailEnd type="arrow" w="med" len="med"/>
            </a:ln>
            <a:effectLst/>
          </p:spPr>
        </p:cxnSp>
        <p:cxnSp>
          <p:nvCxnSpPr>
            <p:cNvPr id="276" name="コネクタ: カギ線 275">
              <a:extLst>
                <a:ext uri="{FF2B5EF4-FFF2-40B4-BE49-F238E27FC236}">
                  <a16:creationId xmlns:a16="http://schemas.microsoft.com/office/drawing/2014/main" id="{646D6309-EC83-2E97-3570-B13161A2EC37}"/>
                </a:ext>
              </a:extLst>
            </p:cNvPr>
            <p:cNvCxnSpPr>
              <a:cxnSpLocks/>
              <a:stCxn id="314" idx="3"/>
              <a:endCxn id="303" idx="2"/>
            </p:cNvCxnSpPr>
            <p:nvPr/>
          </p:nvCxnSpPr>
          <p:spPr>
            <a:xfrm flipV="1">
              <a:off x="8918520" y="3958405"/>
              <a:ext cx="710431" cy="293814"/>
            </a:xfrm>
            <a:prstGeom prst="bentConnector3">
              <a:avLst>
                <a:gd name="adj1" fmla="val 57775"/>
              </a:avLst>
            </a:prstGeom>
            <a:noFill/>
            <a:ln w="19050" cap="flat" cmpd="sng" algn="ctr">
              <a:solidFill>
                <a:srgbClr val="3F3F3F">
                  <a:lumMod val="50000"/>
                </a:srgbClr>
              </a:solidFill>
              <a:prstDash val="solid"/>
              <a:round/>
              <a:headEnd type="none" w="med" len="med"/>
              <a:tailEnd type="arrow" w="med" len="med"/>
            </a:ln>
            <a:effectLst/>
          </p:spPr>
        </p:cxnSp>
        <p:cxnSp>
          <p:nvCxnSpPr>
            <p:cNvPr id="277" name="コネクタ: カギ線 276">
              <a:extLst>
                <a:ext uri="{FF2B5EF4-FFF2-40B4-BE49-F238E27FC236}">
                  <a16:creationId xmlns:a16="http://schemas.microsoft.com/office/drawing/2014/main" id="{23A54AAB-9690-1425-1895-0EB704C909DB}"/>
                </a:ext>
              </a:extLst>
            </p:cNvPr>
            <p:cNvCxnSpPr>
              <a:cxnSpLocks/>
              <a:stCxn id="312" idx="3"/>
              <a:endCxn id="304" idx="2"/>
            </p:cNvCxnSpPr>
            <p:nvPr/>
          </p:nvCxnSpPr>
          <p:spPr>
            <a:xfrm flipV="1">
              <a:off x="8918520" y="4144857"/>
              <a:ext cx="710431" cy="456686"/>
            </a:xfrm>
            <a:prstGeom prst="bentConnector3">
              <a:avLst>
                <a:gd name="adj1" fmla="val 76987"/>
              </a:avLst>
            </a:prstGeom>
            <a:noFill/>
            <a:ln w="19050" cap="flat" cmpd="sng" algn="ctr">
              <a:solidFill>
                <a:srgbClr val="3F3F3F">
                  <a:lumMod val="50000"/>
                </a:srgbClr>
              </a:solidFill>
              <a:prstDash val="solid"/>
              <a:round/>
              <a:headEnd type="none" w="med" len="med"/>
              <a:tailEnd type="arrow" w="med" len="med"/>
            </a:ln>
            <a:effectLst/>
          </p:spPr>
        </p:cxnSp>
        <p:cxnSp>
          <p:nvCxnSpPr>
            <p:cNvPr id="278" name="コネクタ: カギ線 277">
              <a:extLst>
                <a:ext uri="{FF2B5EF4-FFF2-40B4-BE49-F238E27FC236}">
                  <a16:creationId xmlns:a16="http://schemas.microsoft.com/office/drawing/2014/main" id="{24342B7E-D37F-8592-9484-04DB93196BDD}"/>
                </a:ext>
              </a:extLst>
            </p:cNvPr>
            <p:cNvCxnSpPr>
              <a:cxnSpLocks/>
              <a:stCxn id="305" idx="1"/>
              <a:endCxn id="328" idx="3"/>
            </p:cNvCxnSpPr>
            <p:nvPr/>
          </p:nvCxnSpPr>
          <p:spPr>
            <a:xfrm rot="5400000">
              <a:off x="8390197" y="4055538"/>
              <a:ext cx="1224321" cy="1569460"/>
            </a:xfrm>
            <a:prstGeom prst="bentConnector2">
              <a:avLst/>
            </a:prstGeom>
            <a:noFill/>
            <a:ln w="19050" cap="flat" cmpd="sng" algn="ctr">
              <a:solidFill>
                <a:srgbClr val="3F3F3F">
                  <a:lumMod val="50000"/>
                </a:srgbClr>
              </a:solidFill>
              <a:prstDash val="solid"/>
              <a:round/>
              <a:headEnd type="none" w="med" len="med"/>
              <a:tailEnd type="arrow" w="med" len="med"/>
            </a:ln>
            <a:effectLst/>
          </p:spPr>
        </p:cxnSp>
        <p:sp>
          <p:nvSpPr>
            <p:cNvPr id="279" name="楕円 278">
              <a:extLst>
                <a:ext uri="{FF2B5EF4-FFF2-40B4-BE49-F238E27FC236}">
                  <a16:creationId xmlns:a16="http://schemas.microsoft.com/office/drawing/2014/main" id="{12DA2B88-14A5-D4DB-1A5B-32BB15D6A05A}"/>
                </a:ext>
              </a:extLst>
            </p:cNvPr>
            <p:cNvSpPr/>
            <p:nvPr/>
          </p:nvSpPr>
          <p:spPr>
            <a:xfrm>
              <a:off x="9095945" y="3069397"/>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80" name="楕円 279">
              <a:extLst>
                <a:ext uri="{FF2B5EF4-FFF2-40B4-BE49-F238E27FC236}">
                  <a16:creationId xmlns:a16="http://schemas.microsoft.com/office/drawing/2014/main" id="{2194735F-A72C-A268-A07A-E3D6C3B1BEB3}"/>
                </a:ext>
              </a:extLst>
            </p:cNvPr>
            <p:cNvSpPr/>
            <p:nvPr/>
          </p:nvSpPr>
          <p:spPr>
            <a:xfrm>
              <a:off x="9273736" y="42073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nvGrpSpPr>
            <p:cNvPr id="281" name="グループ化 280">
              <a:extLst>
                <a:ext uri="{FF2B5EF4-FFF2-40B4-BE49-F238E27FC236}">
                  <a16:creationId xmlns:a16="http://schemas.microsoft.com/office/drawing/2014/main" id="{75AFDB9F-4141-89D4-9CB1-AE3BCB9D8C73}"/>
                </a:ext>
              </a:extLst>
            </p:cNvPr>
            <p:cNvGrpSpPr/>
            <p:nvPr/>
          </p:nvGrpSpPr>
          <p:grpSpPr>
            <a:xfrm>
              <a:off x="8531082" y="2141542"/>
              <a:ext cx="1225343" cy="318322"/>
              <a:chOff x="3758867" y="6055660"/>
              <a:chExt cx="1436688" cy="373225"/>
            </a:xfrm>
          </p:grpSpPr>
          <p:sp>
            <p:nvSpPr>
              <p:cNvPr id="295" name="正方形/長方形 294">
                <a:extLst>
                  <a:ext uri="{FF2B5EF4-FFF2-40B4-BE49-F238E27FC236}">
                    <a16:creationId xmlns:a16="http://schemas.microsoft.com/office/drawing/2014/main" id="{75C7E5B6-9389-67E6-3ED8-8B9B50391310}"/>
                  </a:ext>
                </a:extLst>
              </p:cNvPr>
              <p:cNvSpPr/>
              <p:nvPr/>
            </p:nvSpPr>
            <p:spPr>
              <a:xfrm>
                <a:off x="3758867" y="6055660"/>
                <a:ext cx="1436688"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296" name="テキスト ボックス 295">
                <a:extLst>
                  <a:ext uri="{FF2B5EF4-FFF2-40B4-BE49-F238E27FC236}">
                    <a16:creationId xmlns:a16="http://schemas.microsoft.com/office/drawing/2014/main" id="{84EAC511-A004-C137-4B2F-D2103BEA724B}"/>
                  </a:ext>
                </a:extLst>
              </p:cNvPr>
              <p:cNvSpPr txBox="1"/>
              <p:nvPr/>
            </p:nvSpPr>
            <p:spPr>
              <a:xfrm>
                <a:off x="3793829" y="6088385"/>
                <a:ext cx="1366763" cy="3067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Navigation data</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82" name="コネクタ: カギ線 281">
              <a:extLst>
                <a:ext uri="{FF2B5EF4-FFF2-40B4-BE49-F238E27FC236}">
                  <a16:creationId xmlns:a16="http://schemas.microsoft.com/office/drawing/2014/main" id="{F2ECC297-418F-1B2D-12E5-E221F3D16103}"/>
                </a:ext>
              </a:extLst>
            </p:cNvPr>
            <p:cNvCxnSpPr>
              <a:cxnSpLocks/>
              <a:stCxn id="320" idx="3"/>
              <a:endCxn id="295" idx="2"/>
            </p:cNvCxnSpPr>
            <p:nvPr/>
          </p:nvCxnSpPr>
          <p:spPr>
            <a:xfrm flipV="1">
              <a:off x="8918520" y="2459864"/>
              <a:ext cx="225234" cy="649983"/>
            </a:xfrm>
            <a:prstGeom prst="bentConnector2">
              <a:avLst/>
            </a:prstGeom>
            <a:noFill/>
            <a:ln w="19050" cap="flat" cmpd="sng" algn="ctr">
              <a:solidFill>
                <a:srgbClr val="3F3F3F">
                  <a:lumMod val="50000"/>
                </a:srgbClr>
              </a:solidFill>
              <a:prstDash val="solid"/>
              <a:round/>
              <a:headEnd type="none" w="med" len="med"/>
              <a:tailEnd type="arrow" w="med" len="med"/>
            </a:ln>
            <a:effectLst/>
          </p:spPr>
        </p:cxnSp>
        <p:sp>
          <p:nvSpPr>
            <p:cNvPr id="283" name="テキスト ボックス 282">
              <a:extLst>
                <a:ext uri="{FF2B5EF4-FFF2-40B4-BE49-F238E27FC236}">
                  <a16:creationId xmlns:a16="http://schemas.microsoft.com/office/drawing/2014/main" id="{E3B1176A-BC83-B7E5-8744-77709C569213}"/>
                </a:ext>
              </a:extLst>
            </p:cNvPr>
            <p:cNvSpPr txBox="1"/>
            <p:nvPr/>
          </p:nvSpPr>
          <p:spPr>
            <a:xfrm>
              <a:off x="6922165" y="1638884"/>
              <a:ext cx="2470057"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srgbClr val="3F3F3F">
                      <a:lumMod val="50000"/>
                    </a:srgbClr>
                  </a:solidFill>
                  <a:effectLst/>
                  <a:uLnTx/>
                  <a:uFillTx/>
                  <a:latin typeface="Arial"/>
                  <a:ea typeface="BIZ UDPゴシック"/>
                </a:rPr>
                <a:t>ベースバンドプロセッサ</a:t>
              </a:r>
              <a:endParaRPr kumimoji="1" lang="en-US" altLang="ja-JP" sz="1600" b="0" i="0" u="none" strike="noStrike" kern="0" cap="none" spc="0" normalizeH="0" baseline="0" noProof="0" dirty="0">
                <a:ln>
                  <a:noFill/>
                </a:ln>
                <a:solidFill>
                  <a:srgbClr val="3F3F3F">
                    <a:lumMod val="50000"/>
                  </a:srgbClr>
                </a:solidFill>
                <a:effectLst/>
                <a:uLnTx/>
                <a:uFillTx/>
                <a:latin typeface="Arial"/>
                <a:ea typeface="BIZ UDPゴシック"/>
              </a:endParaRPr>
            </a:p>
          </p:txBody>
        </p:sp>
        <p:cxnSp>
          <p:nvCxnSpPr>
            <p:cNvPr id="284" name="直線矢印コネクタ 283">
              <a:extLst>
                <a:ext uri="{FF2B5EF4-FFF2-40B4-BE49-F238E27FC236}">
                  <a16:creationId xmlns:a16="http://schemas.microsoft.com/office/drawing/2014/main" id="{484AE389-8508-0CD0-1EBE-B370B7A97056}"/>
                </a:ext>
              </a:extLst>
            </p:cNvPr>
            <p:cNvCxnSpPr>
              <a:cxnSpLocks/>
              <a:stCxn id="296" idx="3"/>
            </p:cNvCxnSpPr>
            <p:nvPr/>
          </p:nvCxnSpPr>
          <p:spPr>
            <a:xfrm>
              <a:off x="9726605" y="2300258"/>
              <a:ext cx="663092" cy="44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85" name="直線矢印コネクタ 284">
              <a:extLst>
                <a:ext uri="{FF2B5EF4-FFF2-40B4-BE49-F238E27FC236}">
                  <a16:creationId xmlns:a16="http://schemas.microsoft.com/office/drawing/2014/main" id="{3C8D0C9B-38CE-88F0-77A2-7C00DD56229B}"/>
                </a:ext>
              </a:extLst>
            </p:cNvPr>
            <p:cNvCxnSpPr>
              <a:cxnSpLocks/>
              <a:stCxn id="305" idx="2"/>
            </p:cNvCxnSpPr>
            <p:nvPr/>
          </p:nvCxnSpPr>
          <p:spPr>
            <a:xfrm>
              <a:off x="9946247" y="3678730"/>
              <a:ext cx="44345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86" name="グループ化 285">
              <a:extLst>
                <a:ext uri="{FF2B5EF4-FFF2-40B4-BE49-F238E27FC236}">
                  <a16:creationId xmlns:a16="http://schemas.microsoft.com/office/drawing/2014/main" id="{5D3CBB10-8BEC-C84D-3A8A-6D38D7F886CA}"/>
                </a:ext>
              </a:extLst>
            </p:cNvPr>
            <p:cNvGrpSpPr/>
            <p:nvPr/>
          </p:nvGrpSpPr>
          <p:grpSpPr>
            <a:xfrm>
              <a:off x="10389698" y="1974636"/>
              <a:ext cx="806622" cy="4315373"/>
              <a:chOff x="11014279" y="1895386"/>
              <a:chExt cx="945747" cy="5059680"/>
            </a:xfrm>
          </p:grpSpPr>
          <p:sp>
            <p:nvSpPr>
              <p:cNvPr id="293" name="正方形/長方形 292">
                <a:extLst>
                  <a:ext uri="{FF2B5EF4-FFF2-40B4-BE49-F238E27FC236}">
                    <a16:creationId xmlns:a16="http://schemas.microsoft.com/office/drawing/2014/main" id="{75F7320E-0C09-9C71-A253-FA8E7DD98410}"/>
                  </a:ext>
                </a:extLst>
              </p:cNvPr>
              <p:cNvSpPr/>
              <p:nvPr/>
            </p:nvSpPr>
            <p:spPr>
              <a:xfrm>
                <a:off x="11014279" y="1895386"/>
                <a:ext cx="945747" cy="5059680"/>
              </a:xfrm>
              <a:prstGeom prst="rect">
                <a:avLst/>
              </a:prstGeom>
              <a:solidFill>
                <a:srgbClr val="3D9435">
                  <a:lumMod val="20000"/>
                  <a:lumOff val="80000"/>
                </a:srgbClr>
              </a:solidFill>
              <a:ln w="19050" cap="flat" cmpd="sng" algn="ctr">
                <a:solidFill>
                  <a:srgbClr val="3F3F3F"/>
                </a:solidFill>
                <a:prstDash val="dash"/>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294" name="テキスト ボックス 293">
                <a:extLst>
                  <a:ext uri="{FF2B5EF4-FFF2-40B4-BE49-F238E27FC236}">
                    <a16:creationId xmlns:a16="http://schemas.microsoft.com/office/drawing/2014/main" id="{6E053285-57F6-6161-6380-1823D76E6219}"/>
                  </a:ext>
                </a:extLst>
              </p:cNvPr>
              <p:cNvSpPr txBox="1"/>
              <p:nvPr/>
            </p:nvSpPr>
            <p:spPr>
              <a:xfrm rot="16200000">
                <a:off x="9217065" y="4208708"/>
                <a:ext cx="4540177" cy="43303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b="0" i="0" u="none" strike="noStrike" kern="0" cap="none" spc="0" normalizeH="0" baseline="0" noProof="0" dirty="0">
                    <a:ln>
                      <a:noFill/>
                    </a:ln>
                    <a:solidFill>
                      <a:srgbClr val="3F3F3F">
                        <a:lumMod val="50000"/>
                      </a:srgbClr>
                    </a:solidFill>
                    <a:effectLst/>
                    <a:uLnTx/>
                    <a:uFillTx/>
                    <a:latin typeface="Arial"/>
                    <a:ea typeface="BIZ UDPゴシック"/>
                  </a:rPr>
                  <a:t>Position, Velocity, Timing engine</a:t>
                </a:r>
                <a:endParaRPr kumimoji="1" lang="ja-JP" altLang="en-US"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sp>
          <p:nvSpPr>
            <p:cNvPr id="287" name="テキスト ボックス 286">
              <a:extLst>
                <a:ext uri="{FF2B5EF4-FFF2-40B4-BE49-F238E27FC236}">
                  <a16:creationId xmlns:a16="http://schemas.microsoft.com/office/drawing/2014/main" id="{5043A17E-5B62-228E-B1B9-F4DA823CC380}"/>
                </a:ext>
              </a:extLst>
            </p:cNvPr>
            <p:cNvSpPr txBox="1"/>
            <p:nvPr/>
          </p:nvSpPr>
          <p:spPr>
            <a:xfrm>
              <a:off x="6929011" y="4954026"/>
              <a:ext cx="260041"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E</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88" name="テキスト ボックス 287">
              <a:extLst>
                <a:ext uri="{FF2B5EF4-FFF2-40B4-BE49-F238E27FC236}">
                  <a16:creationId xmlns:a16="http://schemas.microsoft.com/office/drawing/2014/main" id="{1C85A93F-06E4-5316-55EA-0C85470693FF}"/>
                </a:ext>
              </a:extLst>
            </p:cNvPr>
            <p:cNvSpPr txBox="1"/>
            <p:nvPr/>
          </p:nvSpPr>
          <p:spPr>
            <a:xfrm>
              <a:off x="7376974" y="4954026"/>
              <a:ext cx="260041"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P</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89" name="テキスト ボックス 288">
              <a:extLst>
                <a:ext uri="{FF2B5EF4-FFF2-40B4-BE49-F238E27FC236}">
                  <a16:creationId xmlns:a16="http://schemas.microsoft.com/office/drawing/2014/main" id="{CDAAA1C8-2972-4BDF-7AC2-F268B3F371B8}"/>
                </a:ext>
              </a:extLst>
            </p:cNvPr>
            <p:cNvSpPr txBox="1"/>
            <p:nvPr/>
          </p:nvSpPr>
          <p:spPr>
            <a:xfrm>
              <a:off x="7844241" y="4954026"/>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90" name="テキスト ボックス 289">
              <a:extLst>
                <a:ext uri="{FF2B5EF4-FFF2-40B4-BE49-F238E27FC236}">
                  <a16:creationId xmlns:a16="http://schemas.microsoft.com/office/drawing/2014/main" id="{A5BA7AB8-17F1-507B-E5C1-15C0F81D1062}"/>
                </a:ext>
              </a:extLst>
            </p:cNvPr>
            <p:cNvSpPr txBox="1"/>
            <p:nvPr/>
          </p:nvSpPr>
          <p:spPr>
            <a:xfrm>
              <a:off x="5054494" y="2629029"/>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rPr>
                <a:t>I</a:t>
              </a:r>
              <a:endParaRPr kumimoji="1" lang="ja-JP" altLang="en-US"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endParaRPr>
            </a:p>
          </p:txBody>
        </p:sp>
        <p:sp>
          <p:nvSpPr>
            <p:cNvPr id="291" name="テキスト ボックス 290">
              <a:extLst>
                <a:ext uri="{FF2B5EF4-FFF2-40B4-BE49-F238E27FC236}">
                  <a16:creationId xmlns:a16="http://schemas.microsoft.com/office/drawing/2014/main" id="{EA020112-51A9-D1F8-6DDF-F7411B50CE41}"/>
                </a:ext>
              </a:extLst>
            </p:cNvPr>
            <p:cNvSpPr txBox="1"/>
            <p:nvPr/>
          </p:nvSpPr>
          <p:spPr>
            <a:xfrm>
              <a:off x="5054494" y="3766828"/>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rPr>
                <a:t>Q</a:t>
              </a:r>
              <a:endParaRPr kumimoji="1" lang="ja-JP" altLang="en-US"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endParaRPr>
            </a:p>
          </p:txBody>
        </p:sp>
        <p:cxnSp>
          <p:nvCxnSpPr>
            <p:cNvPr id="292" name="直線矢印コネクタ 291">
              <a:extLst>
                <a:ext uri="{FF2B5EF4-FFF2-40B4-BE49-F238E27FC236}">
                  <a16:creationId xmlns:a16="http://schemas.microsoft.com/office/drawing/2014/main" id="{693AF40B-13A9-8975-2395-98357881FE3C}"/>
                </a:ext>
              </a:extLst>
            </p:cNvPr>
            <p:cNvCxnSpPr>
              <a:cxnSpLocks/>
              <a:stCxn id="342" idx="3"/>
              <a:endCxn id="346" idx="2"/>
            </p:cNvCxnSpPr>
            <p:nvPr/>
          </p:nvCxnSpPr>
          <p:spPr>
            <a:xfrm>
              <a:off x="1435255" y="5542802"/>
              <a:ext cx="604727" cy="3251"/>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sp>
        <p:nvSpPr>
          <p:cNvPr id="371" name="テキスト ボックス 370">
            <a:extLst>
              <a:ext uri="{FF2B5EF4-FFF2-40B4-BE49-F238E27FC236}">
                <a16:creationId xmlns:a16="http://schemas.microsoft.com/office/drawing/2014/main" id="{2DB08FFC-61E8-543F-8440-546C95CF2514}"/>
              </a:ext>
            </a:extLst>
          </p:cNvPr>
          <p:cNvSpPr txBox="1"/>
          <p:nvPr/>
        </p:nvSpPr>
        <p:spPr>
          <a:xfrm>
            <a:off x="2922799" y="6379464"/>
            <a:ext cx="2135521" cy="369332"/>
          </a:xfrm>
          <a:prstGeom prst="rect">
            <a:avLst/>
          </a:prstGeom>
          <a:noFill/>
        </p:spPr>
        <p:txBody>
          <a:bodyPr wrap="none" rtlCol="0">
            <a:spAutoFit/>
          </a:bodyPr>
          <a:lstStyle/>
          <a:p>
            <a:r>
              <a:rPr lang="en-US" altLang="ja-JP" dirty="0"/>
              <a:t>RF + </a:t>
            </a:r>
            <a:r>
              <a:rPr lang="ja-JP" altLang="en-US" dirty="0"/>
              <a:t>アナログ回路</a:t>
            </a:r>
          </a:p>
        </p:txBody>
      </p:sp>
      <p:sp>
        <p:nvSpPr>
          <p:cNvPr id="372" name="テキスト ボックス 371">
            <a:extLst>
              <a:ext uri="{FF2B5EF4-FFF2-40B4-BE49-F238E27FC236}">
                <a16:creationId xmlns:a16="http://schemas.microsoft.com/office/drawing/2014/main" id="{358ED119-C150-116A-E22E-27C8F2AFA21C}"/>
              </a:ext>
            </a:extLst>
          </p:cNvPr>
          <p:cNvSpPr txBox="1"/>
          <p:nvPr/>
        </p:nvSpPr>
        <p:spPr>
          <a:xfrm>
            <a:off x="7266653" y="6379464"/>
            <a:ext cx="1569660" cy="369332"/>
          </a:xfrm>
          <a:prstGeom prst="rect">
            <a:avLst/>
          </a:prstGeom>
          <a:noFill/>
        </p:spPr>
        <p:txBody>
          <a:bodyPr wrap="none" rtlCol="0">
            <a:spAutoFit/>
          </a:bodyPr>
          <a:lstStyle/>
          <a:p>
            <a:r>
              <a:rPr kumimoji="1" lang="ja-JP" altLang="en-US" dirty="0"/>
              <a:t>デジタル回路</a:t>
            </a:r>
          </a:p>
        </p:txBody>
      </p:sp>
      <p:sp>
        <p:nvSpPr>
          <p:cNvPr id="373" name="テキスト ボックス 372">
            <a:extLst>
              <a:ext uri="{FF2B5EF4-FFF2-40B4-BE49-F238E27FC236}">
                <a16:creationId xmlns:a16="http://schemas.microsoft.com/office/drawing/2014/main" id="{17CE6B9C-1208-B802-6C7A-4D7AAB4B8CFF}"/>
              </a:ext>
            </a:extLst>
          </p:cNvPr>
          <p:cNvSpPr txBox="1"/>
          <p:nvPr/>
        </p:nvSpPr>
        <p:spPr>
          <a:xfrm>
            <a:off x="10323343" y="6379464"/>
            <a:ext cx="1569660" cy="369332"/>
          </a:xfrm>
          <a:prstGeom prst="rect">
            <a:avLst/>
          </a:prstGeom>
          <a:noFill/>
        </p:spPr>
        <p:txBody>
          <a:bodyPr wrap="none" rtlCol="0">
            <a:spAutoFit/>
          </a:bodyPr>
          <a:lstStyle/>
          <a:p>
            <a:r>
              <a:rPr kumimoji="1" lang="ja-JP" altLang="en-US" dirty="0"/>
              <a:t>ソフトウェア</a:t>
            </a:r>
          </a:p>
        </p:txBody>
      </p:sp>
    </p:spTree>
    <p:extLst>
      <p:ext uri="{BB962C8B-B14F-4D97-AF65-F5344CB8AC3E}">
        <p14:creationId xmlns:p14="http://schemas.microsoft.com/office/powerpoint/2010/main" val="1311463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2BBA6-CD93-D5C7-B7CB-7F524E6E68F7}"/>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798FA995-64D2-5E85-5C89-A84C4C7959E3}"/>
              </a:ext>
            </a:extLst>
          </p:cNvPr>
          <p:cNvSpPr>
            <a:spLocks noGrp="1"/>
          </p:cNvSpPr>
          <p:nvPr>
            <p:ph type="title"/>
          </p:nvPr>
        </p:nvSpPr>
        <p:spPr>
          <a:xfrm>
            <a:off x="6096000" y="2209800"/>
            <a:ext cx="5513832" cy="2432304"/>
          </a:xfrm>
        </p:spPr>
        <p:txBody>
          <a:bodyPr/>
          <a:lstStyle/>
          <a:p>
            <a:r>
              <a:rPr lang="ja-JP" altLang="en-US" b="1" dirty="0"/>
              <a:t>開発するチップ</a:t>
            </a:r>
          </a:p>
        </p:txBody>
      </p:sp>
      <p:sp>
        <p:nvSpPr>
          <p:cNvPr id="4" name="スライド番号プレースホルダー 3">
            <a:extLst>
              <a:ext uri="{FF2B5EF4-FFF2-40B4-BE49-F238E27FC236}">
                <a16:creationId xmlns:a16="http://schemas.microsoft.com/office/drawing/2014/main" id="{4D91A09D-19BF-558E-6A64-039FDB928028}"/>
              </a:ext>
            </a:extLst>
          </p:cNvPr>
          <p:cNvSpPr>
            <a:spLocks noGrp="1"/>
          </p:cNvSpPr>
          <p:nvPr>
            <p:ph type="sldNum" sz="quarter" idx="4294967295"/>
          </p:nvPr>
        </p:nvSpPr>
        <p:spPr>
          <a:xfrm>
            <a:off x="0" y="809625"/>
            <a:ext cx="941388" cy="620713"/>
          </a:xfrm>
        </p:spPr>
        <p:txBody>
          <a:bodyPr/>
          <a:lstStyle/>
          <a:p>
            <a:fld id="{CC43B8D3-9A08-F84C-9DD4-44948BA52D4B}" type="slidenum">
              <a:rPr lang="en-US" altLang="ja-JP" smtClean="0"/>
              <a:pPr/>
              <a:t>15</a:t>
            </a:fld>
            <a:endParaRPr lang="ja-JP" altLang="en-US"/>
          </a:p>
        </p:txBody>
      </p:sp>
    </p:spTree>
    <p:extLst>
      <p:ext uri="{BB962C8B-B14F-4D97-AF65-F5344CB8AC3E}">
        <p14:creationId xmlns:p14="http://schemas.microsoft.com/office/powerpoint/2010/main" val="3413801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19D6080-0550-D554-558A-3A02C3001710}"/>
              </a:ext>
            </a:extLst>
          </p:cNvPr>
          <p:cNvSpPr>
            <a:spLocks noGrp="1"/>
          </p:cNvSpPr>
          <p:nvPr>
            <p:ph type="body" sz="quarter" idx="13"/>
          </p:nvPr>
        </p:nvSpPr>
        <p:spPr>
          <a:solidFill>
            <a:schemeClr val="accent3">
              <a:lumMod val="75000"/>
            </a:schemeClr>
          </a:solidFill>
        </p:spPr>
        <p:txBody>
          <a:bodyPr/>
          <a:lstStyle/>
          <a:p>
            <a:endParaRPr kumimoji="1" lang="ja-JP" altLang="en-US" dirty="0"/>
          </a:p>
        </p:txBody>
      </p:sp>
      <p:sp>
        <p:nvSpPr>
          <p:cNvPr id="3" name="タイトル 2">
            <a:extLst>
              <a:ext uri="{FF2B5EF4-FFF2-40B4-BE49-F238E27FC236}">
                <a16:creationId xmlns:a16="http://schemas.microsoft.com/office/drawing/2014/main" id="{59BBF20A-2534-649C-A74A-F0BD0F8512A6}"/>
              </a:ext>
            </a:extLst>
          </p:cNvPr>
          <p:cNvSpPr>
            <a:spLocks noGrp="1"/>
          </p:cNvSpPr>
          <p:nvPr>
            <p:ph type="title"/>
          </p:nvPr>
        </p:nvSpPr>
        <p:spPr/>
        <p:txBody>
          <a:bodyPr/>
          <a:lstStyle/>
          <a:p>
            <a:r>
              <a:rPr kumimoji="1" lang="ja-JP" altLang="en-US" dirty="0"/>
              <a:t>開発するチップの構成</a:t>
            </a:r>
          </a:p>
        </p:txBody>
      </p:sp>
      <p:sp>
        <p:nvSpPr>
          <p:cNvPr id="4" name="スライド番号プレースホルダー 3">
            <a:extLst>
              <a:ext uri="{FF2B5EF4-FFF2-40B4-BE49-F238E27FC236}">
                <a16:creationId xmlns:a16="http://schemas.microsoft.com/office/drawing/2014/main" id="{0582E33A-4614-C024-B0BC-AB21DB048869}"/>
              </a:ext>
            </a:extLst>
          </p:cNvPr>
          <p:cNvSpPr>
            <a:spLocks noGrp="1"/>
          </p:cNvSpPr>
          <p:nvPr>
            <p:ph type="sldNum" sz="quarter" idx="15"/>
          </p:nvPr>
        </p:nvSpPr>
        <p:spPr/>
        <p:txBody>
          <a:bodyPr/>
          <a:lstStyle/>
          <a:p>
            <a:fld id="{CC43B8D3-9A08-F84C-9DD4-44948BA52D4B}" type="slidenum">
              <a:rPr lang="en-US" altLang="ja-JP" smtClean="0"/>
              <a:pPr/>
              <a:t>16</a:t>
            </a:fld>
            <a:endParaRPr lang="ja-JP" altLang="en-US" dirty="0"/>
          </a:p>
        </p:txBody>
      </p:sp>
      <p:pic>
        <p:nvPicPr>
          <p:cNvPr id="5" name="図 4" descr="Caravel Design">
            <a:extLst>
              <a:ext uri="{FF2B5EF4-FFF2-40B4-BE49-F238E27FC236}">
                <a16:creationId xmlns:a16="http://schemas.microsoft.com/office/drawing/2014/main" id="{6887579B-26FA-3FAB-3500-D91993B6D0EA}"/>
              </a:ext>
            </a:extLst>
          </p:cNvPr>
          <p:cNvPicPr>
            <a:picLocks noChangeAspect="1"/>
          </p:cNvPicPr>
          <p:nvPr/>
        </p:nvPicPr>
        <p:blipFill>
          <a:blip r:embed="rId2"/>
          <a:stretch>
            <a:fillRect/>
          </a:stretch>
        </p:blipFill>
        <p:spPr>
          <a:xfrm>
            <a:off x="805520" y="1708691"/>
            <a:ext cx="3235267" cy="4633948"/>
          </a:xfrm>
          <a:prstGeom prst="rect">
            <a:avLst/>
          </a:prstGeom>
        </p:spPr>
      </p:pic>
      <p:sp>
        <p:nvSpPr>
          <p:cNvPr id="6" name="テキスト ボックス 5">
            <a:extLst>
              <a:ext uri="{FF2B5EF4-FFF2-40B4-BE49-F238E27FC236}">
                <a16:creationId xmlns:a16="http://schemas.microsoft.com/office/drawing/2014/main" id="{A00F254F-C7A8-E265-E185-9A7085AC1637}"/>
              </a:ext>
            </a:extLst>
          </p:cNvPr>
          <p:cNvSpPr txBox="1"/>
          <p:nvPr/>
        </p:nvSpPr>
        <p:spPr>
          <a:xfrm>
            <a:off x="1484210" y="6342639"/>
            <a:ext cx="2267672" cy="369332"/>
          </a:xfrm>
          <a:prstGeom prst="rect">
            <a:avLst/>
          </a:prstGeom>
          <a:noFill/>
        </p:spPr>
        <p:txBody>
          <a:bodyPr wrap="none" rtlCol="0">
            <a:spAutoFit/>
          </a:bodyPr>
          <a:lstStyle/>
          <a:p>
            <a:r>
              <a:rPr kumimoji="1" lang="en-US" altLang="ja-JP" dirty="0"/>
              <a:t>Caravel Harness</a:t>
            </a:r>
            <a:endParaRPr kumimoji="1" lang="ja-JP" altLang="en-US" dirty="0"/>
          </a:p>
        </p:txBody>
      </p:sp>
      <p:sp>
        <p:nvSpPr>
          <p:cNvPr id="7" name="正方形/長方形 6">
            <a:extLst>
              <a:ext uri="{FF2B5EF4-FFF2-40B4-BE49-F238E27FC236}">
                <a16:creationId xmlns:a16="http://schemas.microsoft.com/office/drawing/2014/main" id="{3F1753A1-1DF1-9045-AA93-5392384264DB}"/>
              </a:ext>
            </a:extLst>
          </p:cNvPr>
          <p:cNvSpPr/>
          <p:nvPr/>
        </p:nvSpPr>
        <p:spPr>
          <a:xfrm>
            <a:off x="1203235" y="2997200"/>
            <a:ext cx="2468726" cy="215210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2000" dirty="0"/>
              <a:t>Baseband</a:t>
            </a:r>
            <a:br>
              <a:rPr kumimoji="1" lang="en-US" altLang="ja-JP" sz="2000" dirty="0"/>
            </a:br>
            <a:r>
              <a:rPr kumimoji="1" lang="en-US" altLang="ja-JP" sz="2000" dirty="0"/>
              <a:t>processor</a:t>
            </a:r>
            <a:endParaRPr kumimoji="1" lang="ja-JP" altLang="en-US" sz="2000" dirty="0"/>
          </a:p>
        </p:txBody>
      </p:sp>
      <p:sp>
        <p:nvSpPr>
          <p:cNvPr id="8" name="正方形/長方形 7">
            <a:extLst>
              <a:ext uri="{FF2B5EF4-FFF2-40B4-BE49-F238E27FC236}">
                <a16:creationId xmlns:a16="http://schemas.microsoft.com/office/drawing/2014/main" id="{D7F4B5A7-BD17-29E4-6213-F3565970A52B}"/>
              </a:ext>
            </a:extLst>
          </p:cNvPr>
          <p:cNvSpPr/>
          <p:nvPr/>
        </p:nvSpPr>
        <p:spPr>
          <a:xfrm>
            <a:off x="1203235" y="2187259"/>
            <a:ext cx="2468726" cy="71850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sz="2000" dirty="0"/>
              <a:t>TEG Area</a:t>
            </a:r>
            <a:endParaRPr kumimoji="1" lang="ja-JP" altLang="en-US" sz="2000" dirty="0"/>
          </a:p>
        </p:txBody>
      </p:sp>
      <p:sp>
        <p:nvSpPr>
          <p:cNvPr id="9" name="テキスト ボックス 8">
            <a:extLst>
              <a:ext uri="{FF2B5EF4-FFF2-40B4-BE49-F238E27FC236}">
                <a16:creationId xmlns:a16="http://schemas.microsoft.com/office/drawing/2014/main" id="{87F43CD8-ADA0-2E91-E243-9DDD0B9D40E6}"/>
              </a:ext>
            </a:extLst>
          </p:cNvPr>
          <p:cNvSpPr txBox="1"/>
          <p:nvPr/>
        </p:nvSpPr>
        <p:spPr>
          <a:xfrm>
            <a:off x="4279385" y="1708691"/>
            <a:ext cx="7330853" cy="313932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altLang="ja-JP" sz="2400" dirty="0"/>
              <a:t>Caravel Harness</a:t>
            </a:r>
            <a:r>
              <a:rPr lang="ja-JP" altLang="en-US" sz="2400" dirty="0"/>
              <a:t>を使用</a:t>
            </a:r>
            <a:endParaRPr lang="en-US" altLang="ja-JP" sz="2400" dirty="0"/>
          </a:p>
          <a:p>
            <a:pPr marL="800100" lvl="1" indent="-342900">
              <a:spcAft>
                <a:spcPts val="600"/>
              </a:spcAft>
              <a:buFont typeface="Wingdings" panose="05000000000000000000" pitchFamily="2" charset="2"/>
              <a:buChar char="ü"/>
            </a:pPr>
            <a:r>
              <a:rPr lang="en-US" altLang="ja-JP" sz="2400" dirty="0"/>
              <a:t>10mm</a:t>
            </a:r>
            <a:r>
              <a:rPr lang="en-US" altLang="ja-JP" sz="2400" baseline="30000" dirty="0"/>
              <a:t>2</a:t>
            </a:r>
            <a:r>
              <a:rPr lang="en-US" altLang="ja-JP" sz="2400" dirty="0"/>
              <a:t> user area</a:t>
            </a:r>
          </a:p>
          <a:p>
            <a:pPr marL="800100" lvl="1" indent="-342900">
              <a:spcAft>
                <a:spcPts val="600"/>
              </a:spcAft>
              <a:buFont typeface="Wingdings" panose="05000000000000000000" pitchFamily="2" charset="2"/>
              <a:buChar char="ü"/>
            </a:pPr>
            <a:r>
              <a:rPr lang="en-US" altLang="ja-JP" sz="2400" dirty="0"/>
              <a:t>RISC-V Processor</a:t>
            </a:r>
          </a:p>
          <a:p>
            <a:pPr marL="800100" lvl="1" indent="-342900">
              <a:spcAft>
                <a:spcPts val="600"/>
              </a:spcAft>
              <a:buFont typeface="Wingdings" panose="05000000000000000000" pitchFamily="2" charset="2"/>
              <a:buChar char="ü"/>
            </a:pPr>
            <a:r>
              <a:rPr lang="en-US" altLang="ja-JP" sz="2400" dirty="0"/>
              <a:t>38 Programmable IO</a:t>
            </a:r>
          </a:p>
          <a:p>
            <a:pPr marL="285750" indent="-285750">
              <a:spcAft>
                <a:spcPts val="600"/>
              </a:spcAft>
              <a:buFont typeface="Arial" panose="020B0604020202020204" pitchFamily="34" charset="0"/>
              <a:buChar char="•"/>
            </a:pPr>
            <a:r>
              <a:rPr lang="ja-JP" altLang="en-US" sz="2400" dirty="0"/>
              <a:t>デジタル回路としてベースバンドプロセッサ</a:t>
            </a:r>
            <a:endParaRPr lang="en-US" altLang="ja-JP" sz="2400" dirty="0"/>
          </a:p>
          <a:p>
            <a:pPr marL="285750" indent="-285750">
              <a:spcAft>
                <a:spcPts val="600"/>
              </a:spcAft>
              <a:buFont typeface="Arial" panose="020B0604020202020204" pitchFamily="34" charset="0"/>
              <a:buChar char="•"/>
            </a:pPr>
            <a:r>
              <a:rPr lang="en-US" altLang="ja-JP" sz="2400" dirty="0"/>
              <a:t>PVT</a:t>
            </a:r>
            <a:r>
              <a:rPr lang="ja-JP" altLang="en-US" sz="2400" dirty="0"/>
              <a:t>エンジンは</a:t>
            </a:r>
            <a:r>
              <a:rPr lang="en-US" altLang="ja-JP" sz="2400" dirty="0"/>
              <a:t>RISC-V</a:t>
            </a:r>
            <a:r>
              <a:rPr lang="ja-JP" altLang="en-US" sz="2400" dirty="0"/>
              <a:t>にソフトウェアとして実装</a:t>
            </a:r>
            <a:endParaRPr lang="en-US" altLang="ja-JP" sz="2400" dirty="0"/>
          </a:p>
          <a:p>
            <a:pPr marL="285750" indent="-285750">
              <a:spcAft>
                <a:spcPts val="600"/>
              </a:spcAft>
              <a:buFont typeface="Arial" panose="020B0604020202020204" pitchFamily="34" charset="0"/>
              <a:buChar char="•"/>
            </a:pPr>
            <a:r>
              <a:rPr lang="ja-JP" altLang="en-US" sz="2400" dirty="0"/>
              <a:t>将来に向けて</a:t>
            </a:r>
            <a:r>
              <a:rPr lang="en-US" altLang="ja-JP" sz="2400" dirty="0"/>
              <a:t>RF</a:t>
            </a:r>
            <a:r>
              <a:rPr lang="ja-JP" altLang="en-US" sz="2400" dirty="0"/>
              <a:t>フロントエンド用の</a:t>
            </a:r>
            <a:r>
              <a:rPr lang="en-US" altLang="ja-JP" sz="2400" dirty="0"/>
              <a:t>TEG</a:t>
            </a:r>
            <a:endParaRPr lang="ja-JP" altLang="en-US" sz="2400" dirty="0"/>
          </a:p>
        </p:txBody>
      </p:sp>
      <p:sp>
        <p:nvSpPr>
          <p:cNvPr id="12" name="矢印: 左 11">
            <a:extLst>
              <a:ext uri="{FF2B5EF4-FFF2-40B4-BE49-F238E27FC236}">
                <a16:creationId xmlns:a16="http://schemas.microsoft.com/office/drawing/2014/main" id="{E5E873C9-2ABE-7AE6-03AC-9D16DF461CBA}"/>
              </a:ext>
            </a:extLst>
          </p:cNvPr>
          <p:cNvSpPr/>
          <p:nvPr/>
        </p:nvSpPr>
        <p:spPr>
          <a:xfrm>
            <a:off x="4040787" y="5525203"/>
            <a:ext cx="477196" cy="484632"/>
          </a:xfrm>
          <a:prstGeom prst="lef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E171AE42-018A-AC3A-F83F-4FE84BA9A1C3}"/>
              </a:ext>
            </a:extLst>
          </p:cNvPr>
          <p:cNvSpPr txBox="1"/>
          <p:nvPr/>
        </p:nvSpPr>
        <p:spPr>
          <a:xfrm>
            <a:off x="4567252" y="5582853"/>
            <a:ext cx="2069797" cy="369332"/>
          </a:xfrm>
          <a:prstGeom prst="rect">
            <a:avLst/>
          </a:prstGeom>
          <a:noFill/>
        </p:spPr>
        <p:txBody>
          <a:bodyPr wrap="none" rtlCol="0">
            <a:spAutoFit/>
          </a:bodyPr>
          <a:lstStyle/>
          <a:p>
            <a:r>
              <a:rPr kumimoji="1" lang="en-US" altLang="ja-JP" dirty="0"/>
              <a:t>RISC-V</a:t>
            </a:r>
            <a:r>
              <a:rPr kumimoji="1" lang="ja-JP" altLang="en-US" dirty="0"/>
              <a:t> </a:t>
            </a:r>
            <a:r>
              <a:rPr kumimoji="1" lang="en-US" altLang="ja-JP" dirty="0"/>
              <a:t>Processor</a:t>
            </a:r>
            <a:endParaRPr kumimoji="1" lang="ja-JP" altLang="en-US" dirty="0"/>
          </a:p>
        </p:txBody>
      </p:sp>
    </p:spTree>
    <p:extLst>
      <p:ext uri="{BB962C8B-B14F-4D97-AF65-F5344CB8AC3E}">
        <p14:creationId xmlns:p14="http://schemas.microsoft.com/office/powerpoint/2010/main" val="4142410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A9C93329-DD3B-DC84-8311-068F05DF340E}"/>
              </a:ext>
            </a:extLst>
          </p:cNvPr>
          <p:cNvSpPr>
            <a:spLocks noGrp="1"/>
          </p:cNvSpPr>
          <p:nvPr>
            <p:ph type="title"/>
          </p:nvPr>
        </p:nvSpPr>
        <p:spPr/>
        <p:txBody>
          <a:bodyPr/>
          <a:lstStyle/>
          <a:p>
            <a:r>
              <a:rPr lang="ja-JP" altLang="en-US"/>
              <a:t>性能目標</a:t>
            </a:r>
          </a:p>
        </p:txBody>
      </p:sp>
      <p:sp>
        <p:nvSpPr>
          <p:cNvPr id="9" name="コンテンツ プレースホルダー 8">
            <a:extLst>
              <a:ext uri="{FF2B5EF4-FFF2-40B4-BE49-F238E27FC236}">
                <a16:creationId xmlns:a16="http://schemas.microsoft.com/office/drawing/2014/main" id="{9CD9ED36-55E2-5BA4-3DA8-CBBAB48ABE9A}"/>
              </a:ext>
            </a:extLst>
          </p:cNvPr>
          <p:cNvSpPr>
            <a:spLocks noGrp="1"/>
          </p:cNvSpPr>
          <p:nvPr>
            <p:ph idx="1"/>
          </p:nvPr>
        </p:nvSpPr>
        <p:spPr>
          <a:xfrm>
            <a:off x="731520" y="2221992"/>
            <a:ext cx="8284464" cy="3986784"/>
          </a:xfrm>
        </p:spPr>
        <p:txBody>
          <a:bodyPr/>
          <a:lstStyle/>
          <a:p>
            <a:pPr>
              <a:spcAft>
                <a:spcPts val="600"/>
              </a:spcAft>
            </a:pPr>
            <a:r>
              <a:rPr lang="ja-JP" altLang="en-US"/>
              <a:t>同時衛星追尾数</a:t>
            </a:r>
            <a:r>
              <a:rPr lang="en-US" altLang="ja-JP" dirty="0"/>
              <a:t>8</a:t>
            </a:r>
            <a:r>
              <a:rPr lang="ja-JP" altLang="en-US"/>
              <a:t>以上</a:t>
            </a:r>
            <a:endParaRPr lang="en-US" altLang="ja-JP" dirty="0"/>
          </a:p>
          <a:p>
            <a:pPr lvl="1">
              <a:spcBef>
                <a:spcPts val="0"/>
              </a:spcBef>
              <a:spcAft>
                <a:spcPts val="600"/>
              </a:spcAft>
            </a:pPr>
            <a:r>
              <a:rPr lang="ja-JP" altLang="en-US"/>
              <a:t>多くの相関器を搭載して最適な衛星を選択</a:t>
            </a:r>
            <a:endParaRPr lang="en-US" altLang="ja-JP" dirty="0"/>
          </a:p>
          <a:p>
            <a:pPr>
              <a:spcAft>
                <a:spcPts val="600"/>
              </a:spcAft>
            </a:pPr>
            <a:r>
              <a:rPr lang="ja-JP" altLang="en-US"/>
              <a:t>測位レート</a:t>
            </a:r>
            <a:r>
              <a:rPr lang="en-US" altLang="ja-JP" dirty="0"/>
              <a:t>10Hz</a:t>
            </a:r>
            <a:r>
              <a:rPr lang="ja-JP" altLang="en-US"/>
              <a:t>以上</a:t>
            </a:r>
            <a:endParaRPr lang="en-US" altLang="ja-JP" dirty="0"/>
          </a:p>
          <a:p>
            <a:pPr lvl="1">
              <a:spcBef>
                <a:spcPts val="0"/>
              </a:spcBef>
              <a:spcAft>
                <a:spcPts val="600"/>
              </a:spcAft>
            </a:pPr>
            <a:r>
              <a:rPr lang="ja-JP" altLang="en-US"/>
              <a:t>ロケットは</a:t>
            </a:r>
            <a:r>
              <a:rPr lang="en-US" altLang="ja-JP" dirty="0"/>
              <a:t>100m/s</a:t>
            </a:r>
            <a:r>
              <a:rPr lang="ja-JP" altLang="en-US"/>
              <a:t>以上の速度で上昇するため高頻度での経路情報提供を実現</a:t>
            </a:r>
            <a:endParaRPr lang="en-US" altLang="ja-JP" dirty="0"/>
          </a:p>
          <a:p>
            <a:pPr>
              <a:spcAft>
                <a:spcPts val="600"/>
              </a:spcAft>
            </a:pPr>
            <a:r>
              <a:rPr lang="ja-JP" altLang="en-US"/>
              <a:t>測位確度</a:t>
            </a:r>
            <a:r>
              <a:rPr lang="en-US" altLang="ja-JP" dirty="0"/>
              <a:t>10m</a:t>
            </a:r>
            <a:r>
              <a:rPr lang="ja-JP" altLang="en-US"/>
              <a:t>未満</a:t>
            </a:r>
            <a:endParaRPr lang="en-US" altLang="ja-JP" dirty="0"/>
          </a:p>
          <a:p>
            <a:pPr lvl="1">
              <a:spcAft>
                <a:spcPts val="600"/>
              </a:spcAft>
            </a:pPr>
            <a:r>
              <a:rPr lang="en-US" altLang="ja-JP" dirty="0"/>
              <a:t>GPS</a:t>
            </a:r>
            <a:r>
              <a:rPr lang="ja-JP" altLang="en-US"/>
              <a:t>単独測位での典型値達成を目指す</a:t>
            </a:r>
            <a:endParaRPr lang="en-US" altLang="ja-JP" dirty="0"/>
          </a:p>
        </p:txBody>
      </p:sp>
      <p:sp>
        <p:nvSpPr>
          <p:cNvPr id="10" name="テキスト プレースホルダー 9">
            <a:extLst>
              <a:ext uri="{FF2B5EF4-FFF2-40B4-BE49-F238E27FC236}">
                <a16:creationId xmlns:a16="http://schemas.microsoft.com/office/drawing/2014/main" id="{13AA679B-ECA3-557B-10AC-14089F5F266E}"/>
              </a:ext>
            </a:extLst>
          </p:cNvPr>
          <p:cNvSpPr>
            <a:spLocks noGrp="1"/>
          </p:cNvSpPr>
          <p:nvPr>
            <p:ph type="body" sz="quarter" idx="13"/>
          </p:nvPr>
        </p:nvSpPr>
        <p:spPr>
          <a:solidFill>
            <a:schemeClr val="accent3">
              <a:lumMod val="75000"/>
            </a:schemeClr>
          </a:solidFill>
        </p:spPr>
        <p:txBody>
          <a:bodyPr/>
          <a:lstStyle/>
          <a:p>
            <a:endParaRPr lang="ja-JP" altLang="en-US"/>
          </a:p>
        </p:txBody>
      </p:sp>
      <p:sp>
        <p:nvSpPr>
          <p:cNvPr id="4" name="スライド番号プレースホルダー 3">
            <a:extLst>
              <a:ext uri="{FF2B5EF4-FFF2-40B4-BE49-F238E27FC236}">
                <a16:creationId xmlns:a16="http://schemas.microsoft.com/office/drawing/2014/main" id="{2DAEC65A-11A5-AFCE-EE0B-51C99DB10FDE}"/>
              </a:ext>
            </a:extLst>
          </p:cNvPr>
          <p:cNvSpPr>
            <a:spLocks noGrp="1"/>
          </p:cNvSpPr>
          <p:nvPr>
            <p:ph type="sldNum" sz="quarter" idx="15"/>
          </p:nvPr>
        </p:nvSpPr>
        <p:spPr/>
        <p:txBody>
          <a:bodyPr/>
          <a:lstStyle/>
          <a:p>
            <a:fld id="{CC43B8D3-9A08-F84C-9DD4-44948BA52D4B}" type="slidenum">
              <a:rPr lang="en-US" altLang="ja-JP" smtClean="0"/>
              <a:pPr/>
              <a:t>17</a:t>
            </a:fld>
            <a:endParaRPr lang="ja-JP" altLang="en-US" b="1"/>
          </a:p>
        </p:txBody>
      </p:sp>
    </p:spTree>
    <p:extLst>
      <p:ext uri="{BB962C8B-B14F-4D97-AF65-F5344CB8AC3E}">
        <p14:creationId xmlns:p14="http://schemas.microsoft.com/office/powerpoint/2010/main" val="1204111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87264F79-95B4-7ADF-2A8F-BEF6FEFDACEE}"/>
              </a:ext>
            </a:extLst>
          </p:cNvPr>
          <p:cNvSpPr>
            <a:spLocks noGrp="1"/>
          </p:cNvSpPr>
          <p:nvPr>
            <p:ph type="title"/>
          </p:nvPr>
        </p:nvSpPr>
        <p:spPr/>
        <p:txBody>
          <a:bodyPr rtlCol="0"/>
          <a:lstStyle/>
          <a:p>
            <a:pPr rtl="0"/>
            <a:r>
              <a:rPr lang="ja-JP" altLang="en-US" b="1" dirty="0"/>
              <a:t>スケジュール</a:t>
            </a:r>
          </a:p>
        </p:txBody>
      </p:sp>
      <p:sp>
        <p:nvSpPr>
          <p:cNvPr id="45" name="テキスト プレースホルダー 44">
            <a:extLst>
              <a:ext uri="{FF2B5EF4-FFF2-40B4-BE49-F238E27FC236}">
                <a16:creationId xmlns:a16="http://schemas.microsoft.com/office/drawing/2014/main" id="{69F5F0D3-B131-4CB7-0B2A-26B4F86A2B02}"/>
              </a:ext>
            </a:extLst>
          </p:cNvPr>
          <p:cNvSpPr>
            <a:spLocks noGrp="1"/>
          </p:cNvSpPr>
          <p:nvPr>
            <p:ph type="body" sz="quarter" idx="13"/>
          </p:nvPr>
        </p:nvSpPr>
        <p:spPr>
          <a:solidFill>
            <a:schemeClr val="accent3">
              <a:lumMod val="75000"/>
            </a:schemeClr>
          </a:solidFill>
        </p:spPr>
        <p:txBody>
          <a:bodyPr rtlCol="0"/>
          <a:lstStyle/>
          <a:p>
            <a:pPr rtl="0"/>
            <a:endParaRPr lang="ja-JP" altLang="en-US" b="1" dirty="0"/>
          </a:p>
        </p:txBody>
      </p:sp>
      <p:sp>
        <p:nvSpPr>
          <p:cNvPr id="42" name="スライド番号プレースホルダー 41">
            <a:extLst>
              <a:ext uri="{FF2B5EF4-FFF2-40B4-BE49-F238E27FC236}">
                <a16:creationId xmlns:a16="http://schemas.microsoft.com/office/drawing/2014/main" id="{019C8FDA-6404-F188-D702-F6E466BD3C80}"/>
              </a:ext>
            </a:extLst>
          </p:cNvPr>
          <p:cNvSpPr>
            <a:spLocks noGrp="1"/>
          </p:cNvSpPr>
          <p:nvPr>
            <p:ph type="sldNum" sz="quarter" idx="28"/>
          </p:nvPr>
        </p:nvSpPr>
        <p:spPr/>
        <p:txBody>
          <a:bodyPr rtlCol="0"/>
          <a:lstStyle/>
          <a:p>
            <a:pPr rtl="0"/>
            <a:r>
              <a:rPr lang="en-US" altLang="ja-JP" b="1"/>
              <a:t>11</a:t>
            </a:r>
          </a:p>
        </p:txBody>
      </p:sp>
      <p:sp>
        <p:nvSpPr>
          <p:cNvPr id="46" name="テキスト プレースホルダー 45">
            <a:extLst>
              <a:ext uri="{FF2B5EF4-FFF2-40B4-BE49-F238E27FC236}">
                <a16:creationId xmlns:a16="http://schemas.microsoft.com/office/drawing/2014/main" id="{75FAFF48-ECD7-B806-073D-92FF0C921A04}"/>
              </a:ext>
              <a:ext uri="{C183D7F6-B498-43B3-948B-1728B52AA6E4}">
                <adec:decorative xmlns:adec="http://schemas.microsoft.com/office/drawing/2017/decorative" val="1"/>
              </a:ext>
            </a:extLst>
          </p:cNvPr>
          <p:cNvSpPr>
            <a:spLocks noGrp="1"/>
          </p:cNvSpPr>
          <p:nvPr>
            <p:ph type="body" sz="quarter" idx="23"/>
          </p:nvPr>
        </p:nvSpPr>
        <p:spPr>
          <a:xfrm>
            <a:off x="1655064" y="1835591"/>
            <a:ext cx="1801368" cy="502920"/>
          </a:xfrm>
        </p:spPr>
        <p:txBody>
          <a:bodyPr rtlCol="0"/>
          <a:lstStyle/>
          <a:p>
            <a:pPr rtl="0"/>
            <a:endParaRPr lang="ja-JP" altLang="en-US" b="1"/>
          </a:p>
        </p:txBody>
      </p:sp>
      <p:sp>
        <p:nvSpPr>
          <p:cNvPr id="47" name="テキスト プレースホルダー 46">
            <a:extLst>
              <a:ext uri="{FF2B5EF4-FFF2-40B4-BE49-F238E27FC236}">
                <a16:creationId xmlns:a16="http://schemas.microsoft.com/office/drawing/2014/main" id="{3F91A9F2-2D44-0F31-0AD2-6603CE85725B}"/>
              </a:ext>
              <a:ext uri="{C183D7F6-B498-43B3-948B-1728B52AA6E4}">
                <adec:decorative xmlns:adec="http://schemas.microsoft.com/office/drawing/2017/decorative" val="1"/>
              </a:ext>
            </a:extLst>
          </p:cNvPr>
          <p:cNvSpPr>
            <a:spLocks noGrp="1"/>
          </p:cNvSpPr>
          <p:nvPr>
            <p:ph type="body" sz="quarter" idx="24"/>
          </p:nvPr>
        </p:nvSpPr>
        <p:spPr>
          <a:xfrm>
            <a:off x="3995928" y="1835591"/>
            <a:ext cx="1801368" cy="502920"/>
          </a:xfrm>
        </p:spPr>
        <p:txBody>
          <a:bodyPr rtlCol="0"/>
          <a:lstStyle/>
          <a:p>
            <a:pPr rtl="0"/>
            <a:endParaRPr lang="ja-JP" altLang="en-US" b="1"/>
          </a:p>
        </p:txBody>
      </p:sp>
      <p:sp>
        <p:nvSpPr>
          <p:cNvPr id="48" name="テキスト プレースホルダー 47">
            <a:extLst>
              <a:ext uri="{FF2B5EF4-FFF2-40B4-BE49-F238E27FC236}">
                <a16:creationId xmlns:a16="http://schemas.microsoft.com/office/drawing/2014/main" id="{A3E1C905-1F78-C80C-C9A7-A645D9B8A89D}"/>
              </a:ext>
              <a:ext uri="{C183D7F6-B498-43B3-948B-1728B52AA6E4}">
                <adec:decorative xmlns:adec="http://schemas.microsoft.com/office/drawing/2017/decorative" val="1"/>
              </a:ext>
            </a:extLst>
          </p:cNvPr>
          <p:cNvSpPr>
            <a:spLocks noGrp="1"/>
          </p:cNvSpPr>
          <p:nvPr>
            <p:ph type="body" sz="quarter" idx="25"/>
          </p:nvPr>
        </p:nvSpPr>
        <p:spPr>
          <a:xfrm>
            <a:off x="6345936" y="1835591"/>
            <a:ext cx="1801368" cy="502920"/>
          </a:xfrm>
        </p:spPr>
        <p:txBody>
          <a:bodyPr rtlCol="0"/>
          <a:lstStyle/>
          <a:p>
            <a:pPr rtl="0"/>
            <a:endParaRPr lang="ja-JP" altLang="en-US" b="1"/>
          </a:p>
        </p:txBody>
      </p:sp>
      <p:sp>
        <p:nvSpPr>
          <p:cNvPr id="49" name="テキスト プレースホルダー 48">
            <a:extLst>
              <a:ext uri="{FF2B5EF4-FFF2-40B4-BE49-F238E27FC236}">
                <a16:creationId xmlns:a16="http://schemas.microsoft.com/office/drawing/2014/main" id="{8CA99796-00AA-C484-557A-B978DA4DDDCC}"/>
              </a:ext>
              <a:ext uri="{C183D7F6-B498-43B3-948B-1728B52AA6E4}">
                <adec:decorative xmlns:adec="http://schemas.microsoft.com/office/drawing/2017/decorative" val="1"/>
              </a:ext>
            </a:extLst>
          </p:cNvPr>
          <p:cNvSpPr>
            <a:spLocks noGrp="1"/>
          </p:cNvSpPr>
          <p:nvPr>
            <p:ph type="body" sz="quarter" idx="26"/>
          </p:nvPr>
        </p:nvSpPr>
        <p:spPr>
          <a:xfrm>
            <a:off x="8695944" y="1835591"/>
            <a:ext cx="1987296" cy="502920"/>
          </a:xfrm>
        </p:spPr>
        <p:txBody>
          <a:bodyPr rtlCol="0"/>
          <a:lstStyle/>
          <a:p>
            <a:pPr rtl="0"/>
            <a:endParaRPr lang="ja-JP" altLang="en-US" b="1"/>
          </a:p>
        </p:txBody>
      </p:sp>
      <p:sp>
        <p:nvSpPr>
          <p:cNvPr id="8" name="テキスト プレースホルダー 7">
            <a:extLst>
              <a:ext uri="{FF2B5EF4-FFF2-40B4-BE49-F238E27FC236}">
                <a16:creationId xmlns:a16="http://schemas.microsoft.com/office/drawing/2014/main" id="{E080D02F-F3D4-FF0B-2D0E-64F8B50DCAA6}"/>
              </a:ext>
            </a:extLst>
          </p:cNvPr>
          <p:cNvSpPr>
            <a:spLocks noGrp="1"/>
          </p:cNvSpPr>
          <p:nvPr>
            <p:ph type="body" sz="quarter" idx="15"/>
          </p:nvPr>
        </p:nvSpPr>
        <p:spPr>
          <a:xfrm>
            <a:off x="722376" y="1616135"/>
            <a:ext cx="1014984" cy="1014984"/>
          </a:xfrm>
        </p:spPr>
        <p:txBody>
          <a:bodyPr rtlCol="0"/>
          <a:lstStyle/>
          <a:p>
            <a:pPr rtl="0"/>
            <a:r>
              <a:rPr lang="en-US" altLang="ja-JP" b="1" dirty="0"/>
              <a:t>7 </a:t>
            </a:r>
            <a:r>
              <a:rPr lang="ja-JP" altLang="en-US" b="1" dirty="0"/>
              <a:t>月</a:t>
            </a:r>
          </a:p>
        </p:txBody>
      </p:sp>
      <p:sp>
        <p:nvSpPr>
          <p:cNvPr id="9" name="テキスト プレースホルダー 8">
            <a:extLst>
              <a:ext uri="{FF2B5EF4-FFF2-40B4-BE49-F238E27FC236}">
                <a16:creationId xmlns:a16="http://schemas.microsoft.com/office/drawing/2014/main" id="{345C6D13-CF93-C1B2-1F70-67C4F6E71841}"/>
              </a:ext>
            </a:extLst>
          </p:cNvPr>
          <p:cNvSpPr>
            <a:spLocks noGrp="1"/>
          </p:cNvSpPr>
          <p:nvPr>
            <p:ph type="body" sz="quarter" idx="16"/>
          </p:nvPr>
        </p:nvSpPr>
        <p:spPr>
          <a:xfrm>
            <a:off x="3163824" y="1616135"/>
            <a:ext cx="1014984" cy="1014984"/>
          </a:xfrm>
        </p:spPr>
        <p:txBody>
          <a:bodyPr rtlCol="0"/>
          <a:lstStyle/>
          <a:p>
            <a:pPr rtl="0"/>
            <a:r>
              <a:rPr lang="en-US" altLang="ja-JP" b="1" dirty="0"/>
              <a:t>8 </a:t>
            </a:r>
            <a:r>
              <a:rPr lang="ja-JP" altLang="en-US" b="1" dirty="0"/>
              <a:t>月</a:t>
            </a:r>
          </a:p>
        </p:txBody>
      </p:sp>
      <p:sp>
        <p:nvSpPr>
          <p:cNvPr id="10" name="テキスト プレースホルダー 9">
            <a:extLst>
              <a:ext uri="{FF2B5EF4-FFF2-40B4-BE49-F238E27FC236}">
                <a16:creationId xmlns:a16="http://schemas.microsoft.com/office/drawing/2014/main" id="{1C9A283B-9E49-B36A-FE51-8E72C9F394EB}"/>
              </a:ext>
            </a:extLst>
          </p:cNvPr>
          <p:cNvSpPr>
            <a:spLocks noGrp="1"/>
          </p:cNvSpPr>
          <p:nvPr>
            <p:ph type="body" sz="quarter" idx="17"/>
          </p:nvPr>
        </p:nvSpPr>
        <p:spPr>
          <a:xfrm>
            <a:off x="5596128" y="1616135"/>
            <a:ext cx="1014984" cy="1014984"/>
          </a:xfrm>
        </p:spPr>
        <p:txBody>
          <a:bodyPr rtlCol="0"/>
          <a:lstStyle/>
          <a:p>
            <a:pPr rtl="0"/>
            <a:r>
              <a:rPr lang="en-US" altLang="ja-JP" b="1" dirty="0"/>
              <a:t>9 </a:t>
            </a:r>
            <a:r>
              <a:rPr lang="ja-JP" altLang="en-US" b="1" dirty="0"/>
              <a:t>月</a:t>
            </a:r>
          </a:p>
        </p:txBody>
      </p:sp>
      <p:sp>
        <p:nvSpPr>
          <p:cNvPr id="11" name="テキスト プレースホルダー 10">
            <a:extLst>
              <a:ext uri="{FF2B5EF4-FFF2-40B4-BE49-F238E27FC236}">
                <a16:creationId xmlns:a16="http://schemas.microsoft.com/office/drawing/2014/main" id="{6450CD75-C694-C125-BD13-EF17DEB46B25}"/>
              </a:ext>
            </a:extLst>
          </p:cNvPr>
          <p:cNvSpPr>
            <a:spLocks noGrp="1"/>
          </p:cNvSpPr>
          <p:nvPr>
            <p:ph type="body" sz="quarter" idx="18"/>
          </p:nvPr>
        </p:nvSpPr>
        <p:spPr>
          <a:xfrm>
            <a:off x="8028432" y="1616135"/>
            <a:ext cx="1014984" cy="1014984"/>
          </a:xfrm>
        </p:spPr>
        <p:txBody>
          <a:bodyPr rtlCol="0"/>
          <a:lstStyle/>
          <a:p>
            <a:pPr rtl="0"/>
            <a:r>
              <a:rPr lang="en-US" altLang="ja-JP" b="1" dirty="0"/>
              <a:t>10</a:t>
            </a:r>
            <a:r>
              <a:rPr lang="ja-JP" altLang="en-US" b="1" dirty="0"/>
              <a:t>月</a:t>
            </a:r>
          </a:p>
        </p:txBody>
      </p:sp>
      <p:sp>
        <p:nvSpPr>
          <p:cNvPr id="12" name="テキスト プレースホルダー 11">
            <a:extLst>
              <a:ext uri="{FF2B5EF4-FFF2-40B4-BE49-F238E27FC236}">
                <a16:creationId xmlns:a16="http://schemas.microsoft.com/office/drawing/2014/main" id="{3F9092E2-3437-76F7-8811-79E2775979C6}"/>
              </a:ext>
            </a:extLst>
          </p:cNvPr>
          <p:cNvSpPr>
            <a:spLocks noGrp="1"/>
          </p:cNvSpPr>
          <p:nvPr>
            <p:ph type="body" sz="quarter" idx="19"/>
          </p:nvPr>
        </p:nvSpPr>
        <p:spPr>
          <a:xfrm>
            <a:off x="10460736" y="1616135"/>
            <a:ext cx="1014984" cy="1014984"/>
          </a:xfrm>
        </p:spPr>
        <p:txBody>
          <a:bodyPr rtlCol="0"/>
          <a:lstStyle/>
          <a:p>
            <a:pPr rtl="0"/>
            <a:r>
              <a:rPr lang="en-US" altLang="ja-JP" b="1" dirty="0"/>
              <a:t>11</a:t>
            </a:r>
            <a:r>
              <a:rPr lang="ja-JP" altLang="en-US" b="1" dirty="0"/>
              <a:t>月</a:t>
            </a:r>
            <a:endParaRPr lang="en-US" altLang="ja-JP" b="1" dirty="0"/>
          </a:p>
        </p:txBody>
      </p:sp>
      <p:sp>
        <p:nvSpPr>
          <p:cNvPr id="22" name="正方形/長方形 21">
            <a:extLst>
              <a:ext uri="{FF2B5EF4-FFF2-40B4-BE49-F238E27FC236}">
                <a16:creationId xmlns:a16="http://schemas.microsoft.com/office/drawing/2014/main" id="{0CD3CF3C-8644-F9CD-6757-2C2F1630CE82}"/>
              </a:ext>
            </a:extLst>
          </p:cNvPr>
          <p:cNvSpPr/>
          <p:nvPr/>
        </p:nvSpPr>
        <p:spPr>
          <a:xfrm>
            <a:off x="788345" y="2978044"/>
            <a:ext cx="3966535" cy="1971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BA6B81B-4C95-4530-955D-1EEDFE9B4534}"/>
              </a:ext>
            </a:extLst>
          </p:cNvPr>
          <p:cNvSpPr txBox="1"/>
          <p:nvPr/>
        </p:nvSpPr>
        <p:spPr>
          <a:xfrm>
            <a:off x="885575" y="2783996"/>
            <a:ext cx="3416320" cy="369332"/>
          </a:xfrm>
          <a:prstGeom prst="rect">
            <a:avLst/>
          </a:prstGeom>
          <a:noFill/>
        </p:spPr>
        <p:txBody>
          <a:bodyPr wrap="none" rtlCol="0">
            <a:spAutoFit/>
          </a:bodyPr>
          <a:lstStyle/>
          <a:p>
            <a:r>
              <a:rPr kumimoji="1" lang="ja-JP" altLang="en-US" dirty="0"/>
              <a:t>シミュレーションを用いた検証</a:t>
            </a:r>
          </a:p>
        </p:txBody>
      </p:sp>
      <p:sp>
        <p:nvSpPr>
          <p:cNvPr id="23" name="正方形/長方形 22">
            <a:extLst>
              <a:ext uri="{FF2B5EF4-FFF2-40B4-BE49-F238E27FC236}">
                <a16:creationId xmlns:a16="http://schemas.microsoft.com/office/drawing/2014/main" id="{82033657-2862-E507-4EDD-A8193863B52E}"/>
              </a:ext>
            </a:extLst>
          </p:cNvPr>
          <p:cNvSpPr/>
          <p:nvPr/>
        </p:nvSpPr>
        <p:spPr>
          <a:xfrm>
            <a:off x="4041081" y="4479943"/>
            <a:ext cx="4345999" cy="19712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911CF19C-0029-B6DA-67BB-41BB14344C28}"/>
              </a:ext>
            </a:extLst>
          </p:cNvPr>
          <p:cNvSpPr txBox="1"/>
          <p:nvPr/>
        </p:nvSpPr>
        <p:spPr>
          <a:xfrm>
            <a:off x="4178808" y="4273441"/>
            <a:ext cx="3416320" cy="369332"/>
          </a:xfrm>
          <a:prstGeom prst="rect">
            <a:avLst/>
          </a:prstGeom>
          <a:noFill/>
        </p:spPr>
        <p:txBody>
          <a:bodyPr wrap="none" rtlCol="0">
            <a:spAutoFit/>
          </a:bodyPr>
          <a:lstStyle/>
          <a:p>
            <a:r>
              <a:rPr kumimoji="1" lang="en-US" altLang="ja-JP" dirty="0"/>
              <a:t>FPGA</a:t>
            </a:r>
            <a:r>
              <a:rPr kumimoji="1" lang="ja-JP" altLang="en-US" dirty="0"/>
              <a:t>を用いた機能検証・実装</a:t>
            </a:r>
          </a:p>
        </p:txBody>
      </p:sp>
      <p:sp>
        <p:nvSpPr>
          <p:cNvPr id="25" name="正方形/長方形 24">
            <a:extLst>
              <a:ext uri="{FF2B5EF4-FFF2-40B4-BE49-F238E27FC236}">
                <a16:creationId xmlns:a16="http://schemas.microsoft.com/office/drawing/2014/main" id="{F16637F1-C61E-719D-9F0C-9E0A00FF4A78}"/>
              </a:ext>
            </a:extLst>
          </p:cNvPr>
          <p:cNvSpPr/>
          <p:nvPr/>
        </p:nvSpPr>
        <p:spPr>
          <a:xfrm>
            <a:off x="788345" y="4024995"/>
            <a:ext cx="3966535" cy="1971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640EA501-504C-B59F-F915-915DC4B9A0AA}"/>
              </a:ext>
            </a:extLst>
          </p:cNvPr>
          <p:cNvSpPr txBox="1"/>
          <p:nvPr/>
        </p:nvSpPr>
        <p:spPr>
          <a:xfrm>
            <a:off x="885575" y="3840329"/>
            <a:ext cx="2492990" cy="369332"/>
          </a:xfrm>
          <a:prstGeom prst="rect">
            <a:avLst/>
          </a:prstGeom>
          <a:noFill/>
        </p:spPr>
        <p:txBody>
          <a:bodyPr wrap="none" rtlCol="0">
            <a:spAutoFit/>
          </a:bodyPr>
          <a:lstStyle/>
          <a:p>
            <a:r>
              <a:rPr kumimoji="1" lang="ja-JP" altLang="en-US" dirty="0"/>
              <a:t>実機試験用の部材調達</a:t>
            </a:r>
          </a:p>
        </p:txBody>
      </p:sp>
      <p:sp>
        <p:nvSpPr>
          <p:cNvPr id="27" name="テキスト ボックス 26">
            <a:extLst>
              <a:ext uri="{FF2B5EF4-FFF2-40B4-BE49-F238E27FC236}">
                <a16:creationId xmlns:a16="http://schemas.microsoft.com/office/drawing/2014/main" id="{A0E5BDBD-F7B9-C67D-9667-1EE426F42041}"/>
              </a:ext>
            </a:extLst>
          </p:cNvPr>
          <p:cNvSpPr txBox="1"/>
          <p:nvPr/>
        </p:nvSpPr>
        <p:spPr>
          <a:xfrm>
            <a:off x="885575" y="3210178"/>
            <a:ext cx="4570482" cy="646331"/>
          </a:xfrm>
          <a:prstGeom prst="rect">
            <a:avLst/>
          </a:prstGeom>
          <a:noFill/>
        </p:spPr>
        <p:txBody>
          <a:bodyPr wrap="none" rtlCol="0">
            <a:spAutoFit/>
          </a:bodyPr>
          <a:lstStyle/>
          <a:p>
            <a:pPr marL="285750" indent="-285750">
              <a:buFont typeface="Arial" panose="020B0604020202020204" pitchFamily="34" charset="0"/>
              <a:buChar char="•"/>
            </a:pPr>
            <a:r>
              <a:rPr kumimoji="1" lang="ja-JP" altLang="en-US" dirty="0"/>
              <a:t>ベースバンドプロセッサ・</a:t>
            </a:r>
            <a:r>
              <a:rPr kumimoji="1" lang="en-US" altLang="ja-JP" dirty="0">
                <a:latin typeface="Cascadia Mono" panose="020B0609020000020004" pitchFamily="49" charset="0"/>
                <a:ea typeface="Cascadia Mono" panose="020B0609020000020004" pitchFamily="49" charset="0"/>
                <a:cs typeface="Cascadia Mono" panose="020B0609020000020004" pitchFamily="49" charset="0"/>
              </a:rPr>
              <a:t>PVT</a:t>
            </a:r>
            <a:r>
              <a:rPr kumimoji="1" lang="ja-JP" altLang="en-US" dirty="0"/>
              <a:t>エンジン</a:t>
            </a:r>
            <a:br>
              <a:rPr kumimoji="1" lang="en-US" altLang="ja-JP" dirty="0"/>
            </a:br>
            <a:r>
              <a:rPr kumimoji="1" lang="ja-JP" altLang="en-US" dirty="0"/>
              <a:t>の実装と検証</a:t>
            </a:r>
          </a:p>
        </p:txBody>
      </p:sp>
      <p:sp>
        <p:nvSpPr>
          <p:cNvPr id="28" name="テキスト ボックス 27">
            <a:extLst>
              <a:ext uri="{FF2B5EF4-FFF2-40B4-BE49-F238E27FC236}">
                <a16:creationId xmlns:a16="http://schemas.microsoft.com/office/drawing/2014/main" id="{B4FB5C55-64DE-4D84-A4F7-B6879EB0A2EF}"/>
              </a:ext>
            </a:extLst>
          </p:cNvPr>
          <p:cNvSpPr txBox="1"/>
          <p:nvPr/>
        </p:nvSpPr>
        <p:spPr>
          <a:xfrm>
            <a:off x="885575" y="4242777"/>
            <a:ext cx="2383986" cy="923330"/>
          </a:xfrm>
          <a:prstGeom prst="rect">
            <a:avLst/>
          </a:prstGeom>
          <a:noFill/>
        </p:spPr>
        <p:txBody>
          <a:bodyPr wrap="none" rtlCol="0">
            <a:spAutoFit/>
          </a:bodyPr>
          <a:lstStyle/>
          <a:p>
            <a:pPr marL="285750" indent="-285750">
              <a:buFont typeface="Arial" panose="020B0604020202020204" pitchFamily="34" charset="0"/>
              <a:buChar char="•"/>
            </a:pPr>
            <a:r>
              <a:rPr lang="ja-JP" altLang="en-US" dirty="0"/>
              <a:t>フロントエンド</a:t>
            </a:r>
            <a:r>
              <a:rPr lang="en-US" altLang="ja-JP" dirty="0">
                <a:latin typeface="Cascadia Mono" panose="020B0609020000020004" pitchFamily="49" charset="0"/>
                <a:ea typeface="Cascadia Mono" panose="020B0609020000020004" pitchFamily="49" charset="0"/>
                <a:cs typeface="Cascadia Mono" panose="020B0609020000020004" pitchFamily="49" charset="0"/>
              </a:rPr>
              <a:t>IC</a:t>
            </a:r>
          </a:p>
          <a:p>
            <a:pPr marL="285750" indent="-285750">
              <a:buFont typeface="Arial" panose="020B0604020202020204" pitchFamily="34" charset="0"/>
              <a:buChar char="•"/>
            </a:pPr>
            <a:r>
              <a:rPr lang="en-US" altLang="ja-JP" dirty="0">
                <a:latin typeface="Cascadia Mono" panose="020B0609020000020004" pitchFamily="49" charset="0"/>
                <a:ea typeface="Cascadia Mono" panose="020B0609020000020004" pitchFamily="49" charset="0"/>
                <a:cs typeface="Cascadia Mono" panose="020B0609020000020004" pitchFamily="49" charset="0"/>
              </a:rPr>
              <a:t>FPGA</a:t>
            </a:r>
            <a:r>
              <a:rPr lang="ja-JP" altLang="en-US" dirty="0"/>
              <a:t>ボード</a:t>
            </a:r>
            <a:endParaRPr lang="en-US" altLang="ja-JP" dirty="0"/>
          </a:p>
          <a:p>
            <a:pPr marL="285750" indent="-285750">
              <a:buFont typeface="Arial" panose="020B0604020202020204" pitchFamily="34" charset="0"/>
              <a:buChar char="•"/>
            </a:pPr>
            <a:r>
              <a:rPr lang="en-US" altLang="ja-JP" dirty="0">
                <a:latin typeface="Cascadia Mono" panose="020B0609020000020004" pitchFamily="49" charset="0"/>
                <a:ea typeface="Cascadia Mono" panose="020B0609020000020004" pitchFamily="49" charset="0"/>
                <a:cs typeface="Cascadia Mono" panose="020B0609020000020004" pitchFamily="49" charset="0"/>
              </a:rPr>
              <a:t>SDR</a:t>
            </a:r>
            <a:r>
              <a:rPr lang="ja-JP" altLang="en-US" dirty="0"/>
              <a:t>ハードウェア</a:t>
            </a:r>
          </a:p>
        </p:txBody>
      </p:sp>
      <p:sp>
        <p:nvSpPr>
          <p:cNvPr id="29" name="テキスト ボックス 28">
            <a:extLst>
              <a:ext uri="{FF2B5EF4-FFF2-40B4-BE49-F238E27FC236}">
                <a16:creationId xmlns:a16="http://schemas.microsoft.com/office/drawing/2014/main" id="{7AEF7C4F-E01B-55E8-307D-9521102B0C18}"/>
              </a:ext>
            </a:extLst>
          </p:cNvPr>
          <p:cNvSpPr txBox="1"/>
          <p:nvPr/>
        </p:nvSpPr>
        <p:spPr>
          <a:xfrm>
            <a:off x="4158262" y="4703357"/>
            <a:ext cx="3999813" cy="646331"/>
          </a:xfrm>
          <a:prstGeom prst="rect">
            <a:avLst/>
          </a:prstGeom>
          <a:noFill/>
        </p:spPr>
        <p:txBody>
          <a:bodyPr wrap="none" rtlCol="0">
            <a:spAutoFit/>
          </a:bodyPr>
          <a:lstStyle/>
          <a:p>
            <a:pPr marL="285750" indent="-285750">
              <a:buFont typeface="Arial" panose="020B0604020202020204" pitchFamily="34" charset="0"/>
              <a:buChar char="•"/>
            </a:pPr>
            <a:r>
              <a:rPr lang="ja-JP" altLang="en-US" dirty="0"/>
              <a:t>フロントエンド</a:t>
            </a:r>
            <a:r>
              <a:rPr lang="en-US" altLang="ja-JP" dirty="0"/>
              <a:t>IC</a:t>
            </a:r>
            <a:r>
              <a:rPr lang="ja-JP" altLang="en-US" dirty="0"/>
              <a:t>の制御回路</a:t>
            </a:r>
            <a:endParaRPr lang="en-US" altLang="ja-JP" dirty="0"/>
          </a:p>
          <a:p>
            <a:pPr marL="285750" indent="-285750">
              <a:buFont typeface="Arial" panose="020B0604020202020204" pitchFamily="34" charset="0"/>
              <a:buChar char="•"/>
            </a:pPr>
            <a:r>
              <a:rPr lang="en-US" altLang="ja-JP" dirty="0"/>
              <a:t>SDR</a:t>
            </a:r>
            <a:r>
              <a:rPr lang="ja-JP" altLang="en-US" dirty="0"/>
              <a:t>による試験信号を用いた検証</a:t>
            </a:r>
            <a:endParaRPr lang="en-US" altLang="ja-JP" dirty="0"/>
          </a:p>
        </p:txBody>
      </p:sp>
      <p:sp>
        <p:nvSpPr>
          <p:cNvPr id="32" name="テキスト ボックス 31">
            <a:extLst>
              <a:ext uri="{FF2B5EF4-FFF2-40B4-BE49-F238E27FC236}">
                <a16:creationId xmlns:a16="http://schemas.microsoft.com/office/drawing/2014/main" id="{83E215F9-46F9-F4B2-06D1-1E676B235DDC}"/>
              </a:ext>
            </a:extLst>
          </p:cNvPr>
          <p:cNvSpPr txBox="1"/>
          <p:nvPr/>
        </p:nvSpPr>
        <p:spPr>
          <a:xfrm>
            <a:off x="10210719" y="2989781"/>
            <a:ext cx="1544480" cy="732848"/>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wrap="none" lIns="180000" tIns="180000" rIns="180000" bIns="180000" rtlCol="0">
            <a:spAutoFit/>
          </a:bodyPr>
          <a:lstStyle/>
          <a:p>
            <a:pPr algn="ctr"/>
            <a:r>
              <a:rPr kumimoji="1" lang="en-US" altLang="ja-JP" sz="2400" dirty="0" err="1">
                <a:solidFill>
                  <a:schemeClr val="bg1"/>
                </a:solidFill>
              </a:rPr>
              <a:t>Tapeout</a:t>
            </a:r>
            <a:r>
              <a:rPr kumimoji="1" lang="en-US" altLang="ja-JP" sz="2400" dirty="0">
                <a:solidFill>
                  <a:schemeClr val="bg1"/>
                </a:solidFill>
              </a:rPr>
              <a:t>!</a:t>
            </a:r>
            <a:endParaRPr kumimoji="1" lang="ja-JP" altLang="en-US" sz="2400" dirty="0">
              <a:solidFill>
                <a:schemeClr val="bg1"/>
              </a:solidFill>
            </a:endParaRPr>
          </a:p>
        </p:txBody>
      </p:sp>
      <p:sp>
        <p:nvSpPr>
          <p:cNvPr id="33" name="正方形/長方形 32">
            <a:extLst>
              <a:ext uri="{FF2B5EF4-FFF2-40B4-BE49-F238E27FC236}">
                <a16:creationId xmlns:a16="http://schemas.microsoft.com/office/drawing/2014/main" id="{963BCB10-3D06-957C-C220-445AABBB2F6D}"/>
              </a:ext>
            </a:extLst>
          </p:cNvPr>
          <p:cNvSpPr/>
          <p:nvPr/>
        </p:nvSpPr>
        <p:spPr>
          <a:xfrm>
            <a:off x="7875993" y="5496036"/>
            <a:ext cx="3106967" cy="19712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A43D0C64-5BDC-4798-81C6-B0FD29BC13E4}"/>
              </a:ext>
            </a:extLst>
          </p:cNvPr>
          <p:cNvSpPr txBox="1"/>
          <p:nvPr/>
        </p:nvSpPr>
        <p:spPr>
          <a:xfrm>
            <a:off x="8013719" y="5289534"/>
            <a:ext cx="1800493" cy="369332"/>
          </a:xfrm>
          <a:prstGeom prst="rect">
            <a:avLst/>
          </a:prstGeom>
          <a:noFill/>
        </p:spPr>
        <p:txBody>
          <a:bodyPr wrap="none" rtlCol="0">
            <a:spAutoFit/>
          </a:bodyPr>
          <a:lstStyle/>
          <a:p>
            <a:r>
              <a:rPr kumimoji="1" lang="ja-JP" altLang="en-US" dirty="0"/>
              <a:t>製造データ生成</a:t>
            </a:r>
          </a:p>
        </p:txBody>
      </p:sp>
      <p:sp>
        <p:nvSpPr>
          <p:cNvPr id="35" name="テキスト ボックス 34">
            <a:extLst>
              <a:ext uri="{FF2B5EF4-FFF2-40B4-BE49-F238E27FC236}">
                <a16:creationId xmlns:a16="http://schemas.microsoft.com/office/drawing/2014/main" id="{7200547E-4D77-7AC9-1E46-B50873D4F394}"/>
              </a:ext>
            </a:extLst>
          </p:cNvPr>
          <p:cNvSpPr txBox="1"/>
          <p:nvPr/>
        </p:nvSpPr>
        <p:spPr>
          <a:xfrm>
            <a:off x="8192187" y="5753084"/>
            <a:ext cx="4042004" cy="646331"/>
          </a:xfrm>
          <a:prstGeom prst="rect">
            <a:avLst/>
          </a:prstGeom>
          <a:noFill/>
        </p:spPr>
        <p:txBody>
          <a:bodyPr wrap="none" rtlCol="0">
            <a:spAutoFit/>
          </a:bodyPr>
          <a:lstStyle/>
          <a:p>
            <a:pPr marL="285750" indent="-285750">
              <a:buFont typeface="Arial" panose="020B0604020202020204" pitchFamily="34" charset="0"/>
              <a:buChar char="•"/>
            </a:pPr>
            <a:r>
              <a:rPr lang="en-US" altLang="ja-JP" dirty="0" err="1">
                <a:latin typeface="Cascadia Mono" panose="020B0609020000020004" pitchFamily="49" charset="0"/>
                <a:ea typeface="Cascadia Mono" panose="020B0609020000020004" pitchFamily="49" charset="0"/>
                <a:cs typeface="Cascadia Mono" panose="020B0609020000020004" pitchFamily="49" charset="0"/>
              </a:rPr>
              <a:t>LibreLane</a:t>
            </a:r>
            <a:r>
              <a:rPr lang="ja-JP" altLang="en-US" dirty="0"/>
              <a:t>を用いたデジタル設計</a:t>
            </a:r>
            <a:endParaRPr lang="en-US" altLang="ja-JP" dirty="0"/>
          </a:p>
          <a:p>
            <a:pPr marL="285750" indent="-285750">
              <a:buFont typeface="Arial" panose="020B0604020202020204" pitchFamily="34" charset="0"/>
              <a:buChar char="•"/>
            </a:pPr>
            <a:r>
              <a:rPr lang="ja-JP" altLang="en-US" dirty="0"/>
              <a:t>将来に向けたフロンエンドの</a:t>
            </a:r>
            <a:r>
              <a:rPr lang="en-US" altLang="ja-JP" dirty="0">
                <a:latin typeface="Cascadia Mono" panose="020B0609020000020004" pitchFamily="49" charset="0"/>
                <a:ea typeface="Cascadia Mono" panose="020B0609020000020004" pitchFamily="49" charset="0"/>
                <a:cs typeface="Cascadia Mono" panose="020B0609020000020004" pitchFamily="49" charset="0"/>
              </a:rPr>
              <a:t>TEG</a:t>
            </a:r>
          </a:p>
        </p:txBody>
      </p:sp>
    </p:spTree>
    <p:extLst>
      <p:ext uri="{BB962C8B-B14F-4D97-AF65-F5344CB8AC3E}">
        <p14:creationId xmlns:p14="http://schemas.microsoft.com/office/powerpoint/2010/main" val="1030146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945C2F8-2E24-F46B-AC7B-3070B381497A}"/>
              </a:ext>
            </a:extLst>
          </p:cNvPr>
          <p:cNvSpPr>
            <a:spLocks noGrp="1"/>
          </p:cNvSpPr>
          <p:nvPr>
            <p:ph type="title"/>
          </p:nvPr>
        </p:nvSpPr>
        <p:spPr>
          <a:xfrm>
            <a:off x="5985583" y="2214823"/>
            <a:ext cx="4335464" cy="1975104"/>
          </a:xfrm>
        </p:spPr>
        <p:txBody>
          <a:bodyPr rtlCol="0"/>
          <a:lstStyle/>
          <a:p>
            <a:pPr rtl="0"/>
            <a:r>
              <a:rPr lang="ja-JP" altLang="en-US" b="1" dirty="0"/>
              <a:t>ありがとう</a:t>
            </a:r>
            <a:br>
              <a:rPr lang="en-US" altLang="ja-JP" b="1" dirty="0"/>
            </a:br>
            <a:r>
              <a:rPr lang="ja-JP" altLang="en-US" b="1" dirty="0"/>
              <a:t>ございました</a:t>
            </a:r>
          </a:p>
        </p:txBody>
      </p:sp>
      <p:sp>
        <p:nvSpPr>
          <p:cNvPr id="6" name="テキスト プレースホルダー 5">
            <a:extLst>
              <a:ext uri="{FF2B5EF4-FFF2-40B4-BE49-F238E27FC236}">
                <a16:creationId xmlns:a16="http://schemas.microsoft.com/office/drawing/2014/main" id="{7DA212DC-D3DD-DD6B-D644-0F7B9BA98E17}"/>
              </a:ext>
            </a:extLst>
          </p:cNvPr>
          <p:cNvSpPr>
            <a:spLocks noGrp="1"/>
          </p:cNvSpPr>
          <p:nvPr>
            <p:ph type="body" idx="1"/>
          </p:nvPr>
        </p:nvSpPr>
        <p:spPr>
          <a:xfrm>
            <a:off x="5996230" y="4278235"/>
            <a:ext cx="4665674" cy="1170432"/>
          </a:xfrm>
        </p:spPr>
        <p:txBody>
          <a:bodyPr rtlCol="0">
            <a:normAutofit/>
          </a:bodyPr>
          <a:lstStyle/>
          <a:p>
            <a:pPr rtl="0"/>
            <a:r>
              <a:rPr lang="en-US" altLang="ja-JP" b="1" dirty="0"/>
              <a:t>Masahiro Fukuoka, </a:t>
            </a:r>
            <a:r>
              <a:rPr lang="en-US" altLang="ja-JP" b="1" dirty="0" err="1"/>
              <a:t>Kazutoshi</a:t>
            </a:r>
            <a:r>
              <a:rPr lang="en-US" altLang="ja-JP" b="1" dirty="0"/>
              <a:t> Nishio</a:t>
            </a:r>
            <a:r>
              <a:rPr lang="ja-JP" altLang="en-US" b="1" dirty="0"/>
              <a:t>​</a:t>
            </a:r>
          </a:p>
        </p:txBody>
      </p:sp>
    </p:spTree>
    <p:extLst>
      <p:ext uri="{BB962C8B-B14F-4D97-AF65-F5344CB8AC3E}">
        <p14:creationId xmlns:p14="http://schemas.microsoft.com/office/powerpoint/2010/main" val="3161219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A6173C11-3496-F85A-BACE-A09561E9891B}"/>
              </a:ext>
            </a:extLst>
          </p:cNvPr>
          <p:cNvSpPr>
            <a:spLocks noGrp="1"/>
          </p:cNvSpPr>
          <p:nvPr>
            <p:ph type="body" sz="quarter" idx="13"/>
          </p:nvPr>
        </p:nvSpPr>
        <p:spPr/>
        <p:txBody>
          <a:bodyPr/>
          <a:lstStyle/>
          <a:p>
            <a:endParaRPr lang="ja-JP" altLang="en-US"/>
          </a:p>
        </p:txBody>
      </p:sp>
      <p:grpSp>
        <p:nvGrpSpPr>
          <p:cNvPr id="416" name="グループ化 415">
            <a:extLst>
              <a:ext uri="{FF2B5EF4-FFF2-40B4-BE49-F238E27FC236}">
                <a16:creationId xmlns:a16="http://schemas.microsoft.com/office/drawing/2014/main" id="{EEED3B69-061C-F104-6D48-C5581BF45002}"/>
              </a:ext>
            </a:extLst>
          </p:cNvPr>
          <p:cNvGrpSpPr/>
          <p:nvPr/>
        </p:nvGrpSpPr>
        <p:grpSpPr>
          <a:xfrm>
            <a:off x="498115" y="1638884"/>
            <a:ext cx="10698205" cy="4654992"/>
            <a:chOff x="498115" y="1638884"/>
            <a:chExt cx="10698205" cy="4654992"/>
          </a:xfrm>
        </p:grpSpPr>
        <p:sp>
          <p:nvSpPr>
            <p:cNvPr id="188" name="正方形/長方形 187">
              <a:extLst>
                <a:ext uri="{FF2B5EF4-FFF2-40B4-BE49-F238E27FC236}">
                  <a16:creationId xmlns:a16="http://schemas.microsoft.com/office/drawing/2014/main" id="{E23C2170-7BAE-DF5E-F75D-C2654971037F}"/>
                </a:ext>
              </a:extLst>
            </p:cNvPr>
            <p:cNvSpPr/>
            <p:nvPr/>
          </p:nvSpPr>
          <p:spPr>
            <a:xfrm>
              <a:off x="5639870" y="1979396"/>
              <a:ext cx="4517219" cy="4313586"/>
            </a:xfrm>
            <a:prstGeom prst="rect">
              <a:avLst/>
            </a:prstGeom>
            <a:solidFill>
              <a:schemeClr val="accent1">
                <a:lumMod val="20000"/>
                <a:lumOff val="80000"/>
              </a:schemeClr>
            </a:solidFill>
            <a:ln w="19050" cap="flat" cmpd="sng" algn="ctr">
              <a:solidFill>
                <a:srgbClr val="3F3F3F"/>
              </a:solidFill>
              <a:prstDash val="dash"/>
              <a:round/>
              <a:headEnd type="none" w="med" len="med"/>
              <a:tailEnd type="none" w="med" len="med"/>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89" name="正方形/長方形 188">
              <a:extLst>
                <a:ext uri="{FF2B5EF4-FFF2-40B4-BE49-F238E27FC236}">
                  <a16:creationId xmlns:a16="http://schemas.microsoft.com/office/drawing/2014/main" id="{424FFA11-1664-F60C-B71D-92D8F04676C0}"/>
                </a:ext>
              </a:extLst>
            </p:cNvPr>
            <p:cNvSpPr/>
            <p:nvPr/>
          </p:nvSpPr>
          <p:spPr>
            <a:xfrm>
              <a:off x="1551984" y="1978503"/>
              <a:ext cx="3971157" cy="4315373"/>
            </a:xfrm>
            <a:prstGeom prst="rect">
              <a:avLst/>
            </a:prstGeom>
            <a:solidFill>
              <a:srgbClr val="D5F1FB"/>
            </a:solidFill>
            <a:ln w="19050" cap="flat" cmpd="sng" algn="ctr">
              <a:solidFill>
                <a:srgbClr val="3F3F3F"/>
              </a:solidFill>
              <a:prstDash val="dash"/>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0" name="二等辺三角形 189">
              <a:extLst>
                <a:ext uri="{FF2B5EF4-FFF2-40B4-BE49-F238E27FC236}">
                  <a16:creationId xmlns:a16="http://schemas.microsoft.com/office/drawing/2014/main" id="{5CE5799D-C496-C306-4AAF-E449F1241580}"/>
                </a:ext>
              </a:extLst>
            </p:cNvPr>
            <p:cNvSpPr/>
            <p:nvPr/>
          </p:nvSpPr>
          <p:spPr>
            <a:xfrm rot="10800000">
              <a:off x="1042333" y="2998566"/>
              <a:ext cx="370446" cy="319350"/>
            </a:xfrm>
            <a:prstGeom prst="triangle">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1" name="二等辺三角形 190">
              <a:extLst>
                <a:ext uri="{FF2B5EF4-FFF2-40B4-BE49-F238E27FC236}">
                  <a16:creationId xmlns:a16="http://schemas.microsoft.com/office/drawing/2014/main" id="{36E37FD4-894A-D2EA-A000-905EFCFDC7EE}"/>
                </a:ext>
              </a:extLst>
            </p:cNvPr>
            <p:cNvSpPr/>
            <p:nvPr/>
          </p:nvSpPr>
          <p:spPr>
            <a:xfrm rot="5400000">
              <a:off x="1692620" y="3553180"/>
              <a:ext cx="370446" cy="319350"/>
            </a:xfrm>
            <a:prstGeom prst="triangle">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192" name="グループ化 191">
              <a:extLst>
                <a:ext uri="{FF2B5EF4-FFF2-40B4-BE49-F238E27FC236}">
                  <a16:creationId xmlns:a16="http://schemas.microsoft.com/office/drawing/2014/main" id="{5610BE64-AF20-3FEC-21C9-5B22D28E8D5A}"/>
                </a:ext>
              </a:extLst>
            </p:cNvPr>
            <p:cNvGrpSpPr/>
            <p:nvPr/>
          </p:nvGrpSpPr>
          <p:grpSpPr>
            <a:xfrm>
              <a:off x="2220519" y="3501409"/>
              <a:ext cx="539422" cy="422887"/>
              <a:chOff x="3665220" y="2475974"/>
              <a:chExt cx="632460" cy="495826"/>
            </a:xfrm>
          </p:grpSpPr>
          <p:sp>
            <p:nvSpPr>
              <p:cNvPr id="364" name="正方形/長方形 363">
                <a:extLst>
                  <a:ext uri="{FF2B5EF4-FFF2-40B4-BE49-F238E27FC236}">
                    <a16:creationId xmlns:a16="http://schemas.microsoft.com/office/drawing/2014/main" id="{F25E644F-3529-9036-AAC9-FEC6BEDB9697}"/>
                  </a:ext>
                </a:extLst>
              </p:cNvPr>
              <p:cNvSpPr/>
              <p:nvPr/>
            </p:nvSpPr>
            <p:spPr>
              <a:xfrm>
                <a:off x="3665220" y="2475974"/>
                <a:ext cx="632460" cy="49582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365" name="グループ化 364">
                <a:extLst>
                  <a:ext uri="{FF2B5EF4-FFF2-40B4-BE49-F238E27FC236}">
                    <a16:creationId xmlns:a16="http://schemas.microsoft.com/office/drawing/2014/main" id="{03CD6B7B-9F40-6CF0-7C2C-CE033A61EF36}"/>
                  </a:ext>
                </a:extLst>
              </p:cNvPr>
              <p:cNvGrpSpPr/>
              <p:nvPr/>
            </p:nvGrpSpPr>
            <p:grpSpPr>
              <a:xfrm>
                <a:off x="3843337" y="2609984"/>
                <a:ext cx="276225" cy="227806"/>
                <a:chOff x="4857750" y="2051050"/>
                <a:chExt cx="413544" cy="336550"/>
              </a:xfrm>
            </p:grpSpPr>
            <p:cxnSp>
              <p:nvCxnSpPr>
                <p:cNvPr id="366" name="直線コネクタ 365">
                  <a:extLst>
                    <a:ext uri="{FF2B5EF4-FFF2-40B4-BE49-F238E27FC236}">
                      <a16:creationId xmlns:a16="http://schemas.microsoft.com/office/drawing/2014/main" id="{89E4296D-6447-2BB4-E228-10CF86E7F2E6}"/>
                    </a:ext>
                  </a:extLst>
                </p:cNvPr>
                <p:cNvCxnSpPr/>
                <p:nvPr/>
              </p:nvCxnSpPr>
              <p:spPr>
                <a:xfrm flipV="1">
                  <a:off x="4857750" y="2051050"/>
                  <a:ext cx="69850" cy="336550"/>
                </a:xfrm>
                <a:prstGeom prst="line">
                  <a:avLst/>
                </a:prstGeom>
                <a:noFill/>
                <a:ln w="19050" cap="flat" cmpd="sng" algn="ctr">
                  <a:solidFill>
                    <a:srgbClr val="3F3F3F">
                      <a:lumMod val="50000"/>
                    </a:srgbClr>
                  </a:solidFill>
                  <a:prstDash val="solid"/>
                  <a:miter lim="800000"/>
                </a:ln>
                <a:effectLst/>
              </p:spPr>
            </p:cxnSp>
            <p:cxnSp>
              <p:nvCxnSpPr>
                <p:cNvPr id="367" name="直線コネクタ 366">
                  <a:extLst>
                    <a:ext uri="{FF2B5EF4-FFF2-40B4-BE49-F238E27FC236}">
                      <a16:creationId xmlns:a16="http://schemas.microsoft.com/office/drawing/2014/main" id="{455CC50B-3307-D00E-0F90-790F46DF7D6B}"/>
                    </a:ext>
                  </a:extLst>
                </p:cNvPr>
                <p:cNvCxnSpPr>
                  <a:cxnSpLocks/>
                </p:cNvCxnSpPr>
                <p:nvPr/>
              </p:nvCxnSpPr>
              <p:spPr>
                <a:xfrm flipH="1">
                  <a:off x="4927600" y="2051050"/>
                  <a:ext cx="273844" cy="0"/>
                </a:xfrm>
                <a:prstGeom prst="line">
                  <a:avLst/>
                </a:prstGeom>
                <a:noFill/>
                <a:ln w="19050" cap="flat" cmpd="sng" algn="ctr">
                  <a:solidFill>
                    <a:srgbClr val="3F3F3F">
                      <a:lumMod val="50000"/>
                    </a:srgbClr>
                  </a:solidFill>
                  <a:prstDash val="solid"/>
                  <a:miter lim="800000"/>
                </a:ln>
                <a:effectLst/>
              </p:spPr>
            </p:cxnSp>
            <p:cxnSp>
              <p:nvCxnSpPr>
                <p:cNvPr id="368" name="直線コネクタ 367">
                  <a:extLst>
                    <a:ext uri="{FF2B5EF4-FFF2-40B4-BE49-F238E27FC236}">
                      <a16:creationId xmlns:a16="http://schemas.microsoft.com/office/drawing/2014/main" id="{3CF85903-0D73-B2AF-302B-16E0C0614942}"/>
                    </a:ext>
                  </a:extLst>
                </p:cNvPr>
                <p:cNvCxnSpPr>
                  <a:cxnSpLocks/>
                </p:cNvCxnSpPr>
                <p:nvPr/>
              </p:nvCxnSpPr>
              <p:spPr>
                <a:xfrm flipH="1" flipV="1">
                  <a:off x="5201444" y="2051050"/>
                  <a:ext cx="69850" cy="336550"/>
                </a:xfrm>
                <a:prstGeom prst="line">
                  <a:avLst/>
                </a:prstGeom>
                <a:noFill/>
                <a:ln w="19050" cap="flat" cmpd="sng" algn="ctr">
                  <a:solidFill>
                    <a:srgbClr val="3F3F3F">
                      <a:lumMod val="50000"/>
                    </a:srgbClr>
                  </a:solidFill>
                  <a:prstDash val="solid"/>
                  <a:miter lim="800000"/>
                </a:ln>
                <a:effectLst/>
              </p:spPr>
            </p:cxnSp>
          </p:grpSp>
        </p:grpSp>
        <p:sp>
          <p:nvSpPr>
            <p:cNvPr id="193" name="フローチャート: 和接合 192">
              <a:extLst>
                <a:ext uri="{FF2B5EF4-FFF2-40B4-BE49-F238E27FC236}">
                  <a16:creationId xmlns:a16="http://schemas.microsoft.com/office/drawing/2014/main" id="{7A993ABE-669F-5A9B-A6D8-13F263FF30BE}"/>
                </a:ext>
              </a:extLst>
            </p:cNvPr>
            <p:cNvSpPr/>
            <p:nvPr/>
          </p:nvSpPr>
          <p:spPr>
            <a:xfrm>
              <a:off x="3029738" y="2975659"/>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94" name="フローチャート: 和接合 193">
              <a:extLst>
                <a:ext uri="{FF2B5EF4-FFF2-40B4-BE49-F238E27FC236}">
                  <a16:creationId xmlns:a16="http://schemas.microsoft.com/office/drawing/2014/main" id="{29F4C1F1-D0DE-B71B-36C3-9E9315CEA44C}"/>
                </a:ext>
              </a:extLst>
            </p:cNvPr>
            <p:cNvSpPr/>
            <p:nvPr/>
          </p:nvSpPr>
          <p:spPr>
            <a:xfrm>
              <a:off x="3491171" y="4118325"/>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cxnSp>
          <p:nvCxnSpPr>
            <p:cNvPr id="195" name="直線矢印コネクタ 194">
              <a:extLst>
                <a:ext uri="{FF2B5EF4-FFF2-40B4-BE49-F238E27FC236}">
                  <a16:creationId xmlns:a16="http://schemas.microsoft.com/office/drawing/2014/main" id="{FCC76837-D445-75AE-057B-B5B78D2088FA}"/>
                </a:ext>
              </a:extLst>
            </p:cNvPr>
            <p:cNvCxnSpPr>
              <a:cxnSpLocks/>
              <a:stCxn id="362" idx="0"/>
              <a:endCxn id="193" idx="4"/>
            </p:cNvCxnSpPr>
            <p:nvPr/>
          </p:nvCxnSpPr>
          <p:spPr>
            <a:xfrm flipV="1">
              <a:off x="3166543" y="3249269"/>
              <a:ext cx="0" cy="1394296"/>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196" name="直線矢印コネクタ 195">
              <a:extLst>
                <a:ext uri="{FF2B5EF4-FFF2-40B4-BE49-F238E27FC236}">
                  <a16:creationId xmlns:a16="http://schemas.microsoft.com/office/drawing/2014/main" id="{3DBC6A12-7F94-E22A-F3B8-E1919F85D206}"/>
                </a:ext>
              </a:extLst>
            </p:cNvPr>
            <p:cNvCxnSpPr>
              <a:cxnSpLocks/>
              <a:stCxn id="363" idx="0"/>
              <a:endCxn id="194" idx="4"/>
            </p:cNvCxnSpPr>
            <p:nvPr/>
          </p:nvCxnSpPr>
          <p:spPr>
            <a:xfrm flipV="1">
              <a:off x="3627976" y="4391935"/>
              <a:ext cx="0" cy="252898"/>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197" name="グループ化 196">
              <a:extLst>
                <a:ext uri="{FF2B5EF4-FFF2-40B4-BE49-F238E27FC236}">
                  <a16:creationId xmlns:a16="http://schemas.microsoft.com/office/drawing/2014/main" id="{6B64DC2E-75D3-7C66-32EB-80CD639DAD40}"/>
                </a:ext>
              </a:extLst>
            </p:cNvPr>
            <p:cNvGrpSpPr/>
            <p:nvPr/>
          </p:nvGrpSpPr>
          <p:grpSpPr>
            <a:xfrm>
              <a:off x="2965072" y="4642242"/>
              <a:ext cx="864374" cy="429386"/>
              <a:chOff x="5078984" y="4007095"/>
              <a:chExt cx="1013460" cy="503446"/>
            </a:xfrm>
          </p:grpSpPr>
          <p:sp>
            <p:nvSpPr>
              <p:cNvPr id="360" name="正方形/長方形 359">
                <a:extLst>
                  <a:ext uri="{FF2B5EF4-FFF2-40B4-BE49-F238E27FC236}">
                    <a16:creationId xmlns:a16="http://schemas.microsoft.com/office/drawing/2014/main" id="{748D6A2C-0DA8-E8BF-5665-9B8E76466941}"/>
                  </a:ext>
                </a:extLst>
              </p:cNvPr>
              <p:cNvSpPr/>
              <p:nvPr/>
            </p:nvSpPr>
            <p:spPr>
              <a:xfrm>
                <a:off x="5078984" y="4007095"/>
                <a:ext cx="1013460" cy="50344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61" name="二等辺三角形 360">
                <a:extLst>
                  <a:ext uri="{FF2B5EF4-FFF2-40B4-BE49-F238E27FC236}">
                    <a16:creationId xmlns:a16="http://schemas.microsoft.com/office/drawing/2014/main" id="{F1EFDF50-0679-C893-EAA4-2C6B24499869}"/>
                  </a:ext>
                </a:extLst>
              </p:cNvPr>
              <p:cNvSpPr/>
              <p:nvPr/>
            </p:nvSpPr>
            <p:spPr>
              <a:xfrm>
                <a:off x="5078984" y="4007095"/>
                <a:ext cx="1013460" cy="503446"/>
              </a:xfrm>
              <a:prstGeom prst="triangle">
                <a:avLst/>
              </a:prstGeom>
              <a:noFill/>
              <a:ln w="9525"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62" name="テキスト ボックス 361">
                <a:extLst>
                  <a:ext uri="{FF2B5EF4-FFF2-40B4-BE49-F238E27FC236}">
                    <a16:creationId xmlns:a16="http://schemas.microsoft.com/office/drawing/2014/main" id="{5E5D35E1-4C82-5931-1970-80FF35765E65}"/>
                  </a:ext>
                </a:extLst>
              </p:cNvPr>
              <p:cNvSpPr txBox="1"/>
              <p:nvPr/>
            </p:nvSpPr>
            <p:spPr>
              <a:xfrm>
                <a:off x="5265398" y="4008646"/>
                <a:ext cx="99614" cy="21651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0</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363" name="テキスト ボックス 362">
                <a:extLst>
                  <a:ext uri="{FF2B5EF4-FFF2-40B4-BE49-F238E27FC236}">
                    <a16:creationId xmlns:a16="http://schemas.microsoft.com/office/drawing/2014/main" id="{7987B98A-EEB4-32EC-C6DC-CAB19EBD208B}"/>
                  </a:ext>
                </a:extLst>
              </p:cNvPr>
              <p:cNvSpPr txBox="1"/>
              <p:nvPr/>
            </p:nvSpPr>
            <p:spPr>
              <a:xfrm>
                <a:off x="5756612" y="4010134"/>
                <a:ext cx="199225" cy="21651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90</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198" name="コネクタ: カギ線 197">
              <a:extLst>
                <a:ext uri="{FF2B5EF4-FFF2-40B4-BE49-F238E27FC236}">
                  <a16:creationId xmlns:a16="http://schemas.microsoft.com/office/drawing/2014/main" id="{3A45A8E2-EF9F-2F11-1C3C-381B14D2F76B}"/>
                </a:ext>
              </a:extLst>
            </p:cNvPr>
            <p:cNvCxnSpPr>
              <a:cxnSpLocks/>
              <a:stCxn id="364" idx="3"/>
              <a:endCxn id="193" idx="2"/>
            </p:cNvCxnSpPr>
            <p:nvPr/>
          </p:nvCxnSpPr>
          <p:spPr>
            <a:xfrm flipV="1">
              <a:off x="2759941" y="3112464"/>
              <a:ext cx="269797" cy="600389"/>
            </a:xfrm>
            <a:prstGeom prst="bentConnector3">
              <a:avLst/>
            </a:prstGeom>
            <a:noFill/>
            <a:ln w="19050" cap="flat" cmpd="sng" algn="ctr">
              <a:solidFill>
                <a:srgbClr val="3F3F3F">
                  <a:lumMod val="50000"/>
                </a:srgbClr>
              </a:solidFill>
              <a:prstDash val="solid"/>
              <a:round/>
              <a:headEnd type="none" w="med" len="med"/>
              <a:tailEnd type="arrow" w="med" len="med"/>
            </a:ln>
            <a:effectLst/>
          </p:spPr>
        </p:cxnSp>
        <p:cxnSp>
          <p:nvCxnSpPr>
            <p:cNvPr id="199" name="コネクタ: カギ線 198">
              <a:extLst>
                <a:ext uri="{FF2B5EF4-FFF2-40B4-BE49-F238E27FC236}">
                  <a16:creationId xmlns:a16="http://schemas.microsoft.com/office/drawing/2014/main" id="{B118E44A-501C-E27F-35AA-0F20B4360B0D}"/>
                </a:ext>
              </a:extLst>
            </p:cNvPr>
            <p:cNvCxnSpPr>
              <a:cxnSpLocks/>
              <a:stCxn id="364" idx="3"/>
              <a:endCxn id="194" idx="2"/>
            </p:cNvCxnSpPr>
            <p:nvPr/>
          </p:nvCxnSpPr>
          <p:spPr>
            <a:xfrm>
              <a:off x="2759941" y="3712853"/>
              <a:ext cx="731230" cy="542277"/>
            </a:xfrm>
            <a:prstGeom prst="bentConnector3">
              <a:avLst>
                <a:gd name="adj1" fmla="val 18152"/>
              </a:avLst>
            </a:prstGeom>
            <a:noFill/>
            <a:ln w="19050" cap="flat" cmpd="sng" algn="ctr">
              <a:solidFill>
                <a:srgbClr val="3F3F3F">
                  <a:lumMod val="50000"/>
                </a:srgbClr>
              </a:solidFill>
              <a:prstDash val="solid"/>
              <a:round/>
              <a:headEnd type="none" w="med" len="med"/>
              <a:tailEnd type="arrow" w="med" len="med"/>
            </a:ln>
            <a:effectLst/>
          </p:spPr>
        </p:cxnSp>
        <p:cxnSp>
          <p:nvCxnSpPr>
            <p:cNvPr id="200" name="直線矢印コネクタ 199">
              <a:extLst>
                <a:ext uri="{FF2B5EF4-FFF2-40B4-BE49-F238E27FC236}">
                  <a16:creationId xmlns:a16="http://schemas.microsoft.com/office/drawing/2014/main" id="{D64EA0AB-59B8-B5F3-B370-F5762987B612}"/>
                </a:ext>
              </a:extLst>
            </p:cNvPr>
            <p:cNvCxnSpPr>
              <a:cxnSpLocks/>
              <a:stCxn id="191" idx="0"/>
              <a:endCxn id="364" idx="1"/>
            </p:cNvCxnSpPr>
            <p:nvPr/>
          </p:nvCxnSpPr>
          <p:spPr>
            <a:xfrm flipV="1">
              <a:off x="2037519" y="3712853"/>
              <a:ext cx="183000" cy="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01" name="コネクタ: カギ線 200">
              <a:extLst>
                <a:ext uri="{FF2B5EF4-FFF2-40B4-BE49-F238E27FC236}">
                  <a16:creationId xmlns:a16="http://schemas.microsoft.com/office/drawing/2014/main" id="{136C1A9D-4B75-4E99-0EEF-31774C7CC1D1}"/>
                </a:ext>
              </a:extLst>
            </p:cNvPr>
            <p:cNvCxnSpPr>
              <a:cxnSpLocks/>
              <a:stCxn id="190" idx="0"/>
              <a:endCxn id="191" idx="3"/>
            </p:cNvCxnSpPr>
            <p:nvPr/>
          </p:nvCxnSpPr>
          <p:spPr>
            <a:xfrm rot="16200000" flipH="1">
              <a:off x="1275393" y="3270080"/>
              <a:ext cx="394940" cy="490612"/>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202" name="グループ化 201">
              <a:extLst>
                <a:ext uri="{FF2B5EF4-FFF2-40B4-BE49-F238E27FC236}">
                  <a16:creationId xmlns:a16="http://schemas.microsoft.com/office/drawing/2014/main" id="{5FAC73F3-8C8F-0C5B-8D95-0170EF597F5C}"/>
                </a:ext>
              </a:extLst>
            </p:cNvPr>
            <p:cNvGrpSpPr/>
            <p:nvPr/>
          </p:nvGrpSpPr>
          <p:grpSpPr>
            <a:xfrm>
              <a:off x="3934939" y="2901020"/>
              <a:ext cx="539422" cy="422887"/>
              <a:chOff x="3665220" y="2475974"/>
              <a:chExt cx="632460" cy="495826"/>
            </a:xfrm>
          </p:grpSpPr>
          <p:sp>
            <p:nvSpPr>
              <p:cNvPr id="356" name="正方形/長方形 355">
                <a:extLst>
                  <a:ext uri="{FF2B5EF4-FFF2-40B4-BE49-F238E27FC236}">
                    <a16:creationId xmlns:a16="http://schemas.microsoft.com/office/drawing/2014/main" id="{23419060-AB2E-4611-0BC5-37957DA400BB}"/>
                  </a:ext>
                </a:extLst>
              </p:cNvPr>
              <p:cNvSpPr/>
              <p:nvPr/>
            </p:nvSpPr>
            <p:spPr>
              <a:xfrm>
                <a:off x="3665220" y="2475974"/>
                <a:ext cx="632460" cy="49582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357" name="グループ化 356">
                <a:extLst>
                  <a:ext uri="{FF2B5EF4-FFF2-40B4-BE49-F238E27FC236}">
                    <a16:creationId xmlns:a16="http://schemas.microsoft.com/office/drawing/2014/main" id="{684A8D6A-E3A3-19E8-EA9D-8A35A822ABD1}"/>
                  </a:ext>
                </a:extLst>
              </p:cNvPr>
              <p:cNvGrpSpPr/>
              <p:nvPr/>
            </p:nvGrpSpPr>
            <p:grpSpPr>
              <a:xfrm>
                <a:off x="3889993" y="2609984"/>
                <a:ext cx="229569" cy="227806"/>
                <a:chOff x="4927600" y="2051050"/>
                <a:chExt cx="343694" cy="336550"/>
              </a:xfrm>
            </p:grpSpPr>
            <p:cxnSp>
              <p:nvCxnSpPr>
                <p:cNvPr id="358" name="直線コネクタ 357">
                  <a:extLst>
                    <a:ext uri="{FF2B5EF4-FFF2-40B4-BE49-F238E27FC236}">
                      <a16:creationId xmlns:a16="http://schemas.microsoft.com/office/drawing/2014/main" id="{55E35470-9039-8862-DCF5-5B8F5A7F94C2}"/>
                    </a:ext>
                  </a:extLst>
                </p:cNvPr>
                <p:cNvCxnSpPr>
                  <a:cxnSpLocks/>
                </p:cNvCxnSpPr>
                <p:nvPr/>
              </p:nvCxnSpPr>
              <p:spPr>
                <a:xfrm flipH="1">
                  <a:off x="4927600" y="2051050"/>
                  <a:ext cx="273844" cy="0"/>
                </a:xfrm>
                <a:prstGeom prst="line">
                  <a:avLst/>
                </a:prstGeom>
                <a:noFill/>
                <a:ln w="19050" cap="flat" cmpd="sng" algn="ctr">
                  <a:solidFill>
                    <a:srgbClr val="3F3F3F">
                      <a:lumMod val="50000"/>
                    </a:srgbClr>
                  </a:solidFill>
                  <a:prstDash val="solid"/>
                  <a:miter lim="800000"/>
                </a:ln>
                <a:effectLst/>
              </p:spPr>
            </p:cxnSp>
            <p:cxnSp>
              <p:nvCxnSpPr>
                <p:cNvPr id="359" name="直線コネクタ 358">
                  <a:extLst>
                    <a:ext uri="{FF2B5EF4-FFF2-40B4-BE49-F238E27FC236}">
                      <a16:creationId xmlns:a16="http://schemas.microsoft.com/office/drawing/2014/main" id="{73DEE850-F235-CD8D-132F-C1BED5B2C09F}"/>
                    </a:ext>
                  </a:extLst>
                </p:cNvPr>
                <p:cNvCxnSpPr>
                  <a:cxnSpLocks/>
                </p:cNvCxnSpPr>
                <p:nvPr/>
              </p:nvCxnSpPr>
              <p:spPr>
                <a:xfrm flipH="1" flipV="1">
                  <a:off x="5201444" y="2051050"/>
                  <a:ext cx="69850" cy="336550"/>
                </a:xfrm>
                <a:prstGeom prst="line">
                  <a:avLst/>
                </a:prstGeom>
                <a:noFill/>
                <a:ln w="19050" cap="flat" cmpd="sng" algn="ctr">
                  <a:solidFill>
                    <a:srgbClr val="3F3F3F">
                      <a:lumMod val="50000"/>
                    </a:srgbClr>
                  </a:solidFill>
                  <a:prstDash val="solid"/>
                  <a:miter lim="800000"/>
                </a:ln>
                <a:effectLst/>
              </p:spPr>
            </p:cxnSp>
          </p:grpSp>
        </p:grpSp>
        <p:grpSp>
          <p:nvGrpSpPr>
            <p:cNvPr id="203" name="グループ化 202">
              <a:extLst>
                <a:ext uri="{FF2B5EF4-FFF2-40B4-BE49-F238E27FC236}">
                  <a16:creationId xmlns:a16="http://schemas.microsoft.com/office/drawing/2014/main" id="{E0BE01DB-13BE-AE4A-8D89-67C835377FF7}"/>
                </a:ext>
              </a:extLst>
            </p:cNvPr>
            <p:cNvGrpSpPr/>
            <p:nvPr/>
          </p:nvGrpSpPr>
          <p:grpSpPr>
            <a:xfrm>
              <a:off x="3934939" y="4043686"/>
              <a:ext cx="539422" cy="422887"/>
              <a:chOff x="3665220" y="2475974"/>
              <a:chExt cx="632460" cy="495826"/>
            </a:xfrm>
          </p:grpSpPr>
          <p:sp>
            <p:nvSpPr>
              <p:cNvPr id="352" name="正方形/長方形 351">
                <a:extLst>
                  <a:ext uri="{FF2B5EF4-FFF2-40B4-BE49-F238E27FC236}">
                    <a16:creationId xmlns:a16="http://schemas.microsoft.com/office/drawing/2014/main" id="{68223DDA-D55B-941F-88D1-1C428C91C313}"/>
                  </a:ext>
                </a:extLst>
              </p:cNvPr>
              <p:cNvSpPr/>
              <p:nvPr/>
            </p:nvSpPr>
            <p:spPr>
              <a:xfrm>
                <a:off x="3665220" y="2475974"/>
                <a:ext cx="632460" cy="49582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nvGrpSpPr>
              <p:cNvPr id="353" name="グループ化 352">
                <a:extLst>
                  <a:ext uri="{FF2B5EF4-FFF2-40B4-BE49-F238E27FC236}">
                    <a16:creationId xmlns:a16="http://schemas.microsoft.com/office/drawing/2014/main" id="{3D0B90ED-4352-B0C0-5054-676DF1475AC4}"/>
                  </a:ext>
                </a:extLst>
              </p:cNvPr>
              <p:cNvGrpSpPr/>
              <p:nvPr/>
            </p:nvGrpSpPr>
            <p:grpSpPr>
              <a:xfrm>
                <a:off x="3889993" y="2609984"/>
                <a:ext cx="229569" cy="227806"/>
                <a:chOff x="4927600" y="2051050"/>
                <a:chExt cx="343694" cy="336550"/>
              </a:xfrm>
            </p:grpSpPr>
            <p:cxnSp>
              <p:nvCxnSpPr>
                <p:cNvPr id="354" name="直線コネクタ 353">
                  <a:extLst>
                    <a:ext uri="{FF2B5EF4-FFF2-40B4-BE49-F238E27FC236}">
                      <a16:creationId xmlns:a16="http://schemas.microsoft.com/office/drawing/2014/main" id="{3787FCF7-D03A-5CA4-60C2-2293CDBC309C}"/>
                    </a:ext>
                  </a:extLst>
                </p:cNvPr>
                <p:cNvCxnSpPr>
                  <a:cxnSpLocks/>
                </p:cNvCxnSpPr>
                <p:nvPr/>
              </p:nvCxnSpPr>
              <p:spPr>
                <a:xfrm flipH="1">
                  <a:off x="4927600" y="2051050"/>
                  <a:ext cx="273844" cy="0"/>
                </a:xfrm>
                <a:prstGeom prst="line">
                  <a:avLst/>
                </a:prstGeom>
                <a:noFill/>
                <a:ln w="19050" cap="flat" cmpd="sng" algn="ctr">
                  <a:solidFill>
                    <a:srgbClr val="3F3F3F">
                      <a:lumMod val="50000"/>
                    </a:srgbClr>
                  </a:solidFill>
                  <a:prstDash val="solid"/>
                  <a:miter lim="800000"/>
                </a:ln>
                <a:effectLst/>
              </p:spPr>
            </p:cxnSp>
            <p:cxnSp>
              <p:nvCxnSpPr>
                <p:cNvPr id="355" name="直線コネクタ 354">
                  <a:extLst>
                    <a:ext uri="{FF2B5EF4-FFF2-40B4-BE49-F238E27FC236}">
                      <a16:creationId xmlns:a16="http://schemas.microsoft.com/office/drawing/2014/main" id="{45668749-107D-7BE0-5D58-6B56D055E592}"/>
                    </a:ext>
                  </a:extLst>
                </p:cNvPr>
                <p:cNvCxnSpPr>
                  <a:cxnSpLocks/>
                </p:cNvCxnSpPr>
                <p:nvPr/>
              </p:nvCxnSpPr>
              <p:spPr>
                <a:xfrm flipH="1" flipV="1">
                  <a:off x="5201444" y="2051050"/>
                  <a:ext cx="69850" cy="336550"/>
                </a:xfrm>
                <a:prstGeom prst="line">
                  <a:avLst/>
                </a:prstGeom>
                <a:noFill/>
                <a:ln w="19050" cap="flat" cmpd="sng" algn="ctr">
                  <a:solidFill>
                    <a:srgbClr val="3F3F3F">
                      <a:lumMod val="50000"/>
                    </a:srgbClr>
                  </a:solidFill>
                  <a:prstDash val="solid"/>
                  <a:miter lim="800000"/>
                </a:ln>
                <a:effectLst/>
              </p:spPr>
            </p:cxnSp>
          </p:grpSp>
        </p:grpSp>
        <p:cxnSp>
          <p:nvCxnSpPr>
            <p:cNvPr id="204" name="直線矢印コネクタ 203">
              <a:extLst>
                <a:ext uri="{FF2B5EF4-FFF2-40B4-BE49-F238E27FC236}">
                  <a16:creationId xmlns:a16="http://schemas.microsoft.com/office/drawing/2014/main" id="{91B3B3C0-E79A-FCD1-A076-4E58D588A0C5}"/>
                </a:ext>
              </a:extLst>
            </p:cNvPr>
            <p:cNvCxnSpPr>
              <a:cxnSpLocks/>
              <a:stCxn id="193" idx="6"/>
              <a:endCxn id="356" idx="1"/>
            </p:cNvCxnSpPr>
            <p:nvPr/>
          </p:nvCxnSpPr>
          <p:spPr>
            <a:xfrm>
              <a:off x="3303348" y="3112464"/>
              <a:ext cx="63159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05" name="直線矢印コネクタ 204">
              <a:extLst>
                <a:ext uri="{FF2B5EF4-FFF2-40B4-BE49-F238E27FC236}">
                  <a16:creationId xmlns:a16="http://schemas.microsoft.com/office/drawing/2014/main" id="{22544EE9-F11F-E309-A5B7-2ECCB34993FB}"/>
                </a:ext>
              </a:extLst>
            </p:cNvPr>
            <p:cNvCxnSpPr>
              <a:cxnSpLocks/>
              <a:stCxn id="194" idx="6"/>
              <a:endCxn id="352" idx="1"/>
            </p:cNvCxnSpPr>
            <p:nvPr/>
          </p:nvCxnSpPr>
          <p:spPr>
            <a:xfrm>
              <a:off x="3764781" y="4255130"/>
              <a:ext cx="170158"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06" name="グループ化 205">
              <a:extLst>
                <a:ext uri="{FF2B5EF4-FFF2-40B4-BE49-F238E27FC236}">
                  <a16:creationId xmlns:a16="http://schemas.microsoft.com/office/drawing/2014/main" id="{9BF56930-C32F-F70C-62D6-AD99D29C6526}"/>
                </a:ext>
              </a:extLst>
            </p:cNvPr>
            <p:cNvGrpSpPr/>
            <p:nvPr/>
          </p:nvGrpSpPr>
          <p:grpSpPr>
            <a:xfrm>
              <a:off x="4670054" y="2901020"/>
              <a:ext cx="731144" cy="422887"/>
              <a:chOff x="7719868" y="1965551"/>
              <a:chExt cx="857250" cy="495826"/>
            </a:xfrm>
          </p:grpSpPr>
          <p:sp>
            <p:nvSpPr>
              <p:cNvPr id="350" name="フリーフォーム: 図形 349">
                <a:extLst>
                  <a:ext uri="{FF2B5EF4-FFF2-40B4-BE49-F238E27FC236}">
                    <a16:creationId xmlns:a16="http://schemas.microsoft.com/office/drawing/2014/main" id="{47E7CD34-25C6-74EB-8C72-8A4D889D45C3}"/>
                  </a:ext>
                </a:extLst>
              </p:cNvPr>
              <p:cNvSpPr/>
              <p:nvPr/>
            </p:nvSpPr>
            <p:spPr>
              <a:xfrm rot="16200000">
                <a:off x="7900580" y="1784839"/>
                <a:ext cx="495826" cy="857250"/>
              </a:xfrm>
              <a:custGeom>
                <a:avLst/>
                <a:gdLst>
                  <a:gd name="csX0" fmla="*/ 530349 w 1060699"/>
                  <a:gd name="csY0" fmla="*/ 0 h 1410226"/>
                  <a:gd name="csX1" fmla="*/ 1060697 w 1060699"/>
                  <a:gd name="csY1" fmla="*/ 495826 h 1410226"/>
                  <a:gd name="csX2" fmla="*/ 1060699 w 1060699"/>
                  <a:gd name="csY2" fmla="*/ 495826 h 1410226"/>
                  <a:gd name="csX3" fmla="*/ 1060699 w 1060699"/>
                  <a:gd name="csY3" fmla="*/ 1410226 h 1410226"/>
                  <a:gd name="csX4" fmla="*/ 0 w 1060699"/>
                  <a:gd name="csY4" fmla="*/ 1410226 h 1410226"/>
                  <a:gd name="csX5" fmla="*/ 0 w 1060699"/>
                  <a:gd name="csY5" fmla="*/ 495826 h 1410226"/>
                  <a:gd name="csX6" fmla="*/ 1 w 1060699"/>
                  <a:gd name="csY6" fmla="*/ 495826 h 14102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60699" h="1410226">
                    <a:moveTo>
                      <a:pt x="530349" y="0"/>
                    </a:moveTo>
                    <a:lnTo>
                      <a:pt x="1060697" y="495826"/>
                    </a:lnTo>
                    <a:lnTo>
                      <a:pt x="1060699" y="495826"/>
                    </a:lnTo>
                    <a:lnTo>
                      <a:pt x="1060699" y="1410226"/>
                    </a:lnTo>
                    <a:lnTo>
                      <a:pt x="0" y="1410226"/>
                    </a:lnTo>
                    <a:lnTo>
                      <a:pt x="0" y="495826"/>
                    </a:lnTo>
                    <a:lnTo>
                      <a:pt x="1" y="495826"/>
                    </a:lnTo>
                    <a:close/>
                  </a:path>
                </a:pathLst>
              </a:custGeom>
              <a:noFill/>
              <a:ln w="19050" cap="flat" cmpd="sng" algn="ctr">
                <a:solidFill>
                  <a:srgbClr val="3F3F3F">
                    <a:lumMod val="50000"/>
                  </a:srgbClr>
                </a:solidFill>
                <a:prstDash val="solid"/>
                <a:round/>
                <a:headEnd type="none" w="med" len="med"/>
                <a:tailEnd type="none" w="med" len="me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51" name="テキスト ボックス 350">
                <a:extLst>
                  <a:ext uri="{FF2B5EF4-FFF2-40B4-BE49-F238E27FC236}">
                    <a16:creationId xmlns:a16="http://schemas.microsoft.com/office/drawing/2014/main" id="{1569C02F-9259-6FA7-B371-B81CDDA2AC86}"/>
                  </a:ext>
                </a:extLst>
              </p:cNvPr>
              <p:cNvSpPr txBox="1"/>
              <p:nvPr/>
            </p:nvSpPr>
            <p:spPr>
              <a:xfrm>
                <a:off x="7974569" y="2051075"/>
                <a:ext cx="59617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ADC</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grpSp>
          <p:nvGrpSpPr>
            <p:cNvPr id="207" name="グループ化 206">
              <a:extLst>
                <a:ext uri="{FF2B5EF4-FFF2-40B4-BE49-F238E27FC236}">
                  <a16:creationId xmlns:a16="http://schemas.microsoft.com/office/drawing/2014/main" id="{DC7E5CC3-4824-18F7-C3D8-8BDD9F0C5B7D}"/>
                </a:ext>
              </a:extLst>
            </p:cNvPr>
            <p:cNvGrpSpPr/>
            <p:nvPr/>
          </p:nvGrpSpPr>
          <p:grpSpPr>
            <a:xfrm>
              <a:off x="4670054" y="4043686"/>
              <a:ext cx="731144" cy="422887"/>
              <a:chOff x="7719868" y="1965551"/>
              <a:chExt cx="857250" cy="495826"/>
            </a:xfrm>
          </p:grpSpPr>
          <p:sp>
            <p:nvSpPr>
              <p:cNvPr id="348" name="フリーフォーム: 図形 347">
                <a:extLst>
                  <a:ext uri="{FF2B5EF4-FFF2-40B4-BE49-F238E27FC236}">
                    <a16:creationId xmlns:a16="http://schemas.microsoft.com/office/drawing/2014/main" id="{8FF83A8B-0A49-A7FA-0274-14DA0E89FC87}"/>
                  </a:ext>
                </a:extLst>
              </p:cNvPr>
              <p:cNvSpPr/>
              <p:nvPr/>
            </p:nvSpPr>
            <p:spPr>
              <a:xfrm rot="16200000">
                <a:off x="7900580" y="1784839"/>
                <a:ext cx="495826" cy="857250"/>
              </a:xfrm>
              <a:custGeom>
                <a:avLst/>
                <a:gdLst>
                  <a:gd name="csX0" fmla="*/ 530349 w 1060699"/>
                  <a:gd name="csY0" fmla="*/ 0 h 1410226"/>
                  <a:gd name="csX1" fmla="*/ 1060697 w 1060699"/>
                  <a:gd name="csY1" fmla="*/ 495826 h 1410226"/>
                  <a:gd name="csX2" fmla="*/ 1060699 w 1060699"/>
                  <a:gd name="csY2" fmla="*/ 495826 h 1410226"/>
                  <a:gd name="csX3" fmla="*/ 1060699 w 1060699"/>
                  <a:gd name="csY3" fmla="*/ 1410226 h 1410226"/>
                  <a:gd name="csX4" fmla="*/ 0 w 1060699"/>
                  <a:gd name="csY4" fmla="*/ 1410226 h 1410226"/>
                  <a:gd name="csX5" fmla="*/ 0 w 1060699"/>
                  <a:gd name="csY5" fmla="*/ 495826 h 1410226"/>
                  <a:gd name="csX6" fmla="*/ 1 w 1060699"/>
                  <a:gd name="csY6" fmla="*/ 495826 h 14102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60699" h="1410226">
                    <a:moveTo>
                      <a:pt x="530349" y="0"/>
                    </a:moveTo>
                    <a:lnTo>
                      <a:pt x="1060697" y="495826"/>
                    </a:lnTo>
                    <a:lnTo>
                      <a:pt x="1060699" y="495826"/>
                    </a:lnTo>
                    <a:lnTo>
                      <a:pt x="1060699" y="1410226"/>
                    </a:lnTo>
                    <a:lnTo>
                      <a:pt x="0" y="1410226"/>
                    </a:lnTo>
                    <a:lnTo>
                      <a:pt x="0" y="495826"/>
                    </a:lnTo>
                    <a:lnTo>
                      <a:pt x="1" y="495826"/>
                    </a:lnTo>
                    <a:close/>
                  </a:path>
                </a:pathLst>
              </a:custGeom>
              <a:noFill/>
              <a:ln w="19050" cap="flat" cmpd="sng" algn="ctr">
                <a:solidFill>
                  <a:srgbClr val="3F3F3F">
                    <a:lumMod val="50000"/>
                  </a:srgbClr>
                </a:solidFill>
                <a:prstDash val="solid"/>
                <a:round/>
                <a:headEnd type="none" w="med" len="med"/>
                <a:tailEnd type="none" w="med" len="me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49" name="テキスト ボックス 348">
                <a:extLst>
                  <a:ext uri="{FF2B5EF4-FFF2-40B4-BE49-F238E27FC236}">
                    <a16:creationId xmlns:a16="http://schemas.microsoft.com/office/drawing/2014/main" id="{71BA519D-7ADC-6E49-255B-D4A9CB858D8C}"/>
                  </a:ext>
                </a:extLst>
              </p:cNvPr>
              <p:cNvSpPr txBox="1"/>
              <p:nvPr/>
            </p:nvSpPr>
            <p:spPr>
              <a:xfrm>
                <a:off x="7974569" y="2051076"/>
                <a:ext cx="59617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ADC</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08" name="直線矢印コネクタ 207">
              <a:extLst>
                <a:ext uri="{FF2B5EF4-FFF2-40B4-BE49-F238E27FC236}">
                  <a16:creationId xmlns:a16="http://schemas.microsoft.com/office/drawing/2014/main" id="{E70A7C52-AC20-B7D3-DD10-ABAB4ADD577F}"/>
                </a:ext>
              </a:extLst>
            </p:cNvPr>
            <p:cNvCxnSpPr>
              <a:cxnSpLocks/>
              <a:stCxn id="352" idx="3"/>
              <a:endCxn id="348" idx="0"/>
            </p:cNvCxnSpPr>
            <p:nvPr/>
          </p:nvCxnSpPr>
          <p:spPr>
            <a:xfrm>
              <a:off x="4474360" y="4255130"/>
              <a:ext cx="19569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09" name="直線矢印コネクタ 208">
              <a:extLst>
                <a:ext uri="{FF2B5EF4-FFF2-40B4-BE49-F238E27FC236}">
                  <a16:creationId xmlns:a16="http://schemas.microsoft.com/office/drawing/2014/main" id="{6801BEAE-DF8F-3FA0-B322-2CC78066B409}"/>
                </a:ext>
              </a:extLst>
            </p:cNvPr>
            <p:cNvCxnSpPr>
              <a:cxnSpLocks/>
              <a:stCxn id="356" idx="3"/>
              <a:endCxn id="350" idx="0"/>
            </p:cNvCxnSpPr>
            <p:nvPr/>
          </p:nvCxnSpPr>
          <p:spPr>
            <a:xfrm>
              <a:off x="4474360" y="3112464"/>
              <a:ext cx="19569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sp>
          <p:nvSpPr>
            <p:cNvPr id="210" name="テキスト ボックス 209">
              <a:extLst>
                <a:ext uri="{FF2B5EF4-FFF2-40B4-BE49-F238E27FC236}">
                  <a16:creationId xmlns:a16="http://schemas.microsoft.com/office/drawing/2014/main" id="{414B9D15-D574-2A1F-E700-EE99CCDDA8C9}"/>
                </a:ext>
              </a:extLst>
            </p:cNvPr>
            <p:cNvSpPr txBox="1"/>
            <p:nvPr/>
          </p:nvSpPr>
          <p:spPr>
            <a:xfrm>
              <a:off x="1631854" y="3192819"/>
              <a:ext cx="482824"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LNA</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11" name="テキスト ボックス 210">
              <a:extLst>
                <a:ext uri="{FF2B5EF4-FFF2-40B4-BE49-F238E27FC236}">
                  <a16:creationId xmlns:a16="http://schemas.microsoft.com/office/drawing/2014/main" id="{2AF4CEA9-3790-E435-FDB6-2158A7134B0F}"/>
                </a:ext>
              </a:extLst>
            </p:cNvPr>
            <p:cNvSpPr txBox="1"/>
            <p:nvPr/>
          </p:nvSpPr>
          <p:spPr>
            <a:xfrm>
              <a:off x="2243825" y="3192819"/>
              <a:ext cx="484428"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BPF</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12" name="テキスト ボックス 211">
              <a:extLst>
                <a:ext uri="{FF2B5EF4-FFF2-40B4-BE49-F238E27FC236}">
                  <a16:creationId xmlns:a16="http://schemas.microsoft.com/office/drawing/2014/main" id="{40E79FEA-A1A7-7F52-14BB-AA4B7EF325EF}"/>
                </a:ext>
              </a:extLst>
            </p:cNvPr>
            <p:cNvSpPr txBox="1"/>
            <p:nvPr/>
          </p:nvSpPr>
          <p:spPr>
            <a:xfrm>
              <a:off x="3985761" y="2621566"/>
              <a:ext cx="437775"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LPF</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13" name="テキスト ボックス 212">
              <a:extLst>
                <a:ext uri="{FF2B5EF4-FFF2-40B4-BE49-F238E27FC236}">
                  <a16:creationId xmlns:a16="http://schemas.microsoft.com/office/drawing/2014/main" id="{651C9749-AF5E-15AA-1EF8-DC3BB8ECC5CD}"/>
                </a:ext>
              </a:extLst>
            </p:cNvPr>
            <p:cNvSpPr txBox="1"/>
            <p:nvPr/>
          </p:nvSpPr>
          <p:spPr>
            <a:xfrm>
              <a:off x="3979665" y="3719791"/>
              <a:ext cx="437775"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LPF</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nvGrpSpPr>
            <p:cNvPr id="214" name="グループ化 213">
              <a:extLst>
                <a:ext uri="{FF2B5EF4-FFF2-40B4-BE49-F238E27FC236}">
                  <a16:creationId xmlns:a16="http://schemas.microsoft.com/office/drawing/2014/main" id="{99241FCC-AE0C-1DF6-DD30-68AD25DF867F}"/>
                </a:ext>
              </a:extLst>
            </p:cNvPr>
            <p:cNvGrpSpPr/>
            <p:nvPr/>
          </p:nvGrpSpPr>
          <p:grpSpPr>
            <a:xfrm>
              <a:off x="2901116" y="5465366"/>
              <a:ext cx="334582" cy="334582"/>
              <a:chOff x="3444633" y="5424678"/>
              <a:chExt cx="495826" cy="495826"/>
            </a:xfrm>
          </p:grpSpPr>
          <p:sp>
            <p:nvSpPr>
              <p:cNvPr id="346" name="楕円 345">
                <a:extLst>
                  <a:ext uri="{FF2B5EF4-FFF2-40B4-BE49-F238E27FC236}">
                    <a16:creationId xmlns:a16="http://schemas.microsoft.com/office/drawing/2014/main" id="{4548BFA5-F8DA-E9C6-2735-688DA2C34ECD}"/>
                  </a:ext>
                </a:extLst>
              </p:cNvPr>
              <p:cNvSpPr/>
              <p:nvPr/>
            </p:nvSpPr>
            <p:spPr>
              <a:xfrm>
                <a:off x="3444633" y="5424678"/>
                <a:ext cx="495826" cy="495826"/>
              </a:xfrm>
              <a:prstGeom prst="ellipse">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47" name="フリーフォーム: 図形 346">
                <a:extLst>
                  <a:ext uri="{FF2B5EF4-FFF2-40B4-BE49-F238E27FC236}">
                    <a16:creationId xmlns:a16="http://schemas.microsoft.com/office/drawing/2014/main" id="{48B4CF68-9B1F-D600-633D-CF5EAF4F0579}"/>
                  </a:ext>
                </a:extLst>
              </p:cNvPr>
              <p:cNvSpPr/>
              <p:nvPr/>
            </p:nvSpPr>
            <p:spPr>
              <a:xfrm>
                <a:off x="3528090" y="5544251"/>
                <a:ext cx="328912" cy="256681"/>
              </a:xfrm>
              <a:custGeom>
                <a:avLst/>
                <a:gdLst>
                  <a:gd name="csX0" fmla="*/ 0 w 178594"/>
                  <a:gd name="csY0" fmla="*/ 186706 h 331880"/>
                  <a:gd name="csX1" fmla="*/ 47625 w 178594"/>
                  <a:gd name="csY1" fmla="*/ 3350 h 331880"/>
                  <a:gd name="csX2" fmla="*/ 138113 w 178594"/>
                  <a:gd name="csY2" fmla="*/ 327200 h 331880"/>
                  <a:gd name="csX3" fmla="*/ 178594 w 178594"/>
                  <a:gd name="csY3" fmla="*/ 165275 h 331880"/>
                </a:gdLst>
                <a:ahLst/>
                <a:cxnLst>
                  <a:cxn ang="0">
                    <a:pos x="csX0" y="csY0"/>
                  </a:cxn>
                  <a:cxn ang="0">
                    <a:pos x="csX1" y="csY1"/>
                  </a:cxn>
                  <a:cxn ang="0">
                    <a:pos x="csX2" y="csY2"/>
                  </a:cxn>
                  <a:cxn ang="0">
                    <a:pos x="csX3" y="csY3"/>
                  </a:cxn>
                </a:cxnLst>
                <a:rect l="l" t="t" r="r" b="b"/>
                <a:pathLst>
                  <a:path w="178594" h="331880">
                    <a:moveTo>
                      <a:pt x="0" y="186706"/>
                    </a:moveTo>
                    <a:cubicBezTo>
                      <a:pt x="12303" y="83320"/>
                      <a:pt x="24606" y="-20066"/>
                      <a:pt x="47625" y="3350"/>
                    </a:cubicBezTo>
                    <a:cubicBezTo>
                      <a:pt x="70644" y="26766"/>
                      <a:pt x="116285" y="300213"/>
                      <a:pt x="138113" y="327200"/>
                    </a:cubicBezTo>
                    <a:cubicBezTo>
                      <a:pt x="159941" y="354187"/>
                      <a:pt x="169267" y="259731"/>
                      <a:pt x="178594" y="165275"/>
                    </a:cubicBezTo>
                  </a:path>
                </a:pathLst>
              </a:custGeom>
              <a:noFill/>
              <a:ln w="1905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15" name="コネクタ: カギ線 214">
              <a:extLst>
                <a:ext uri="{FF2B5EF4-FFF2-40B4-BE49-F238E27FC236}">
                  <a16:creationId xmlns:a16="http://schemas.microsoft.com/office/drawing/2014/main" id="{31738911-8516-773E-0582-C003AD4F3895}"/>
                </a:ext>
              </a:extLst>
            </p:cNvPr>
            <p:cNvCxnSpPr>
              <a:cxnSpLocks/>
              <a:stCxn id="346" idx="6"/>
              <a:endCxn id="361" idx="3"/>
            </p:cNvCxnSpPr>
            <p:nvPr/>
          </p:nvCxnSpPr>
          <p:spPr>
            <a:xfrm flipV="1">
              <a:off x="3235698" y="5071628"/>
              <a:ext cx="161561" cy="561029"/>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415" name="グループ化 414">
              <a:extLst>
                <a:ext uri="{FF2B5EF4-FFF2-40B4-BE49-F238E27FC236}">
                  <a16:creationId xmlns:a16="http://schemas.microsoft.com/office/drawing/2014/main" id="{AEDAD64D-407C-300D-7554-680EAF5F124F}"/>
                </a:ext>
              </a:extLst>
            </p:cNvPr>
            <p:cNvGrpSpPr/>
            <p:nvPr/>
          </p:nvGrpSpPr>
          <p:grpSpPr>
            <a:xfrm>
              <a:off x="2032080" y="5465366"/>
              <a:ext cx="539422" cy="334582"/>
              <a:chOff x="2032080" y="5465366"/>
              <a:chExt cx="539422" cy="334582"/>
            </a:xfrm>
          </p:grpSpPr>
          <p:sp>
            <p:nvSpPr>
              <p:cNvPr id="342" name="正方形/長方形 341">
                <a:extLst>
                  <a:ext uri="{FF2B5EF4-FFF2-40B4-BE49-F238E27FC236}">
                    <a16:creationId xmlns:a16="http://schemas.microsoft.com/office/drawing/2014/main" id="{3159D6C8-C908-4326-BECD-5B37C1B59EC5}"/>
                  </a:ext>
                </a:extLst>
              </p:cNvPr>
              <p:cNvSpPr/>
              <p:nvPr/>
            </p:nvSpPr>
            <p:spPr>
              <a:xfrm>
                <a:off x="2032080" y="5465366"/>
                <a:ext cx="539422" cy="334582"/>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43" name="テキスト ボックス 342">
                <a:extLst>
                  <a:ext uri="{FF2B5EF4-FFF2-40B4-BE49-F238E27FC236}">
                    <a16:creationId xmlns:a16="http://schemas.microsoft.com/office/drawing/2014/main" id="{4CB49B14-A757-386C-2C9A-BC90B348A61F}"/>
                  </a:ext>
                </a:extLst>
              </p:cNvPr>
              <p:cNvSpPr txBox="1"/>
              <p:nvPr/>
            </p:nvSpPr>
            <p:spPr>
              <a:xfrm>
                <a:off x="2074305" y="5493787"/>
                <a:ext cx="462874"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PLL</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344" name="楕円 343">
                <a:extLst>
                  <a:ext uri="{FF2B5EF4-FFF2-40B4-BE49-F238E27FC236}">
                    <a16:creationId xmlns:a16="http://schemas.microsoft.com/office/drawing/2014/main" id="{D81B70B2-2321-AE7D-109A-96F0FE97FCFA}"/>
                  </a:ext>
                </a:extLst>
              </p:cNvPr>
              <p:cNvSpPr/>
              <p:nvPr/>
            </p:nvSpPr>
            <p:spPr>
              <a:xfrm>
                <a:off x="2039982" y="5526556"/>
                <a:ext cx="38994" cy="3899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45" name="楕円 344">
                <a:extLst>
                  <a:ext uri="{FF2B5EF4-FFF2-40B4-BE49-F238E27FC236}">
                    <a16:creationId xmlns:a16="http://schemas.microsoft.com/office/drawing/2014/main" id="{3D33BB51-65FD-76AF-5FD7-14929095A5DB}"/>
                  </a:ext>
                </a:extLst>
              </p:cNvPr>
              <p:cNvSpPr/>
              <p:nvPr/>
            </p:nvSpPr>
            <p:spPr>
              <a:xfrm>
                <a:off x="2039982" y="5699764"/>
                <a:ext cx="38994" cy="3899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18" name="直線矢印コネクタ 217">
              <a:extLst>
                <a:ext uri="{FF2B5EF4-FFF2-40B4-BE49-F238E27FC236}">
                  <a16:creationId xmlns:a16="http://schemas.microsoft.com/office/drawing/2014/main" id="{8CB98FA7-A241-17D1-E528-9D0121ECE725}"/>
                </a:ext>
              </a:extLst>
            </p:cNvPr>
            <p:cNvCxnSpPr>
              <a:cxnSpLocks/>
              <a:stCxn id="342" idx="3"/>
              <a:endCxn id="346" idx="2"/>
            </p:cNvCxnSpPr>
            <p:nvPr/>
          </p:nvCxnSpPr>
          <p:spPr>
            <a:xfrm>
              <a:off x="2571502" y="5632657"/>
              <a:ext cx="32961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sp>
          <p:nvSpPr>
            <p:cNvPr id="219" name="テキスト ボックス 218">
              <a:extLst>
                <a:ext uri="{FF2B5EF4-FFF2-40B4-BE49-F238E27FC236}">
                  <a16:creationId xmlns:a16="http://schemas.microsoft.com/office/drawing/2014/main" id="{6B4D0527-391B-6800-379E-AF019F320EAA}"/>
                </a:ext>
              </a:extLst>
            </p:cNvPr>
            <p:cNvSpPr txBox="1"/>
            <p:nvPr/>
          </p:nvSpPr>
          <p:spPr>
            <a:xfrm>
              <a:off x="995680" y="2736065"/>
              <a:ext cx="492443"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ANT</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nvGrpSpPr>
            <p:cNvPr id="220" name="グループ化 219">
              <a:extLst>
                <a:ext uri="{FF2B5EF4-FFF2-40B4-BE49-F238E27FC236}">
                  <a16:creationId xmlns:a16="http://schemas.microsoft.com/office/drawing/2014/main" id="{8F43F914-2FDD-9893-84AD-1E4E2AB8A78C}"/>
                </a:ext>
              </a:extLst>
            </p:cNvPr>
            <p:cNvGrpSpPr/>
            <p:nvPr/>
          </p:nvGrpSpPr>
          <p:grpSpPr>
            <a:xfrm>
              <a:off x="498115" y="5375416"/>
              <a:ext cx="937140" cy="334771"/>
              <a:chOff x="3833813" y="6055659"/>
              <a:chExt cx="1098776" cy="392512"/>
            </a:xfrm>
          </p:grpSpPr>
          <p:sp>
            <p:nvSpPr>
              <p:cNvPr id="340" name="正方形/長方形 339">
                <a:extLst>
                  <a:ext uri="{FF2B5EF4-FFF2-40B4-BE49-F238E27FC236}">
                    <a16:creationId xmlns:a16="http://schemas.microsoft.com/office/drawing/2014/main" id="{20912B4A-0AD8-794D-3A52-1C90646A9FBA}"/>
                  </a:ext>
                </a:extLst>
              </p:cNvPr>
              <p:cNvSpPr/>
              <p:nvPr/>
            </p:nvSpPr>
            <p:spPr>
              <a:xfrm>
                <a:off x="3833813" y="6055659"/>
                <a:ext cx="1098776" cy="392512"/>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41" name="テキスト ボックス 340">
                <a:extLst>
                  <a:ext uri="{FF2B5EF4-FFF2-40B4-BE49-F238E27FC236}">
                    <a16:creationId xmlns:a16="http://schemas.microsoft.com/office/drawing/2014/main" id="{A4747347-89C6-0FA3-D937-483DDD5AF58C}"/>
                  </a:ext>
                </a:extLst>
              </p:cNvPr>
              <p:cNvSpPr txBox="1"/>
              <p:nvPr/>
            </p:nvSpPr>
            <p:spPr>
              <a:xfrm>
                <a:off x="3900431" y="6081253"/>
                <a:ext cx="966433" cy="32477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Oscillator</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21" name="コネクタ: カギ線 220">
              <a:extLst>
                <a:ext uri="{FF2B5EF4-FFF2-40B4-BE49-F238E27FC236}">
                  <a16:creationId xmlns:a16="http://schemas.microsoft.com/office/drawing/2014/main" id="{79F64B21-D407-848C-D4F1-9E21A1139AF3}"/>
                </a:ext>
              </a:extLst>
            </p:cNvPr>
            <p:cNvCxnSpPr>
              <a:cxnSpLocks/>
              <a:stCxn id="346" idx="6"/>
              <a:endCxn id="345" idx="2"/>
            </p:cNvCxnSpPr>
            <p:nvPr/>
          </p:nvCxnSpPr>
          <p:spPr>
            <a:xfrm flipH="1">
              <a:off x="2039982" y="5632657"/>
              <a:ext cx="1195716" cy="86604"/>
            </a:xfrm>
            <a:prstGeom prst="bentConnector5">
              <a:avLst>
                <a:gd name="adj1" fmla="val -13595"/>
                <a:gd name="adj2" fmla="val 457128"/>
                <a:gd name="adj3" fmla="val 119118"/>
              </a:avLst>
            </a:prstGeom>
            <a:noFill/>
            <a:ln w="19050" cap="flat" cmpd="sng" algn="ctr">
              <a:solidFill>
                <a:srgbClr val="3F3F3F">
                  <a:lumMod val="50000"/>
                </a:srgbClr>
              </a:solidFill>
              <a:prstDash val="solid"/>
              <a:round/>
              <a:headEnd type="none" w="med" len="med"/>
              <a:tailEnd type="arrow" w="med" len="med"/>
            </a:ln>
            <a:effectLst/>
          </p:spPr>
        </p:cxnSp>
        <p:sp>
          <p:nvSpPr>
            <p:cNvPr id="222" name="テキスト ボックス 221">
              <a:extLst>
                <a:ext uri="{FF2B5EF4-FFF2-40B4-BE49-F238E27FC236}">
                  <a16:creationId xmlns:a16="http://schemas.microsoft.com/office/drawing/2014/main" id="{39634052-BBF8-4E09-B209-DF2A7097857A}"/>
                </a:ext>
              </a:extLst>
            </p:cNvPr>
            <p:cNvSpPr txBox="1"/>
            <p:nvPr/>
          </p:nvSpPr>
          <p:spPr>
            <a:xfrm>
              <a:off x="2814648" y="5211448"/>
              <a:ext cx="518091"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VCO</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23" name="楕円 222">
              <a:extLst>
                <a:ext uri="{FF2B5EF4-FFF2-40B4-BE49-F238E27FC236}">
                  <a16:creationId xmlns:a16="http://schemas.microsoft.com/office/drawing/2014/main" id="{FF172300-4A42-7EC1-6B47-84F546DB28FA}"/>
                </a:ext>
              </a:extLst>
            </p:cNvPr>
            <p:cNvSpPr/>
            <p:nvPr/>
          </p:nvSpPr>
          <p:spPr>
            <a:xfrm>
              <a:off x="3346910" y="558288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24" name="テキスト ボックス 223">
              <a:extLst>
                <a:ext uri="{FF2B5EF4-FFF2-40B4-BE49-F238E27FC236}">
                  <a16:creationId xmlns:a16="http://schemas.microsoft.com/office/drawing/2014/main" id="{72E0F9E5-5A1D-3ED4-C4B7-ABF4E10BB049}"/>
                </a:ext>
              </a:extLst>
            </p:cNvPr>
            <p:cNvSpPr txBox="1"/>
            <p:nvPr/>
          </p:nvSpPr>
          <p:spPr>
            <a:xfrm>
              <a:off x="2876125" y="1638884"/>
              <a:ext cx="1465904" cy="28875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600" b="0" i="0" u="none" strike="noStrike" kern="0" cap="none" spc="0" normalizeH="0" baseline="0" noProof="0" dirty="0">
                  <a:ln>
                    <a:noFill/>
                  </a:ln>
                  <a:solidFill>
                    <a:srgbClr val="3F3F3F">
                      <a:lumMod val="50000"/>
                    </a:srgbClr>
                  </a:solidFill>
                  <a:effectLst/>
                  <a:uLnTx/>
                  <a:uFillTx/>
                  <a:latin typeface="Arial"/>
                  <a:ea typeface="BIZ UDPゴシック"/>
                </a:rPr>
                <a:t>RF</a:t>
              </a:r>
              <a:r>
                <a:rPr kumimoji="1" lang="ja-JP" altLang="en-US" sz="1600" b="0" i="0" u="none" strike="noStrike" kern="0" cap="none" spc="0" normalizeH="0" baseline="0" noProof="0" dirty="0">
                  <a:ln>
                    <a:noFill/>
                  </a:ln>
                  <a:solidFill>
                    <a:srgbClr val="3F3F3F">
                      <a:lumMod val="50000"/>
                    </a:srgbClr>
                  </a:solidFill>
                  <a:effectLst/>
                  <a:uLnTx/>
                  <a:uFillTx/>
                  <a:latin typeface="Arial"/>
                  <a:ea typeface="BIZ UDPゴシック"/>
                </a:rPr>
                <a:t>フロントエンド</a:t>
              </a:r>
              <a:endParaRPr kumimoji="1" lang="en-US" altLang="ja-JP" sz="16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25" name="フローチャート: 和接合 224">
              <a:extLst>
                <a:ext uri="{FF2B5EF4-FFF2-40B4-BE49-F238E27FC236}">
                  <a16:creationId xmlns:a16="http://schemas.microsoft.com/office/drawing/2014/main" id="{0E951CDE-F27B-9DD2-2B2B-CB57703DA361}"/>
                </a:ext>
              </a:extLst>
            </p:cNvPr>
            <p:cNvSpPr/>
            <p:nvPr/>
          </p:nvSpPr>
          <p:spPr>
            <a:xfrm>
              <a:off x="5774541" y="2975658"/>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226" name="フローチャート: 和接合 225">
              <a:extLst>
                <a:ext uri="{FF2B5EF4-FFF2-40B4-BE49-F238E27FC236}">
                  <a16:creationId xmlns:a16="http://schemas.microsoft.com/office/drawing/2014/main" id="{67DE1456-4976-70DD-B53F-A8394522447B}"/>
                </a:ext>
              </a:extLst>
            </p:cNvPr>
            <p:cNvSpPr/>
            <p:nvPr/>
          </p:nvSpPr>
          <p:spPr>
            <a:xfrm>
              <a:off x="6235974" y="4118325"/>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cxnSp>
          <p:nvCxnSpPr>
            <p:cNvPr id="227" name="直線矢印コネクタ 226">
              <a:extLst>
                <a:ext uri="{FF2B5EF4-FFF2-40B4-BE49-F238E27FC236}">
                  <a16:creationId xmlns:a16="http://schemas.microsoft.com/office/drawing/2014/main" id="{30EE5A1A-1DA5-A742-0D75-48915B38511E}"/>
                </a:ext>
              </a:extLst>
            </p:cNvPr>
            <p:cNvCxnSpPr>
              <a:cxnSpLocks/>
            </p:cNvCxnSpPr>
            <p:nvPr/>
          </p:nvCxnSpPr>
          <p:spPr>
            <a:xfrm flipV="1">
              <a:off x="5911346" y="3249269"/>
              <a:ext cx="0" cy="139297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28" name="直線矢印コネクタ 227">
              <a:extLst>
                <a:ext uri="{FF2B5EF4-FFF2-40B4-BE49-F238E27FC236}">
                  <a16:creationId xmlns:a16="http://schemas.microsoft.com/office/drawing/2014/main" id="{08D6BD8A-5F70-E49A-7564-49CA09F2DB81}"/>
                </a:ext>
              </a:extLst>
            </p:cNvPr>
            <p:cNvCxnSpPr>
              <a:cxnSpLocks/>
              <a:stCxn id="339" idx="0"/>
              <a:endCxn id="226" idx="4"/>
            </p:cNvCxnSpPr>
            <p:nvPr/>
          </p:nvCxnSpPr>
          <p:spPr>
            <a:xfrm flipV="1">
              <a:off x="6372779" y="4391935"/>
              <a:ext cx="0" cy="2539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29" name="グループ化 228">
              <a:extLst>
                <a:ext uri="{FF2B5EF4-FFF2-40B4-BE49-F238E27FC236}">
                  <a16:creationId xmlns:a16="http://schemas.microsoft.com/office/drawing/2014/main" id="{27ACA117-A1C7-FE1B-FFCB-D55740612E1C}"/>
                </a:ext>
              </a:extLst>
            </p:cNvPr>
            <p:cNvGrpSpPr/>
            <p:nvPr/>
          </p:nvGrpSpPr>
          <p:grpSpPr>
            <a:xfrm>
              <a:off x="5709875" y="4642242"/>
              <a:ext cx="864374" cy="429386"/>
              <a:chOff x="5078984" y="4007095"/>
              <a:chExt cx="1013460" cy="503446"/>
            </a:xfrm>
          </p:grpSpPr>
          <p:sp>
            <p:nvSpPr>
              <p:cNvPr id="336" name="正方形/長方形 335">
                <a:extLst>
                  <a:ext uri="{FF2B5EF4-FFF2-40B4-BE49-F238E27FC236}">
                    <a16:creationId xmlns:a16="http://schemas.microsoft.com/office/drawing/2014/main" id="{F696E08D-7B6E-A896-BB78-67FFD1CCD622}"/>
                  </a:ext>
                </a:extLst>
              </p:cNvPr>
              <p:cNvSpPr/>
              <p:nvPr/>
            </p:nvSpPr>
            <p:spPr>
              <a:xfrm>
                <a:off x="5078984" y="4007095"/>
                <a:ext cx="1013460" cy="50344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337" name="二等辺三角形 336">
                <a:extLst>
                  <a:ext uri="{FF2B5EF4-FFF2-40B4-BE49-F238E27FC236}">
                    <a16:creationId xmlns:a16="http://schemas.microsoft.com/office/drawing/2014/main" id="{641BD28E-0422-1504-C23F-5BFBD876D687}"/>
                  </a:ext>
                </a:extLst>
              </p:cNvPr>
              <p:cNvSpPr/>
              <p:nvPr/>
            </p:nvSpPr>
            <p:spPr>
              <a:xfrm>
                <a:off x="5078984" y="4007095"/>
                <a:ext cx="1013460" cy="503446"/>
              </a:xfrm>
              <a:prstGeom prst="triangle">
                <a:avLst/>
              </a:prstGeom>
              <a:noFill/>
              <a:ln w="9525"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8" name="テキスト ボックス 337">
                <a:extLst>
                  <a:ext uri="{FF2B5EF4-FFF2-40B4-BE49-F238E27FC236}">
                    <a16:creationId xmlns:a16="http://schemas.microsoft.com/office/drawing/2014/main" id="{5A1A9DAF-49E0-2865-384E-7DCE135A13D4}"/>
                  </a:ext>
                </a:extLst>
              </p:cNvPr>
              <p:cNvSpPr txBox="1"/>
              <p:nvPr/>
            </p:nvSpPr>
            <p:spPr>
              <a:xfrm>
                <a:off x="5273689" y="4020892"/>
                <a:ext cx="92096" cy="19847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0</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339" name="テキスト ボックス 338">
                <a:extLst>
                  <a:ext uri="{FF2B5EF4-FFF2-40B4-BE49-F238E27FC236}">
                    <a16:creationId xmlns:a16="http://schemas.microsoft.com/office/drawing/2014/main" id="{59F47C1F-BC90-FBC9-A955-BE2F1493FD9C}"/>
                  </a:ext>
                </a:extLst>
              </p:cNvPr>
              <p:cNvSpPr txBox="1"/>
              <p:nvPr/>
            </p:nvSpPr>
            <p:spPr>
              <a:xfrm>
                <a:off x="5756868" y="4011366"/>
                <a:ext cx="198714" cy="198474"/>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90</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30" name="直線矢印コネクタ 229">
              <a:extLst>
                <a:ext uri="{FF2B5EF4-FFF2-40B4-BE49-F238E27FC236}">
                  <a16:creationId xmlns:a16="http://schemas.microsoft.com/office/drawing/2014/main" id="{4D627E20-CF37-A093-CEE9-E4DED58A2199}"/>
                </a:ext>
              </a:extLst>
            </p:cNvPr>
            <p:cNvCxnSpPr>
              <a:cxnSpLocks/>
              <a:stCxn id="225" idx="6"/>
              <a:endCxn id="332" idx="2"/>
            </p:cNvCxnSpPr>
            <p:nvPr/>
          </p:nvCxnSpPr>
          <p:spPr>
            <a:xfrm flipV="1">
              <a:off x="6048151" y="3109847"/>
              <a:ext cx="1430061" cy="2616"/>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31" name="直線矢印コネクタ 230">
              <a:extLst>
                <a:ext uri="{FF2B5EF4-FFF2-40B4-BE49-F238E27FC236}">
                  <a16:creationId xmlns:a16="http://schemas.microsoft.com/office/drawing/2014/main" id="{A88E758E-9287-B207-5957-39DED4371AE8}"/>
                </a:ext>
              </a:extLst>
            </p:cNvPr>
            <p:cNvCxnSpPr>
              <a:cxnSpLocks/>
              <a:stCxn id="226" idx="6"/>
              <a:endCxn id="329" idx="2"/>
            </p:cNvCxnSpPr>
            <p:nvPr/>
          </p:nvCxnSpPr>
          <p:spPr>
            <a:xfrm flipV="1">
              <a:off x="6509584" y="4251069"/>
              <a:ext cx="968628" cy="4061"/>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32" name="直線矢印コネクタ 231">
              <a:extLst>
                <a:ext uri="{FF2B5EF4-FFF2-40B4-BE49-F238E27FC236}">
                  <a16:creationId xmlns:a16="http://schemas.microsoft.com/office/drawing/2014/main" id="{84EFC7D2-F463-1C07-E3F8-67283F40F33A}"/>
                </a:ext>
              </a:extLst>
            </p:cNvPr>
            <p:cNvCxnSpPr>
              <a:cxnSpLocks/>
              <a:stCxn id="349" idx="3"/>
              <a:endCxn id="226" idx="2"/>
            </p:cNvCxnSpPr>
            <p:nvPr/>
          </p:nvCxnSpPr>
          <p:spPr>
            <a:xfrm>
              <a:off x="5395760" y="4255130"/>
              <a:ext cx="84021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33" name="直線矢印コネクタ 232">
              <a:extLst>
                <a:ext uri="{FF2B5EF4-FFF2-40B4-BE49-F238E27FC236}">
                  <a16:creationId xmlns:a16="http://schemas.microsoft.com/office/drawing/2014/main" id="{F3AFB53E-4646-FB52-75FA-518CCA616A2D}"/>
                </a:ext>
              </a:extLst>
            </p:cNvPr>
            <p:cNvCxnSpPr>
              <a:cxnSpLocks/>
              <a:stCxn id="351" idx="3"/>
              <a:endCxn id="225" idx="2"/>
            </p:cNvCxnSpPr>
            <p:nvPr/>
          </p:nvCxnSpPr>
          <p:spPr>
            <a:xfrm>
              <a:off x="5395760" y="3112463"/>
              <a:ext cx="37878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34" name="グループ化 233">
              <a:extLst>
                <a:ext uri="{FF2B5EF4-FFF2-40B4-BE49-F238E27FC236}">
                  <a16:creationId xmlns:a16="http://schemas.microsoft.com/office/drawing/2014/main" id="{1FA1E68A-DBC4-C680-3066-D564211C8C38}"/>
                </a:ext>
              </a:extLst>
            </p:cNvPr>
            <p:cNvGrpSpPr/>
            <p:nvPr/>
          </p:nvGrpSpPr>
          <p:grpSpPr>
            <a:xfrm>
              <a:off x="6324028" y="5855742"/>
              <a:ext cx="1095159" cy="318322"/>
              <a:chOff x="3833813" y="6055659"/>
              <a:chExt cx="1284050" cy="373225"/>
            </a:xfrm>
          </p:grpSpPr>
          <p:sp>
            <p:nvSpPr>
              <p:cNvPr id="334" name="正方形/長方形 333">
                <a:extLst>
                  <a:ext uri="{FF2B5EF4-FFF2-40B4-BE49-F238E27FC236}">
                    <a16:creationId xmlns:a16="http://schemas.microsoft.com/office/drawing/2014/main" id="{9A9E64B1-BDA5-64C0-9934-24CC05143759}"/>
                  </a:ext>
                </a:extLst>
              </p:cNvPr>
              <p:cNvSpPr/>
              <p:nvPr/>
            </p:nvSpPr>
            <p:spPr>
              <a:xfrm>
                <a:off x="3833813" y="6055659"/>
                <a:ext cx="1284050"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5" name="テキスト ボックス 334">
                <a:extLst>
                  <a:ext uri="{FF2B5EF4-FFF2-40B4-BE49-F238E27FC236}">
                    <a16:creationId xmlns:a16="http://schemas.microsoft.com/office/drawing/2014/main" id="{71AE2D28-65BC-F269-8624-E364CC319D29}"/>
                  </a:ext>
                </a:extLst>
              </p:cNvPr>
              <p:cNvSpPr txBox="1"/>
              <p:nvPr/>
            </p:nvSpPr>
            <p:spPr>
              <a:xfrm>
                <a:off x="3885773" y="6088383"/>
                <a:ext cx="121640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Carrier</a:t>
                </a:r>
                <a:r>
                  <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rPr>
                  <a:t> </a:t>
                </a: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NCO</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35" name="コネクタ: カギ線 234">
              <a:extLst>
                <a:ext uri="{FF2B5EF4-FFF2-40B4-BE49-F238E27FC236}">
                  <a16:creationId xmlns:a16="http://schemas.microsoft.com/office/drawing/2014/main" id="{4F3F67D9-036C-EFB9-7ACD-0A7E3E991ACD}"/>
                </a:ext>
              </a:extLst>
            </p:cNvPr>
            <p:cNvCxnSpPr>
              <a:cxnSpLocks/>
              <a:stCxn id="334" idx="1"/>
              <a:endCxn id="337" idx="3"/>
            </p:cNvCxnSpPr>
            <p:nvPr/>
          </p:nvCxnSpPr>
          <p:spPr>
            <a:xfrm rot="10800000">
              <a:off x="6142063" y="5071629"/>
              <a:ext cx="181966" cy="943275"/>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236" name="グループ化 235">
              <a:extLst>
                <a:ext uri="{FF2B5EF4-FFF2-40B4-BE49-F238E27FC236}">
                  <a16:creationId xmlns:a16="http://schemas.microsoft.com/office/drawing/2014/main" id="{CDB6B637-5944-9EFD-F142-2C093C316401}"/>
                </a:ext>
              </a:extLst>
            </p:cNvPr>
            <p:cNvGrpSpPr/>
            <p:nvPr/>
          </p:nvGrpSpPr>
          <p:grpSpPr>
            <a:xfrm>
              <a:off x="7008772" y="2623475"/>
              <a:ext cx="1212490" cy="972745"/>
              <a:chOff x="7584882" y="2974179"/>
              <a:chExt cx="1421618" cy="1140522"/>
            </a:xfrm>
          </p:grpSpPr>
          <p:sp>
            <p:nvSpPr>
              <p:cNvPr id="331" name="フローチャート: 和接合 330">
                <a:extLst>
                  <a:ext uri="{FF2B5EF4-FFF2-40B4-BE49-F238E27FC236}">
                    <a16:creationId xmlns:a16="http://schemas.microsoft.com/office/drawing/2014/main" id="{D6B70998-76E5-5CDF-0A9F-AFA8B426C528}"/>
                  </a:ext>
                </a:extLst>
              </p:cNvPr>
              <p:cNvSpPr/>
              <p:nvPr/>
            </p:nvSpPr>
            <p:spPr>
              <a:xfrm>
                <a:off x="8685698" y="297417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2" name="フローチャート: 和接合 331">
                <a:extLst>
                  <a:ext uri="{FF2B5EF4-FFF2-40B4-BE49-F238E27FC236}">
                    <a16:creationId xmlns:a16="http://schemas.microsoft.com/office/drawing/2014/main" id="{C988258E-0E30-EC88-A6E5-7BA9A1D14A8D}"/>
                  </a:ext>
                </a:extLst>
              </p:cNvPr>
              <p:cNvSpPr/>
              <p:nvPr/>
            </p:nvSpPr>
            <p:spPr>
              <a:xfrm>
                <a:off x="8135290" y="338403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3" name="フローチャート: 和接合 332">
                <a:extLst>
                  <a:ext uri="{FF2B5EF4-FFF2-40B4-BE49-F238E27FC236}">
                    <a16:creationId xmlns:a16="http://schemas.microsoft.com/office/drawing/2014/main" id="{C5E8DD79-83A4-9EAD-A1C9-384EA1F030B3}"/>
                  </a:ext>
                </a:extLst>
              </p:cNvPr>
              <p:cNvSpPr/>
              <p:nvPr/>
            </p:nvSpPr>
            <p:spPr>
              <a:xfrm>
                <a:off x="7584882" y="379389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grpSp>
          <p:nvGrpSpPr>
            <p:cNvPr id="237" name="グループ化 236">
              <a:extLst>
                <a:ext uri="{FF2B5EF4-FFF2-40B4-BE49-F238E27FC236}">
                  <a16:creationId xmlns:a16="http://schemas.microsoft.com/office/drawing/2014/main" id="{1071D0CE-6836-5697-EE29-005A0A9DF33F}"/>
                </a:ext>
              </a:extLst>
            </p:cNvPr>
            <p:cNvGrpSpPr/>
            <p:nvPr/>
          </p:nvGrpSpPr>
          <p:grpSpPr>
            <a:xfrm>
              <a:off x="7038285" y="3764696"/>
              <a:ext cx="1182977" cy="972745"/>
              <a:chOff x="7619485" y="2974179"/>
              <a:chExt cx="1387015" cy="1140522"/>
            </a:xfrm>
          </p:grpSpPr>
          <p:sp>
            <p:nvSpPr>
              <p:cNvPr id="328" name="フローチャート: 和接合 327">
                <a:extLst>
                  <a:ext uri="{FF2B5EF4-FFF2-40B4-BE49-F238E27FC236}">
                    <a16:creationId xmlns:a16="http://schemas.microsoft.com/office/drawing/2014/main" id="{F4CA47A7-342D-FD0B-BE04-7838E86C33E8}"/>
                  </a:ext>
                </a:extLst>
              </p:cNvPr>
              <p:cNvSpPr/>
              <p:nvPr/>
            </p:nvSpPr>
            <p:spPr>
              <a:xfrm>
                <a:off x="8685698" y="297417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29" name="フローチャート: 和接合 328">
                <a:extLst>
                  <a:ext uri="{FF2B5EF4-FFF2-40B4-BE49-F238E27FC236}">
                    <a16:creationId xmlns:a16="http://schemas.microsoft.com/office/drawing/2014/main" id="{31B689E6-0455-C987-D7BD-423CDB2150EC}"/>
                  </a:ext>
                </a:extLst>
              </p:cNvPr>
              <p:cNvSpPr/>
              <p:nvPr/>
            </p:nvSpPr>
            <p:spPr>
              <a:xfrm>
                <a:off x="8135290" y="338403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30" name="フローチャート: 和接合 329">
                <a:extLst>
                  <a:ext uri="{FF2B5EF4-FFF2-40B4-BE49-F238E27FC236}">
                    <a16:creationId xmlns:a16="http://schemas.microsoft.com/office/drawing/2014/main" id="{F650B8C1-44FA-9417-97AB-D096EFB461FF}"/>
                  </a:ext>
                </a:extLst>
              </p:cNvPr>
              <p:cNvSpPr/>
              <p:nvPr/>
            </p:nvSpPr>
            <p:spPr>
              <a:xfrm>
                <a:off x="7619485" y="379389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cxnSp>
          <p:nvCxnSpPr>
            <p:cNvPr id="238" name="コネクタ: カギ線 237">
              <a:extLst>
                <a:ext uri="{FF2B5EF4-FFF2-40B4-BE49-F238E27FC236}">
                  <a16:creationId xmlns:a16="http://schemas.microsoft.com/office/drawing/2014/main" id="{6A582345-4CD9-7FE9-A694-99E462527736}"/>
                </a:ext>
              </a:extLst>
            </p:cNvPr>
            <p:cNvCxnSpPr>
              <a:cxnSpLocks/>
              <a:stCxn id="226" idx="6"/>
              <a:endCxn id="330" idx="2"/>
            </p:cNvCxnSpPr>
            <p:nvPr/>
          </p:nvCxnSpPr>
          <p:spPr>
            <a:xfrm>
              <a:off x="6509584" y="4255130"/>
              <a:ext cx="528701" cy="345506"/>
            </a:xfrm>
            <a:prstGeom prst="bentConnector3">
              <a:avLst>
                <a:gd name="adj1" fmla="val 50000"/>
              </a:avLst>
            </a:prstGeom>
            <a:noFill/>
            <a:ln w="19050" cap="flat" cmpd="sng" algn="ctr">
              <a:solidFill>
                <a:srgbClr val="3F3F3F">
                  <a:lumMod val="50000"/>
                </a:srgbClr>
              </a:solidFill>
              <a:prstDash val="solid"/>
              <a:round/>
              <a:headEnd type="none" w="med" len="med"/>
              <a:tailEnd type="arrow" w="med" len="med"/>
            </a:ln>
            <a:effectLst/>
          </p:spPr>
        </p:cxnSp>
        <p:cxnSp>
          <p:nvCxnSpPr>
            <p:cNvPr id="239" name="コネクタ: カギ線 238">
              <a:extLst>
                <a:ext uri="{FF2B5EF4-FFF2-40B4-BE49-F238E27FC236}">
                  <a16:creationId xmlns:a16="http://schemas.microsoft.com/office/drawing/2014/main" id="{469368CE-E06D-D2EF-2364-D0E0DB5DE5EB}"/>
                </a:ext>
              </a:extLst>
            </p:cNvPr>
            <p:cNvCxnSpPr>
              <a:cxnSpLocks/>
              <a:stCxn id="226" idx="6"/>
              <a:endCxn id="328" idx="2"/>
            </p:cNvCxnSpPr>
            <p:nvPr/>
          </p:nvCxnSpPr>
          <p:spPr>
            <a:xfrm flipV="1">
              <a:off x="6509584" y="3901501"/>
              <a:ext cx="1438068" cy="353629"/>
            </a:xfrm>
            <a:prstGeom prst="bentConnector3">
              <a:avLst>
                <a:gd name="adj1" fmla="val 18478"/>
              </a:avLst>
            </a:prstGeom>
            <a:noFill/>
            <a:ln w="19050" cap="flat" cmpd="sng" algn="ctr">
              <a:solidFill>
                <a:srgbClr val="3F3F3F">
                  <a:lumMod val="50000"/>
                </a:srgbClr>
              </a:solidFill>
              <a:prstDash val="solid"/>
              <a:round/>
              <a:headEnd type="none" w="med" len="med"/>
              <a:tailEnd type="arrow" w="med" len="med"/>
            </a:ln>
            <a:effectLst/>
          </p:spPr>
        </p:cxnSp>
        <p:cxnSp>
          <p:nvCxnSpPr>
            <p:cNvPr id="240" name="コネクタ: カギ線 239">
              <a:extLst>
                <a:ext uri="{FF2B5EF4-FFF2-40B4-BE49-F238E27FC236}">
                  <a16:creationId xmlns:a16="http://schemas.microsoft.com/office/drawing/2014/main" id="{5720FD65-519C-B61E-4F56-50AF849623DD}"/>
                </a:ext>
              </a:extLst>
            </p:cNvPr>
            <p:cNvCxnSpPr>
              <a:cxnSpLocks/>
              <a:stCxn id="225" idx="6"/>
              <a:endCxn id="331" idx="2"/>
            </p:cNvCxnSpPr>
            <p:nvPr/>
          </p:nvCxnSpPr>
          <p:spPr>
            <a:xfrm flipV="1">
              <a:off x="6048151" y="2760280"/>
              <a:ext cx="1899501" cy="352183"/>
            </a:xfrm>
            <a:prstGeom prst="bentConnector3">
              <a:avLst>
                <a:gd name="adj1" fmla="val 25023"/>
              </a:avLst>
            </a:prstGeom>
            <a:noFill/>
            <a:ln w="19050" cap="flat" cmpd="sng" algn="ctr">
              <a:solidFill>
                <a:srgbClr val="3F3F3F">
                  <a:lumMod val="50000"/>
                </a:srgbClr>
              </a:solidFill>
              <a:prstDash val="solid"/>
              <a:round/>
              <a:headEnd type="none" w="med" len="med"/>
              <a:tailEnd type="arrow" w="med" len="med"/>
            </a:ln>
            <a:effectLst/>
          </p:spPr>
        </p:cxnSp>
        <p:cxnSp>
          <p:nvCxnSpPr>
            <p:cNvPr id="241" name="コネクタ: カギ線 240">
              <a:extLst>
                <a:ext uri="{FF2B5EF4-FFF2-40B4-BE49-F238E27FC236}">
                  <a16:creationId xmlns:a16="http://schemas.microsoft.com/office/drawing/2014/main" id="{9DF119C1-7040-A216-D1D5-FCB53F990D9B}"/>
                </a:ext>
              </a:extLst>
            </p:cNvPr>
            <p:cNvCxnSpPr>
              <a:cxnSpLocks/>
              <a:stCxn id="225" idx="6"/>
              <a:endCxn id="333" idx="2"/>
            </p:cNvCxnSpPr>
            <p:nvPr/>
          </p:nvCxnSpPr>
          <p:spPr>
            <a:xfrm>
              <a:off x="6048151" y="3112463"/>
              <a:ext cx="960621" cy="346952"/>
            </a:xfrm>
            <a:prstGeom prst="bentConnector3">
              <a:avLst>
                <a:gd name="adj1" fmla="val 50000"/>
              </a:avLst>
            </a:prstGeom>
            <a:noFill/>
            <a:ln w="19050" cap="flat" cmpd="sng" algn="ctr">
              <a:solidFill>
                <a:srgbClr val="3F3F3F">
                  <a:lumMod val="50000"/>
                </a:srgbClr>
              </a:solidFill>
              <a:prstDash val="solid"/>
              <a:round/>
              <a:headEnd type="none" w="med" len="med"/>
              <a:tailEnd type="arrow" w="med" len="med"/>
            </a:ln>
            <a:effectLst/>
          </p:spPr>
        </p:cxnSp>
        <p:sp>
          <p:nvSpPr>
            <p:cNvPr id="242" name="楕円 241">
              <a:extLst>
                <a:ext uri="{FF2B5EF4-FFF2-40B4-BE49-F238E27FC236}">
                  <a16:creationId xmlns:a16="http://schemas.microsoft.com/office/drawing/2014/main" id="{2393D516-6F77-97B4-2B73-612DCDED28CF}"/>
                </a:ext>
              </a:extLst>
            </p:cNvPr>
            <p:cNvSpPr/>
            <p:nvPr/>
          </p:nvSpPr>
          <p:spPr>
            <a:xfrm>
              <a:off x="6478354" y="3062623"/>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43" name="楕円 242">
              <a:extLst>
                <a:ext uri="{FF2B5EF4-FFF2-40B4-BE49-F238E27FC236}">
                  <a16:creationId xmlns:a16="http://schemas.microsoft.com/office/drawing/2014/main" id="{5F4CF1C4-AA3E-9CB9-F95C-3ED033DB4A00}"/>
                </a:ext>
              </a:extLst>
            </p:cNvPr>
            <p:cNvSpPr/>
            <p:nvPr/>
          </p:nvSpPr>
          <p:spPr>
            <a:xfrm>
              <a:off x="6723535" y="42073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cxnSp>
          <p:nvCxnSpPr>
            <p:cNvPr id="244" name="直線矢印コネクタ 243">
              <a:extLst>
                <a:ext uri="{FF2B5EF4-FFF2-40B4-BE49-F238E27FC236}">
                  <a16:creationId xmlns:a16="http://schemas.microsoft.com/office/drawing/2014/main" id="{D542185F-D8D2-BB54-285A-2116DD58EA29}"/>
                </a:ext>
              </a:extLst>
            </p:cNvPr>
            <p:cNvCxnSpPr>
              <a:cxnSpLocks/>
              <a:stCxn id="323" idx="0"/>
              <a:endCxn id="330" idx="4"/>
            </p:cNvCxnSpPr>
            <p:nvPr/>
          </p:nvCxnSpPr>
          <p:spPr>
            <a:xfrm flipH="1" flipV="1">
              <a:off x="7175090" y="4737441"/>
              <a:ext cx="3308" cy="46310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45" name="グループ化 244">
              <a:extLst>
                <a:ext uri="{FF2B5EF4-FFF2-40B4-BE49-F238E27FC236}">
                  <a16:creationId xmlns:a16="http://schemas.microsoft.com/office/drawing/2014/main" id="{741214C8-09B2-7ABE-2F79-46C356225120}"/>
                </a:ext>
              </a:extLst>
            </p:cNvPr>
            <p:cNvGrpSpPr/>
            <p:nvPr/>
          </p:nvGrpSpPr>
          <p:grpSpPr>
            <a:xfrm>
              <a:off x="7016027" y="5200541"/>
              <a:ext cx="1201600" cy="502430"/>
              <a:chOff x="7944701" y="4515307"/>
              <a:chExt cx="1408850" cy="589088"/>
            </a:xfrm>
          </p:grpSpPr>
          <p:grpSp>
            <p:nvGrpSpPr>
              <p:cNvPr id="322" name="グループ化 321">
                <a:extLst>
                  <a:ext uri="{FF2B5EF4-FFF2-40B4-BE49-F238E27FC236}">
                    <a16:creationId xmlns:a16="http://schemas.microsoft.com/office/drawing/2014/main" id="{426D1F9A-32CE-868F-828A-71B284F6A3A0}"/>
                  </a:ext>
                </a:extLst>
              </p:cNvPr>
              <p:cNvGrpSpPr/>
              <p:nvPr/>
            </p:nvGrpSpPr>
            <p:grpSpPr>
              <a:xfrm>
                <a:off x="7944701" y="4516885"/>
                <a:ext cx="1408850" cy="587510"/>
                <a:chOff x="3730607" y="6055659"/>
                <a:chExt cx="1408850" cy="587510"/>
              </a:xfrm>
            </p:grpSpPr>
            <p:sp>
              <p:nvSpPr>
                <p:cNvPr id="326" name="正方形/長方形 325">
                  <a:extLst>
                    <a:ext uri="{FF2B5EF4-FFF2-40B4-BE49-F238E27FC236}">
                      <a16:creationId xmlns:a16="http://schemas.microsoft.com/office/drawing/2014/main" id="{97F3622A-08C2-4BCC-C81D-7378BF02002F}"/>
                    </a:ext>
                  </a:extLst>
                </p:cNvPr>
                <p:cNvSpPr/>
                <p:nvPr/>
              </p:nvSpPr>
              <p:spPr>
                <a:xfrm>
                  <a:off x="3730607" y="6055659"/>
                  <a:ext cx="1408850" cy="587510"/>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27" name="テキスト ボックス 326">
                  <a:extLst>
                    <a:ext uri="{FF2B5EF4-FFF2-40B4-BE49-F238E27FC236}">
                      <a16:creationId xmlns:a16="http://schemas.microsoft.com/office/drawing/2014/main" id="{9E058FB9-7F90-A1B1-D683-CB20D4B87E30}"/>
                    </a:ext>
                  </a:extLst>
                </p:cNvPr>
                <p:cNvSpPr txBox="1"/>
                <p:nvPr/>
              </p:nvSpPr>
              <p:spPr>
                <a:xfrm>
                  <a:off x="3920179" y="6067702"/>
                  <a:ext cx="1040931" cy="54129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C/A</a:t>
                  </a:r>
                  <a:r>
                    <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rPr>
                    <a:t> </a:t>
                  </a: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code</a:t>
                  </a:r>
                  <a:b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b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generator</a:t>
                  </a:r>
                </a:p>
              </p:txBody>
            </p:sp>
          </p:grpSp>
          <p:sp>
            <p:nvSpPr>
              <p:cNvPr id="323" name="楕円 322">
                <a:extLst>
                  <a:ext uri="{FF2B5EF4-FFF2-40B4-BE49-F238E27FC236}">
                    <a16:creationId xmlns:a16="http://schemas.microsoft.com/office/drawing/2014/main" id="{71092374-5864-4AEC-1BE6-29FED2069465}"/>
                  </a:ext>
                </a:extLst>
              </p:cNvPr>
              <p:cNvSpPr/>
              <p:nvPr/>
            </p:nvSpPr>
            <p:spPr>
              <a:xfrm>
                <a:off x="8069605"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24" name="楕円 323">
                <a:extLst>
                  <a:ext uri="{FF2B5EF4-FFF2-40B4-BE49-F238E27FC236}">
                    <a16:creationId xmlns:a16="http://schemas.microsoft.com/office/drawing/2014/main" id="{3C131238-927B-B10F-8A40-77E769A84072}"/>
                  </a:ext>
                </a:extLst>
              </p:cNvPr>
              <p:cNvSpPr/>
              <p:nvPr/>
            </p:nvSpPr>
            <p:spPr>
              <a:xfrm>
                <a:off x="8581532"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25" name="楕円 324">
                <a:extLst>
                  <a:ext uri="{FF2B5EF4-FFF2-40B4-BE49-F238E27FC236}">
                    <a16:creationId xmlns:a16="http://schemas.microsoft.com/office/drawing/2014/main" id="{90F55D52-828B-88CA-A700-40AD490BFDB2}"/>
                  </a:ext>
                </a:extLst>
              </p:cNvPr>
              <p:cNvSpPr/>
              <p:nvPr/>
            </p:nvSpPr>
            <p:spPr>
              <a:xfrm>
                <a:off x="9131940"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46" name="直線矢印コネクタ 245">
              <a:extLst>
                <a:ext uri="{FF2B5EF4-FFF2-40B4-BE49-F238E27FC236}">
                  <a16:creationId xmlns:a16="http://schemas.microsoft.com/office/drawing/2014/main" id="{1189E38C-CFA6-DA0A-A062-5A39B834EFA8}"/>
                </a:ext>
              </a:extLst>
            </p:cNvPr>
            <p:cNvCxnSpPr>
              <a:cxnSpLocks/>
              <a:stCxn id="324" idx="0"/>
              <a:endCxn id="329" idx="4"/>
            </p:cNvCxnSpPr>
            <p:nvPr/>
          </p:nvCxnSpPr>
          <p:spPr>
            <a:xfrm flipV="1">
              <a:off x="7615017" y="4387874"/>
              <a:ext cx="0" cy="81266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47" name="直線矢印コネクタ 246">
              <a:extLst>
                <a:ext uri="{FF2B5EF4-FFF2-40B4-BE49-F238E27FC236}">
                  <a16:creationId xmlns:a16="http://schemas.microsoft.com/office/drawing/2014/main" id="{5B1C4964-2A07-6041-8CBA-80BB0C237C65}"/>
                </a:ext>
              </a:extLst>
            </p:cNvPr>
            <p:cNvCxnSpPr>
              <a:cxnSpLocks/>
              <a:stCxn id="325" idx="0"/>
              <a:endCxn id="328" idx="4"/>
            </p:cNvCxnSpPr>
            <p:nvPr/>
          </p:nvCxnSpPr>
          <p:spPr>
            <a:xfrm flipV="1">
              <a:off x="8084457" y="4038306"/>
              <a:ext cx="0" cy="1162234"/>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48" name="コネクタ: カギ線 247">
              <a:extLst>
                <a:ext uri="{FF2B5EF4-FFF2-40B4-BE49-F238E27FC236}">
                  <a16:creationId xmlns:a16="http://schemas.microsoft.com/office/drawing/2014/main" id="{E0BB8FE6-5A00-B273-F249-E8208C8B4C81}"/>
                </a:ext>
              </a:extLst>
            </p:cNvPr>
            <p:cNvCxnSpPr>
              <a:cxnSpLocks/>
              <a:stCxn id="249" idx="6"/>
              <a:endCxn id="333" idx="4"/>
            </p:cNvCxnSpPr>
            <p:nvPr/>
          </p:nvCxnSpPr>
          <p:spPr>
            <a:xfrm flipH="1" flipV="1">
              <a:off x="7145577" y="3596220"/>
              <a:ext cx="77322" cy="1322611"/>
            </a:xfrm>
            <a:prstGeom prst="bentConnector4">
              <a:avLst>
                <a:gd name="adj1" fmla="val -182113"/>
                <a:gd name="adj2" fmla="val 40669"/>
              </a:avLst>
            </a:prstGeom>
            <a:noFill/>
            <a:ln w="19050" cap="flat" cmpd="sng" algn="ctr">
              <a:solidFill>
                <a:srgbClr val="3F3F3F">
                  <a:lumMod val="50000"/>
                </a:srgbClr>
              </a:solidFill>
              <a:prstDash val="solid"/>
              <a:round/>
              <a:headEnd type="none" w="med" len="med"/>
              <a:tailEnd type="arrow" w="med" len="med"/>
            </a:ln>
            <a:effectLst/>
          </p:spPr>
        </p:cxnSp>
        <p:sp>
          <p:nvSpPr>
            <p:cNvPr id="249" name="楕円 248">
              <a:extLst>
                <a:ext uri="{FF2B5EF4-FFF2-40B4-BE49-F238E27FC236}">
                  <a16:creationId xmlns:a16="http://schemas.microsoft.com/office/drawing/2014/main" id="{8E5CBB40-3EBE-DDFE-44EB-E3C8C2E30BD7}"/>
                </a:ext>
              </a:extLst>
            </p:cNvPr>
            <p:cNvSpPr/>
            <p:nvPr/>
          </p:nvSpPr>
          <p:spPr>
            <a:xfrm>
              <a:off x="7127281" y="48710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50" name="楕円 249">
              <a:extLst>
                <a:ext uri="{FF2B5EF4-FFF2-40B4-BE49-F238E27FC236}">
                  <a16:creationId xmlns:a16="http://schemas.microsoft.com/office/drawing/2014/main" id="{E56F37C1-4A6D-209D-C74B-5654FA95CF64}"/>
                </a:ext>
              </a:extLst>
            </p:cNvPr>
            <p:cNvSpPr/>
            <p:nvPr/>
          </p:nvSpPr>
          <p:spPr>
            <a:xfrm>
              <a:off x="7561446" y="48710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51" name="楕円 250">
              <a:extLst>
                <a:ext uri="{FF2B5EF4-FFF2-40B4-BE49-F238E27FC236}">
                  <a16:creationId xmlns:a16="http://schemas.microsoft.com/office/drawing/2014/main" id="{1DF31274-C47F-AC82-1328-1479610D610F}"/>
                </a:ext>
              </a:extLst>
            </p:cNvPr>
            <p:cNvSpPr/>
            <p:nvPr/>
          </p:nvSpPr>
          <p:spPr>
            <a:xfrm>
              <a:off x="8029458" y="48710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cxnSp>
          <p:nvCxnSpPr>
            <p:cNvPr id="252" name="コネクタ: カギ線 251">
              <a:extLst>
                <a:ext uri="{FF2B5EF4-FFF2-40B4-BE49-F238E27FC236}">
                  <a16:creationId xmlns:a16="http://schemas.microsoft.com/office/drawing/2014/main" id="{5D96CA8E-6A7B-9773-B504-F6B3AFA6A91D}"/>
                </a:ext>
              </a:extLst>
            </p:cNvPr>
            <p:cNvCxnSpPr>
              <a:cxnSpLocks/>
              <a:stCxn id="250" idx="6"/>
              <a:endCxn id="332" idx="4"/>
            </p:cNvCxnSpPr>
            <p:nvPr/>
          </p:nvCxnSpPr>
          <p:spPr>
            <a:xfrm flipH="1" flipV="1">
              <a:off x="7615017" y="3246652"/>
              <a:ext cx="42047" cy="1672178"/>
            </a:xfrm>
            <a:prstGeom prst="bentConnector4">
              <a:avLst>
                <a:gd name="adj1" fmla="val -463701"/>
                <a:gd name="adj2" fmla="val 51430"/>
              </a:avLst>
            </a:prstGeom>
            <a:noFill/>
            <a:ln w="19050" cap="flat" cmpd="sng" algn="ctr">
              <a:solidFill>
                <a:srgbClr val="3F3F3F">
                  <a:lumMod val="50000"/>
                </a:srgbClr>
              </a:solidFill>
              <a:prstDash val="solid"/>
              <a:round/>
              <a:headEnd type="none" w="med" len="med"/>
              <a:tailEnd type="arrow" w="med" len="med"/>
            </a:ln>
            <a:effectLst/>
          </p:spPr>
        </p:cxnSp>
        <p:cxnSp>
          <p:nvCxnSpPr>
            <p:cNvPr id="253" name="コネクタ: カギ線 252">
              <a:extLst>
                <a:ext uri="{FF2B5EF4-FFF2-40B4-BE49-F238E27FC236}">
                  <a16:creationId xmlns:a16="http://schemas.microsoft.com/office/drawing/2014/main" id="{FC7D5126-941C-99F8-F737-60CE80CFD3CD}"/>
                </a:ext>
              </a:extLst>
            </p:cNvPr>
            <p:cNvCxnSpPr>
              <a:cxnSpLocks/>
              <a:stCxn id="251" idx="6"/>
              <a:endCxn id="331" idx="4"/>
            </p:cNvCxnSpPr>
            <p:nvPr/>
          </p:nvCxnSpPr>
          <p:spPr>
            <a:xfrm flipH="1" flipV="1">
              <a:off x="8084457" y="2897085"/>
              <a:ext cx="40619" cy="2021745"/>
            </a:xfrm>
            <a:prstGeom prst="bentConnector4">
              <a:avLst>
                <a:gd name="adj1" fmla="val -480000"/>
                <a:gd name="adj2" fmla="val 61147"/>
              </a:avLst>
            </a:prstGeom>
            <a:noFill/>
            <a:ln w="19050" cap="flat" cmpd="sng" algn="ctr">
              <a:solidFill>
                <a:srgbClr val="3F3F3F">
                  <a:lumMod val="50000"/>
                </a:srgbClr>
              </a:solidFill>
              <a:prstDash val="solid"/>
              <a:round/>
              <a:headEnd type="none" w="med" len="med"/>
              <a:tailEnd type="arrow" w="med" len="med"/>
            </a:ln>
            <a:effectLst/>
          </p:spPr>
        </p:cxnSp>
        <p:grpSp>
          <p:nvGrpSpPr>
            <p:cNvPr id="254" name="グループ化 253">
              <a:extLst>
                <a:ext uri="{FF2B5EF4-FFF2-40B4-BE49-F238E27FC236}">
                  <a16:creationId xmlns:a16="http://schemas.microsoft.com/office/drawing/2014/main" id="{35475A33-561E-7F75-F9FB-F72F2E4737F4}"/>
                </a:ext>
              </a:extLst>
            </p:cNvPr>
            <p:cNvGrpSpPr/>
            <p:nvPr/>
          </p:nvGrpSpPr>
          <p:grpSpPr>
            <a:xfrm>
              <a:off x="8571011" y="2601119"/>
              <a:ext cx="347509" cy="318322"/>
              <a:chOff x="3843782" y="6070075"/>
              <a:chExt cx="407447" cy="373225"/>
            </a:xfrm>
          </p:grpSpPr>
          <p:sp>
            <p:nvSpPr>
              <p:cNvPr id="320" name="正方形/長方形 319">
                <a:extLst>
                  <a:ext uri="{FF2B5EF4-FFF2-40B4-BE49-F238E27FC236}">
                    <a16:creationId xmlns:a16="http://schemas.microsoft.com/office/drawing/2014/main" id="{2CC9DA73-B1AA-B9B8-8817-8FF09176E246}"/>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21" name="テキスト ボックス 320">
                    <a:extLst>
                      <a:ext uri="{FF2B5EF4-FFF2-40B4-BE49-F238E27FC236}">
                        <a16:creationId xmlns:a16="http://schemas.microsoft.com/office/drawing/2014/main" id="{E03FE68B-A71B-DF03-C8CF-0835AC176A54}"/>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296" name="テキスト ボックス 295">
                    <a:extLst>
                      <a:ext uri="{FF2B5EF4-FFF2-40B4-BE49-F238E27FC236}">
                        <a16:creationId xmlns:a16="http://schemas.microsoft.com/office/drawing/2014/main" id="{9D315FAA-F1DA-CF22-6FFB-4113EDF72C2F}"/>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2"/>
                    <a:stretch>
                      <a:fillRect/>
                    </a:stretch>
                  </a:blipFill>
                </p:spPr>
                <p:txBody>
                  <a:bodyPr/>
                  <a:lstStyle/>
                  <a:p>
                    <a:r>
                      <a:rPr lang="ja-JP" altLang="en-US">
                        <a:noFill/>
                      </a:rPr>
                      <a:t> </a:t>
                    </a:r>
                  </a:p>
                </p:txBody>
              </p:sp>
            </mc:Fallback>
          </mc:AlternateContent>
        </p:grpSp>
        <p:cxnSp>
          <p:nvCxnSpPr>
            <p:cNvPr id="255" name="直線矢印コネクタ 254">
              <a:extLst>
                <a:ext uri="{FF2B5EF4-FFF2-40B4-BE49-F238E27FC236}">
                  <a16:creationId xmlns:a16="http://schemas.microsoft.com/office/drawing/2014/main" id="{DC0A5BD9-B688-566A-7DD3-963878A86520}"/>
                </a:ext>
              </a:extLst>
            </p:cNvPr>
            <p:cNvCxnSpPr>
              <a:cxnSpLocks/>
              <a:stCxn id="331" idx="6"/>
              <a:endCxn id="320" idx="1"/>
            </p:cNvCxnSpPr>
            <p:nvPr/>
          </p:nvCxnSpPr>
          <p:spPr>
            <a:xfrm>
              <a:off x="8221262" y="2760280"/>
              <a:ext cx="349749"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56" name="グループ化 255">
              <a:extLst>
                <a:ext uri="{FF2B5EF4-FFF2-40B4-BE49-F238E27FC236}">
                  <a16:creationId xmlns:a16="http://schemas.microsoft.com/office/drawing/2014/main" id="{6CBA907F-1AF1-7AB5-77DF-A1EC5928E349}"/>
                </a:ext>
              </a:extLst>
            </p:cNvPr>
            <p:cNvGrpSpPr/>
            <p:nvPr/>
          </p:nvGrpSpPr>
          <p:grpSpPr>
            <a:xfrm>
              <a:off x="8571011" y="2950686"/>
              <a:ext cx="347509" cy="318322"/>
              <a:chOff x="3843782" y="6070075"/>
              <a:chExt cx="407447" cy="373225"/>
            </a:xfrm>
          </p:grpSpPr>
          <p:sp>
            <p:nvSpPr>
              <p:cNvPr id="318" name="正方形/長方形 317">
                <a:extLst>
                  <a:ext uri="{FF2B5EF4-FFF2-40B4-BE49-F238E27FC236}">
                    <a16:creationId xmlns:a16="http://schemas.microsoft.com/office/drawing/2014/main" id="{83A49F41-D39D-723B-29E8-B2980CFC9B93}"/>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9" name="テキスト ボックス 318">
                    <a:extLst>
                      <a:ext uri="{FF2B5EF4-FFF2-40B4-BE49-F238E27FC236}">
                        <a16:creationId xmlns:a16="http://schemas.microsoft.com/office/drawing/2014/main" id="{DA5D324A-AFB9-006E-8C4E-DB3CCC381B0E}"/>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02" name="テキスト ボックス 301">
                    <a:extLst>
                      <a:ext uri="{FF2B5EF4-FFF2-40B4-BE49-F238E27FC236}">
                        <a16:creationId xmlns:a16="http://schemas.microsoft.com/office/drawing/2014/main" id="{A3105D0B-DF41-ECD9-ACDC-DE7483675AF0}"/>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3"/>
                    <a:stretch>
                      <a:fillRect/>
                    </a:stretch>
                  </a:blipFill>
                </p:spPr>
                <p:txBody>
                  <a:bodyPr/>
                  <a:lstStyle/>
                  <a:p>
                    <a:r>
                      <a:rPr lang="ja-JP" altLang="en-US">
                        <a:noFill/>
                      </a:rPr>
                      <a:t> </a:t>
                    </a:r>
                  </a:p>
                </p:txBody>
              </p:sp>
            </mc:Fallback>
          </mc:AlternateContent>
        </p:grpSp>
        <p:grpSp>
          <p:nvGrpSpPr>
            <p:cNvPr id="257" name="グループ化 256">
              <a:extLst>
                <a:ext uri="{FF2B5EF4-FFF2-40B4-BE49-F238E27FC236}">
                  <a16:creationId xmlns:a16="http://schemas.microsoft.com/office/drawing/2014/main" id="{126EC97A-72DB-0A05-FB5C-FADF83852BB0}"/>
                </a:ext>
              </a:extLst>
            </p:cNvPr>
            <p:cNvGrpSpPr/>
            <p:nvPr/>
          </p:nvGrpSpPr>
          <p:grpSpPr>
            <a:xfrm>
              <a:off x="8571011" y="3300010"/>
              <a:ext cx="347509" cy="318322"/>
              <a:chOff x="3843782" y="6070075"/>
              <a:chExt cx="407447" cy="373225"/>
            </a:xfrm>
          </p:grpSpPr>
          <p:sp>
            <p:nvSpPr>
              <p:cNvPr id="316" name="正方形/長方形 315">
                <a:extLst>
                  <a:ext uri="{FF2B5EF4-FFF2-40B4-BE49-F238E27FC236}">
                    <a16:creationId xmlns:a16="http://schemas.microsoft.com/office/drawing/2014/main" id="{8D1C9F02-224A-9782-C232-B481E136D9A4}"/>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7" name="テキスト ボックス 316">
                    <a:extLst>
                      <a:ext uri="{FF2B5EF4-FFF2-40B4-BE49-F238E27FC236}">
                        <a16:creationId xmlns:a16="http://schemas.microsoft.com/office/drawing/2014/main" id="{48EBEEB4-4450-E8C1-B6DA-226B9F8198EC}"/>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11" name="テキスト ボックス 310">
                    <a:extLst>
                      <a:ext uri="{FF2B5EF4-FFF2-40B4-BE49-F238E27FC236}">
                        <a16:creationId xmlns:a16="http://schemas.microsoft.com/office/drawing/2014/main" id="{A24DCFE3-15A0-A730-B501-F1A61994F063}"/>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4"/>
                    <a:stretch>
                      <a:fillRect/>
                    </a:stretch>
                  </a:blipFill>
                </p:spPr>
                <p:txBody>
                  <a:bodyPr/>
                  <a:lstStyle/>
                  <a:p>
                    <a:r>
                      <a:rPr lang="ja-JP" altLang="en-US">
                        <a:noFill/>
                      </a:rPr>
                      <a:t> </a:t>
                    </a:r>
                  </a:p>
                </p:txBody>
              </p:sp>
            </mc:Fallback>
          </mc:AlternateContent>
        </p:grpSp>
        <p:cxnSp>
          <p:nvCxnSpPr>
            <p:cNvPr id="258" name="直線矢印コネクタ 257">
              <a:extLst>
                <a:ext uri="{FF2B5EF4-FFF2-40B4-BE49-F238E27FC236}">
                  <a16:creationId xmlns:a16="http://schemas.microsoft.com/office/drawing/2014/main" id="{55DECD25-66A2-5488-A6E8-58888407A410}"/>
                </a:ext>
              </a:extLst>
            </p:cNvPr>
            <p:cNvCxnSpPr>
              <a:cxnSpLocks/>
              <a:stCxn id="332" idx="6"/>
              <a:endCxn id="318" idx="1"/>
            </p:cNvCxnSpPr>
            <p:nvPr/>
          </p:nvCxnSpPr>
          <p:spPr>
            <a:xfrm>
              <a:off x="7751822" y="3109847"/>
              <a:ext cx="819189"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59" name="直線矢印コネクタ 258">
              <a:extLst>
                <a:ext uri="{FF2B5EF4-FFF2-40B4-BE49-F238E27FC236}">
                  <a16:creationId xmlns:a16="http://schemas.microsoft.com/office/drawing/2014/main" id="{FF7DA76E-34A4-989D-660D-0580C0DA1553}"/>
                </a:ext>
              </a:extLst>
            </p:cNvPr>
            <p:cNvCxnSpPr>
              <a:cxnSpLocks/>
              <a:stCxn id="333" idx="6"/>
              <a:endCxn id="316" idx="1"/>
            </p:cNvCxnSpPr>
            <p:nvPr/>
          </p:nvCxnSpPr>
          <p:spPr>
            <a:xfrm flipV="1">
              <a:off x="7282382" y="3459171"/>
              <a:ext cx="1288629" cy="24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260" name="グループ化 259">
              <a:extLst>
                <a:ext uri="{FF2B5EF4-FFF2-40B4-BE49-F238E27FC236}">
                  <a16:creationId xmlns:a16="http://schemas.microsoft.com/office/drawing/2014/main" id="{A724A3E2-48DC-1718-E59E-55281911E265}"/>
                </a:ext>
              </a:extLst>
            </p:cNvPr>
            <p:cNvGrpSpPr/>
            <p:nvPr/>
          </p:nvGrpSpPr>
          <p:grpSpPr>
            <a:xfrm>
              <a:off x="8571011" y="3743490"/>
              <a:ext cx="347509" cy="318322"/>
              <a:chOff x="3843782" y="6070075"/>
              <a:chExt cx="407447" cy="373225"/>
            </a:xfrm>
          </p:grpSpPr>
          <p:sp>
            <p:nvSpPr>
              <p:cNvPr id="314" name="正方形/長方形 313">
                <a:extLst>
                  <a:ext uri="{FF2B5EF4-FFF2-40B4-BE49-F238E27FC236}">
                    <a16:creationId xmlns:a16="http://schemas.microsoft.com/office/drawing/2014/main" id="{2B0CAB22-02E1-F6F5-B55B-1D01130DA04A}"/>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5" name="テキスト ボックス 314">
                    <a:extLst>
                      <a:ext uri="{FF2B5EF4-FFF2-40B4-BE49-F238E27FC236}">
                        <a16:creationId xmlns:a16="http://schemas.microsoft.com/office/drawing/2014/main" id="{BB5EBC31-1715-3128-CC42-A5AFCCB38FC7}"/>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25" name="テキスト ボックス 324">
                    <a:extLst>
                      <a:ext uri="{FF2B5EF4-FFF2-40B4-BE49-F238E27FC236}">
                        <a16:creationId xmlns:a16="http://schemas.microsoft.com/office/drawing/2014/main" id="{32E70D74-C0F3-E18B-A483-AC90E0B6F31C}"/>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5"/>
                    <a:stretch>
                      <a:fillRect/>
                    </a:stretch>
                  </a:blipFill>
                </p:spPr>
                <p:txBody>
                  <a:bodyPr/>
                  <a:lstStyle/>
                  <a:p>
                    <a:r>
                      <a:rPr lang="ja-JP" altLang="en-US">
                        <a:noFill/>
                      </a:rPr>
                      <a:t> </a:t>
                    </a:r>
                  </a:p>
                </p:txBody>
              </p:sp>
            </mc:Fallback>
          </mc:AlternateContent>
        </p:grpSp>
        <p:grpSp>
          <p:nvGrpSpPr>
            <p:cNvPr id="261" name="グループ化 260">
              <a:extLst>
                <a:ext uri="{FF2B5EF4-FFF2-40B4-BE49-F238E27FC236}">
                  <a16:creationId xmlns:a16="http://schemas.microsoft.com/office/drawing/2014/main" id="{6C6F3799-00B2-A279-F206-E27E6759E5DF}"/>
                </a:ext>
              </a:extLst>
            </p:cNvPr>
            <p:cNvGrpSpPr/>
            <p:nvPr/>
          </p:nvGrpSpPr>
          <p:grpSpPr>
            <a:xfrm>
              <a:off x="8571011" y="4093057"/>
              <a:ext cx="347509" cy="318322"/>
              <a:chOff x="3843782" y="6070075"/>
              <a:chExt cx="407447" cy="373225"/>
            </a:xfrm>
          </p:grpSpPr>
          <p:sp>
            <p:nvSpPr>
              <p:cNvPr id="312" name="正方形/長方形 311">
                <a:extLst>
                  <a:ext uri="{FF2B5EF4-FFF2-40B4-BE49-F238E27FC236}">
                    <a16:creationId xmlns:a16="http://schemas.microsoft.com/office/drawing/2014/main" id="{B2D2EA64-4271-572C-7030-6ECF82BEDB74}"/>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3" name="テキスト ボックス 312">
                    <a:extLst>
                      <a:ext uri="{FF2B5EF4-FFF2-40B4-BE49-F238E27FC236}">
                        <a16:creationId xmlns:a16="http://schemas.microsoft.com/office/drawing/2014/main" id="{01C1BE1F-6B52-6407-F416-5C300B47F674}"/>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28" name="テキスト ボックス 327">
                    <a:extLst>
                      <a:ext uri="{FF2B5EF4-FFF2-40B4-BE49-F238E27FC236}">
                        <a16:creationId xmlns:a16="http://schemas.microsoft.com/office/drawing/2014/main" id="{69BAE28C-771E-5C83-ACB0-8BA496AFA25B}"/>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6"/>
                    <a:stretch>
                      <a:fillRect/>
                    </a:stretch>
                  </a:blipFill>
                </p:spPr>
                <p:txBody>
                  <a:bodyPr/>
                  <a:lstStyle/>
                  <a:p>
                    <a:r>
                      <a:rPr lang="ja-JP" altLang="en-US">
                        <a:noFill/>
                      </a:rPr>
                      <a:t> </a:t>
                    </a:r>
                  </a:p>
                </p:txBody>
              </p:sp>
            </mc:Fallback>
          </mc:AlternateContent>
        </p:grpSp>
        <p:grpSp>
          <p:nvGrpSpPr>
            <p:cNvPr id="262" name="グループ化 261">
              <a:extLst>
                <a:ext uri="{FF2B5EF4-FFF2-40B4-BE49-F238E27FC236}">
                  <a16:creationId xmlns:a16="http://schemas.microsoft.com/office/drawing/2014/main" id="{E97E67E8-638D-292A-A5DD-0C6FAE11BC29}"/>
                </a:ext>
              </a:extLst>
            </p:cNvPr>
            <p:cNvGrpSpPr/>
            <p:nvPr/>
          </p:nvGrpSpPr>
          <p:grpSpPr>
            <a:xfrm>
              <a:off x="8571011" y="4442381"/>
              <a:ext cx="347509" cy="318322"/>
              <a:chOff x="3843782" y="6070075"/>
              <a:chExt cx="407447" cy="373225"/>
            </a:xfrm>
          </p:grpSpPr>
          <p:sp>
            <p:nvSpPr>
              <p:cNvPr id="310" name="正方形/長方形 309">
                <a:extLst>
                  <a:ext uri="{FF2B5EF4-FFF2-40B4-BE49-F238E27FC236}">
                    <a16:creationId xmlns:a16="http://schemas.microsoft.com/office/drawing/2014/main" id="{5F918592-D383-C17E-AAEC-E52A79F83C5B}"/>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311" name="テキスト ボックス 310">
                    <a:extLst>
                      <a:ext uri="{FF2B5EF4-FFF2-40B4-BE49-F238E27FC236}">
                        <a16:creationId xmlns:a16="http://schemas.microsoft.com/office/drawing/2014/main" id="{FC0D2DD1-858E-C2E8-EC33-5B4577A64C2F}"/>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31" name="テキスト ボックス 330">
                    <a:extLst>
                      <a:ext uri="{FF2B5EF4-FFF2-40B4-BE49-F238E27FC236}">
                        <a16:creationId xmlns:a16="http://schemas.microsoft.com/office/drawing/2014/main" id="{026C3991-4A31-5C12-F960-D850590BD96F}"/>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7"/>
                    <a:stretch>
                      <a:fillRect/>
                    </a:stretch>
                  </a:blipFill>
                </p:spPr>
                <p:txBody>
                  <a:bodyPr/>
                  <a:lstStyle/>
                  <a:p>
                    <a:r>
                      <a:rPr lang="ja-JP" altLang="en-US">
                        <a:noFill/>
                      </a:rPr>
                      <a:t> </a:t>
                    </a:r>
                  </a:p>
                </p:txBody>
              </p:sp>
            </mc:Fallback>
          </mc:AlternateContent>
        </p:grpSp>
        <p:cxnSp>
          <p:nvCxnSpPr>
            <p:cNvPr id="263" name="直線矢印コネクタ 262">
              <a:extLst>
                <a:ext uri="{FF2B5EF4-FFF2-40B4-BE49-F238E27FC236}">
                  <a16:creationId xmlns:a16="http://schemas.microsoft.com/office/drawing/2014/main" id="{7BC6F0EC-A111-1CC6-6F51-1F25312ABCFC}"/>
                </a:ext>
              </a:extLst>
            </p:cNvPr>
            <p:cNvCxnSpPr>
              <a:cxnSpLocks/>
              <a:stCxn id="328" idx="6"/>
              <a:endCxn id="314" idx="1"/>
            </p:cNvCxnSpPr>
            <p:nvPr/>
          </p:nvCxnSpPr>
          <p:spPr>
            <a:xfrm>
              <a:off x="8221262" y="3901501"/>
              <a:ext cx="349749" cy="11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4" name="直線矢印コネクタ 263">
              <a:extLst>
                <a:ext uri="{FF2B5EF4-FFF2-40B4-BE49-F238E27FC236}">
                  <a16:creationId xmlns:a16="http://schemas.microsoft.com/office/drawing/2014/main" id="{C3D58F53-10EC-C056-D87F-E4E4FBAECE06}"/>
                </a:ext>
              </a:extLst>
            </p:cNvPr>
            <p:cNvCxnSpPr>
              <a:cxnSpLocks/>
              <a:stCxn id="329" idx="6"/>
              <a:endCxn id="312" idx="1"/>
            </p:cNvCxnSpPr>
            <p:nvPr/>
          </p:nvCxnSpPr>
          <p:spPr>
            <a:xfrm>
              <a:off x="7751822" y="4251069"/>
              <a:ext cx="819189" cy="11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5" name="直線矢印コネクタ 264">
              <a:extLst>
                <a:ext uri="{FF2B5EF4-FFF2-40B4-BE49-F238E27FC236}">
                  <a16:creationId xmlns:a16="http://schemas.microsoft.com/office/drawing/2014/main" id="{213AB649-5397-1100-2BAB-9C9808F99A4D}"/>
                </a:ext>
              </a:extLst>
            </p:cNvPr>
            <p:cNvCxnSpPr>
              <a:cxnSpLocks/>
              <a:stCxn id="330" idx="6"/>
              <a:endCxn id="310" idx="1"/>
            </p:cNvCxnSpPr>
            <p:nvPr/>
          </p:nvCxnSpPr>
          <p:spPr>
            <a:xfrm>
              <a:off x="7311895" y="4600636"/>
              <a:ext cx="1259116" cy="90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6" name="直線矢印コネクタ 265">
              <a:extLst>
                <a:ext uri="{FF2B5EF4-FFF2-40B4-BE49-F238E27FC236}">
                  <a16:creationId xmlns:a16="http://schemas.microsoft.com/office/drawing/2014/main" id="{FE164942-5C38-41B1-3C95-B9A4F9DB532A}"/>
                </a:ext>
              </a:extLst>
            </p:cNvPr>
            <p:cNvCxnSpPr>
              <a:cxnSpLocks/>
              <a:stCxn id="308" idx="1"/>
              <a:endCxn id="334" idx="3"/>
            </p:cNvCxnSpPr>
            <p:nvPr/>
          </p:nvCxnSpPr>
          <p:spPr>
            <a:xfrm flipH="1">
              <a:off x="7419187" y="6014903"/>
              <a:ext cx="29317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67" name="コネクタ: カギ線 266">
              <a:extLst>
                <a:ext uri="{FF2B5EF4-FFF2-40B4-BE49-F238E27FC236}">
                  <a16:creationId xmlns:a16="http://schemas.microsoft.com/office/drawing/2014/main" id="{C430EBF5-BFF5-406D-D240-7148BF7BA263}"/>
                </a:ext>
              </a:extLst>
            </p:cNvPr>
            <p:cNvCxnSpPr>
              <a:cxnSpLocks/>
              <a:stCxn id="312" idx="3"/>
              <a:endCxn id="307" idx="6"/>
            </p:cNvCxnSpPr>
            <p:nvPr/>
          </p:nvCxnSpPr>
          <p:spPr>
            <a:xfrm flipH="1">
              <a:off x="8807520" y="4252218"/>
              <a:ext cx="111001" cy="1844049"/>
            </a:xfrm>
            <a:prstGeom prst="bentConnector3">
              <a:avLst>
                <a:gd name="adj1" fmla="val -368863"/>
              </a:avLst>
            </a:prstGeom>
            <a:noFill/>
            <a:ln w="19050" cap="flat" cmpd="sng" algn="ctr">
              <a:solidFill>
                <a:srgbClr val="3F3F3F">
                  <a:lumMod val="50000"/>
                </a:srgbClr>
              </a:solidFill>
              <a:prstDash val="solid"/>
              <a:round/>
              <a:headEnd type="none" w="med" len="med"/>
              <a:tailEnd type="arrow" w="med" len="med"/>
            </a:ln>
            <a:effectLst/>
          </p:spPr>
        </p:cxnSp>
        <p:grpSp>
          <p:nvGrpSpPr>
            <p:cNvPr id="268" name="グループ化 267">
              <a:extLst>
                <a:ext uri="{FF2B5EF4-FFF2-40B4-BE49-F238E27FC236}">
                  <a16:creationId xmlns:a16="http://schemas.microsoft.com/office/drawing/2014/main" id="{2B788012-555B-7DAF-6EB6-E2BF946450C9}"/>
                </a:ext>
              </a:extLst>
            </p:cNvPr>
            <p:cNvGrpSpPr/>
            <p:nvPr/>
          </p:nvGrpSpPr>
          <p:grpSpPr>
            <a:xfrm>
              <a:off x="7712361" y="5855742"/>
              <a:ext cx="1095159" cy="318322"/>
              <a:chOff x="8400716" y="5257889"/>
              <a:chExt cx="1284050" cy="373225"/>
            </a:xfrm>
          </p:grpSpPr>
          <p:grpSp>
            <p:nvGrpSpPr>
              <p:cNvPr id="305" name="グループ化 304">
                <a:extLst>
                  <a:ext uri="{FF2B5EF4-FFF2-40B4-BE49-F238E27FC236}">
                    <a16:creationId xmlns:a16="http://schemas.microsoft.com/office/drawing/2014/main" id="{81825731-D5F0-93FE-093E-11389A9A7784}"/>
                  </a:ext>
                </a:extLst>
              </p:cNvPr>
              <p:cNvGrpSpPr/>
              <p:nvPr/>
            </p:nvGrpSpPr>
            <p:grpSpPr>
              <a:xfrm>
                <a:off x="8400716" y="5257889"/>
                <a:ext cx="1284050" cy="373225"/>
                <a:chOff x="3833813" y="6055659"/>
                <a:chExt cx="1284050" cy="373225"/>
              </a:xfrm>
            </p:grpSpPr>
            <p:sp>
              <p:nvSpPr>
                <p:cNvPr id="308" name="正方形/長方形 307">
                  <a:extLst>
                    <a:ext uri="{FF2B5EF4-FFF2-40B4-BE49-F238E27FC236}">
                      <a16:creationId xmlns:a16="http://schemas.microsoft.com/office/drawing/2014/main" id="{F34A6730-0A8D-FCFF-B9D8-8CF650713DCC}"/>
                    </a:ext>
                  </a:extLst>
                </p:cNvPr>
                <p:cNvSpPr/>
                <p:nvPr/>
              </p:nvSpPr>
              <p:spPr>
                <a:xfrm>
                  <a:off x="3833813" y="6055659"/>
                  <a:ext cx="1284050"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09" name="テキスト ボックス 308">
                  <a:extLst>
                    <a:ext uri="{FF2B5EF4-FFF2-40B4-BE49-F238E27FC236}">
                      <a16:creationId xmlns:a16="http://schemas.microsoft.com/office/drawing/2014/main" id="{B27A6269-8545-F9C1-B585-ACC4B579FD27}"/>
                    </a:ext>
                  </a:extLst>
                </p:cNvPr>
                <p:cNvSpPr txBox="1"/>
                <p:nvPr/>
              </p:nvSpPr>
              <p:spPr>
                <a:xfrm>
                  <a:off x="3944411" y="6088383"/>
                  <a:ext cx="110739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FLL or PLL</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sp>
            <p:nvSpPr>
              <p:cNvPr id="306" name="楕円 305">
                <a:extLst>
                  <a:ext uri="{FF2B5EF4-FFF2-40B4-BE49-F238E27FC236}">
                    <a16:creationId xmlns:a16="http://schemas.microsoft.com/office/drawing/2014/main" id="{A2D81F18-5AA6-A247-8C6F-2EAB6F345312}"/>
                  </a:ext>
                </a:extLst>
              </p:cNvPr>
              <p:cNvSpPr/>
              <p:nvPr/>
            </p:nvSpPr>
            <p:spPr>
              <a:xfrm>
                <a:off x="9625997" y="5317091"/>
                <a:ext cx="58768" cy="58768"/>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7" name="楕円 306">
                <a:extLst>
                  <a:ext uri="{FF2B5EF4-FFF2-40B4-BE49-F238E27FC236}">
                    <a16:creationId xmlns:a16="http://schemas.microsoft.com/office/drawing/2014/main" id="{FF950084-E9FA-5E50-90C9-A53D8CBE07BA}"/>
                  </a:ext>
                </a:extLst>
              </p:cNvPr>
              <p:cNvSpPr/>
              <p:nvPr/>
            </p:nvSpPr>
            <p:spPr>
              <a:xfrm>
                <a:off x="9625997" y="5510516"/>
                <a:ext cx="58768" cy="58768"/>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269" name="コネクタ: カギ線 268">
              <a:extLst>
                <a:ext uri="{FF2B5EF4-FFF2-40B4-BE49-F238E27FC236}">
                  <a16:creationId xmlns:a16="http://schemas.microsoft.com/office/drawing/2014/main" id="{59056F50-EC69-0367-988C-BD3B8F0AE018}"/>
                </a:ext>
              </a:extLst>
            </p:cNvPr>
            <p:cNvCxnSpPr>
              <a:cxnSpLocks/>
              <a:stCxn id="318" idx="3"/>
              <a:endCxn id="306" idx="6"/>
            </p:cNvCxnSpPr>
            <p:nvPr/>
          </p:nvCxnSpPr>
          <p:spPr>
            <a:xfrm flipH="1">
              <a:off x="8807520" y="3109847"/>
              <a:ext cx="111001" cy="2821449"/>
            </a:xfrm>
            <a:prstGeom prst="bentConnector3">
              <a:avLst>
                <a:gd name="adj1" fmla="val -196141"/>
              </a:avLst>
            </a:prstGeom>
            <a:noFill/>
            <a:ln w="19050" cap="flat" cmpd="sng" algn="ctr">
              <a:solidFill>
                <a:srgbClr val="3F3F3F">
                  <a:lumMod val="50000"/>
                </a:srgbClr>
              </a:solidFill>
              <a:prstDash val="solid"/>
              <a:round/>
              <a:headEnd type="none" w="med" len="med"/>
              <a:tailEnd type="arrow" w="med" len="med"/>
            </a:ln>
            <a:effectLst/>
          </p:spPr>
        </p:cxnSp>
        <p:grpSp>
          <p:nvGrpSpPr>
            <p:cNvPr id="270" name="グループ化 269">
              <a:extLst>
                <a:ext uri="{FF2B5EF4-FFF2-40B4-BE49-F238E27FC236}">
                  <a16:creationId xmlns:a16="http://schemas.microsoft.com/office/drawing/2014/main" id="{9F804A70-7029-A152-3AFF-9EC0BFA736B3}"/>
                </a:ext>
              </a:extLst>
            </p:cNvPr>
            <p:cNvGrpSpPr/>
            <p:nvPr/>
          </p:nvGrpSpPr>
          <p:grpSpPr>
            <a:xfrm>
              <a:off x="9627926" y="3129352"/>
              <a:ext cx="318322" cy="1098756"/>
              <a:chOff x="10823858" y="2464582"/>
              <a:chExt cx="373225" cy="1288267"/>
            </a:xfrm>
          </p:grpSpPr>
          <p:grpSp>
            <p:nvGrpSpPr>
              <p:cNvPr id="295" name="グループ化 294">
                <a:extLst>
                  <a:ext uri="{FF2B5EF4-FFF2-40B4-BE49-F238E27FC236}">
                    <a16:creationId xmlns:a16="http://schemas.microsoft.com/office/drawing/2014/main" id="{A8D453A4-91C8-76B7-C245-867BD04CB634}"/>
                  </a:ext>
                </a:extLst>
              </p:cNvPr>
              <p:cNvGrpSpPr/>
              <p:nvPr/>
            </p:nvGrpSpPr>
            <p:grpSpPr>
              <a:xfrm rot="16200000">
                <a:off x="10366337" y="2922103"/>
                <a:ext cx="1288267" cy="373225"/>
                <a:chOff x="3530039" y="6055660"/>
                <a:chExt cx="1288267" cy="373225"/>
              </a:xfrm>
            </p:grpSpPr>
            <p:sp>
              <p:nvSpPr>
                <p:cNvPr id="303" name="正方形/長方形 302">
                  <a:extLst>
                    <a:ext uri="{FF2B5EF4-FFF2-40B4-BE49-F238E27FC236}">
                      <a16:creationId xmlns:a16="http://schemas.microsoft.com/office/drawing/2014/main" id="{7D7585F1-6A23-9C40-1949-0F70122D3493}"/>
                    </a:ext>
                  </a:extLst>
                </p:cNvPr>
                <p:cNvSpPr/>
                <p:nvPr/>
              </p:nvSpPr>
              <p:spPr>
                <a:xfrm>
                  <a:off x="3530039" y="6055660"/>
                  <a:ext cx="128826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304" name="テキスト ボックス 303">
                  <a:extLst>
                    <a:ext uri="{FF2B5EF4-FFF2-40B4-BE49-F238E27FC236}">
                      <a16:creationId xmlns:a16="http://schemas.microsoft.com/office/drawing/2014/main" id="{A845522B-BEE5-B1D9-B884-9D20EF547565}"/>
                    </a:ext>
                  </a:extLst>
                </p:cNvPr>
                <p:cNvSpPr txBox="1"/>
                <p:nvPr/>
              </p:nvSpPr>
              <p:spPr>
                <a:xfrm>
                  <a:off x="3917532" y="6088385"/>
                  <a:ext cx="513282"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DLL</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grpSp>
            <p:nvGrpSpPr>
              <p:cNvPr id="296" name="グループ化 295">
                <a:extLst>
                  <a:ext uri="{FF2B5EF4-FFF2-40B4-BE49-F238E27FC236}">
                    <a16:creationId xmlns:a16="http://schemas.microsoft.com/office/drawing/2014/main" id="{EEB89D63-6C02-BA92-BB71-1BF6D6B352E6}"/>
                  </a:ext>
                </a:extLst>
              </p:cNvPr>
              <p:cNvGrpSpPr/>
              <p:nvPr/>
            </p:nvGrpSpPr>
            <p:grpSpPr>
              <a:xfrm>
                <a:off x="10825061" y="2494848"/>
                <a:ext cx="134688" cy="1227735"/>
                <a:chOff x="10825061" y="2479245"/>
                <a:chExt cx="134688" cy="1227735"/>
              </a:xfrm>
              <a:noFill/>
            </p:grpSpPr>
            <p:sp>
              <p:nvSpPr>
                <p:cNvPr id="297" name="楕円 296">
                  <a:extLst>
                    <a:ext uri="{FF2B5EF4-FFF2-40B4-BE49-F238E27FC236}">
                      <a16:creationId xmlns:a16="http://schemas.microsoft.com/office/drawing/2014/main" id="{53CFB48D-B100-15E7-A412-EF1138D031C4}"/>
                    </a:ext>
                  </a:extLst>
                </p:cNvPr>
                <p:cNvSpPr/>
                <p:nvPr/>
              </p:nvSpPr>
              <p:spPr>
                <a:xfrm>
                  <a:off x="10825061" y="2479245"/>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98" name="楕円 297">
                  <a:extLst>
                    <a:ext uri="{FF2B5EF4-FFF2-40B4-BE49-F238E27FC236}">
                      <a16:creationId xmlns:a16="http://schemas.microsoft.com/office/drawing/2014/main" id="{2A0A2F06-2235-D5D3-2FFF-2BE5AC2CDDEA}"/>
                    </a:ext>
                  </a:extLst>
                </p:cNvPr>
                <p:cNvSpPr/>
                <p:nvPr/>
              </p:nvSpPr>
              <p:spPr>
                <a:xfrm>
                  <a:off x="10825061" y="2697854"/>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99" name="楕円 298">
                  <a:extLst>
                    <a:ext uri="{FF2B5EF4-FFF2-40B4-BE49-F238E27FC236}">
                      <a16:creationId xmlns:a16="http://schemas.microsoft.com/office/drawing/2014/main" id="{BE0AE176-45FF-6FA6-7472-84E88720D47C}"/>
                    </a:ext>
                  </a:extLst>
                </p:cNvPr>
                <p:cNvSpPr/>
                <p:nvPr/>
              </p:nvSpPr>
              <p:spPr>
                <a:xfrm>
                  <a:off x="10825061" y="2916463"/>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0" name="楕円 299">
                  <a:extLst>
                    <a:ext uri="{FF2B5EF4-FFF2-40B4-BE49-F238E27FC236}">
                      <a16:creationId xmlns:a16="http://schemas.microsoft.com/office/drawing/2014/main" id="{5F24C125-7C60-4ECB-67D9-A25B25397EC9}"/>
                    </a:ext>
                  </a:extLst>
                </p:cNvPr>
                <p:cNvSpPr/>
                <p:nvPr/>
              </p:nvSpPr>
              <p:spPr>
                <a:xfrm>
                  <a:off x="10825061" y="3135072"/>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1" name="楕円 300">
                  <a:extLst>
                    <a:ext uri="{FF2B5EF4-FFF2-40B4-BE49-F238E27FC236}">
                      <a16:creationId xmlns:a16="http://schemas.microsoft.com/office/drawing/2014/main" id="{B3DD03D8-C13A-ACB6-C53C-2CA0FBF05AF4}"/>
                    </a:ext>
                  </a:extLst>
                </p:cNvPr>
                <p:cNvSpPr/>
                <p:nvPr/>
              </p:nvSpPr>
              <p:spPr>
                <a:xfrm>
                  <a:off x="10825061" y="3353681"/>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302" name="楕円 301">
                  <a:extLst>
                    <a:ext uri="{FF2B5EF4-FFF2-40B4-BE49-F238E27FC236}">
                      <a16:creationId xmlns:a16="http://schemas.microsoft.com/office/drawing/2014/main" id="{3EA751AC-2459-9FC1-50FE-663921D39EDE}"/>
                    </a:ext>
                  </a:extLst>
                </p:cNvPr>
                <p:cNvSpPr/>
                <p:nvPr/>
              </p:nvSpPr>
              <p:spPr>
                <a:xfrm>
                  <a:off x="10825061" y="3572292"/>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grpSp>
        <p:cxnSp>
          <p:nvCxnSpPr>
            <p:cNvPr id="271" name="コネクタ: カギ線 270">
              <a:extLst>
                <a:ext uri="{FF2B5EF4-FFF2-40B4-BE49-F238E27FC236}">
                  <a16:creationId xmlns:a16="http://schemas.microsoft.com/office/drawing/2014/main" id="{7DE87514-1B3F-B672-4097-D0FCD81C9036}"/>
                </a:ext>
              </a:extLst>
            </p:cNvPr>
            <p:cNvCxnSpPr>
              <a:cxnSpLocks/>
              <a:stCxn id="320" idx="3"/>
              <a:endCxn id="297" idx="2"/>
            </p:cNvCxnSpPr>
            <p:nvPr/>
          </p:nvCxnSpPr>
          <p:spPr>
            <a:xfrm>
              <a:off x="8918520" y="2760280"/>
              <a:ext cx="710431" cy="452323"/>
            </a:xfrm>
            <a:prstGeom prst="bentConnector3">
              <a:avLst>
                <a:gd name="adj1" fmla="val 76529"/>
              </a:avLst>
            </a:prstGeom>
            <a:noFill/>
            <a:ln w="19050" cap="flat" cmpd="sng" algn="ctr">
              <a:solidFill>
                <a:srgbClr val="3F3F3F">
                  <a:lumMod val="50000"/>
                </a:srgbClr>
              </a:solidFill>
              <a:prstDash val="solid"/>
              <a:round/>
              <a:headEnd type="none" w="med" len="med"/>
              <a:tailEnd type="arrow" w="med" len="med"/>
            </a:ln>
            <a:effectLst/>
          </p:spPr>
        </p:cxnSp>
        <p:cxnSp>
          <p:nvCxnSpPr>
            <p:cNvPr id="272" name="コネクタ: カギ線 271">
              <a:extLst>
                <a:ext uri="{FF2B5EF4-FFF2-40B4-BE49-F238E27FC236}">
                  <a16:creationId xmlns:a16="http://schemas.microsoft.com/office/drawing/2014/main" id="{FF6B5B06-4033-7989-BBE8-B8CABA83E5F7}"/>
                </a:ext>
              </a:extLst>
            </p:cNvPr>
            <p:cNvCxnSpPr>
              <a:cxnSpLocks/>
              <a:stCxn id="318" idx="3"/>
              <a:endCxn id="298" idx="2"/>
            </p:cNvCxnSpPr>
            <p:nvPr/>
          </p:nvCxnSpPr>
          <p:spPr>
            <a:xfrm>
              <a:off x="8918520" y="3109847"/>
              <a:ext cx="710431" cy="289206"/>
            </a:xfrm>
            <a:prstGeom prst="bentConnector3">
              <a:avLst>
                <a:gd name="adj1" fmla="val 64256"/>
              </a:avLst>
            </a:prstGeom>
            <a:noFill/>
            <a:ln w="19050" cap="flat" cmpd="sng" algn="ctr">
              <a:solidFill>
                <a:srgbClr val="3F3F3F">
                  <a:lumMod val="50000"/>
                </a:srgbClr>
              </a:solidFill>
              <a:prstDash val="solid"/>
              <a:round/>
              <a:headEnd type="none" w="med" len="med"/>
              <a:tailEnd type="arrow" w="med" len="med"/>
            </a:ln>
            <a:effectLst/>
          </p:spPr>
        </p:cxnSp>
        <p:cxnSp>
          <p:nvCxnSpPr>
            <p:cNvPr id="273" name="コネクタ: カギ線 272">
              <a:extLst>
                <a:ext uri="{FF2B5EF4-FFF2-40B4-BE49-F238E27FC236}">
                  <a16:creationId xmlns:a16="http://schemas.microsoft.com/office/drawing/2014/main" id="{18CB8C82-38AA-4DA4-7938-4049AB1F52D6}"/>
                </a:ext>
              </a:extLst>
            </p:cNvPr>
            <p:cNvCxnSpPr>
              <a:cxnSpLocks/>
              <a:stCxn id="316" idx="3"/>
              <a:endCxn id="299" idx="2"/>
            </p:cNvCxnSpPr>
            <p:nvPr/>
          </p:nvCxnSpPr>
          <p:spPr>
            <a:xfrm>
              <a:off x="8918520" y="3459171"/>
              <a:ext cx="710431" cy="126332"/>
            </a:xfrm>
            <a:prstGeom prst="bentConnector3">
              <a:avLst>
                <a:gd name="adj1" fmla="val 56632"/>
              </a:avLst>
            </a:prstGeom>
            <a:noFill/>
            <a:ln w="19050" cap="flat" cmpd="sng" algn="ctr">
              <a:solidFill>
                <a:srgbClr val="3F3F3F">
                  <a:lumMod val="50000"/>
                </a:srgbClr>
              </a:solidFill>
              <a:prstDash val="solid"/>
              <a:round/>
              <a:headEnd type="none" w="med" len="med"/>
              <a:tailEnd type="arrow" w="med" len="med"/>
            </a:ln>
            <a:effectLst/>
          </p:spPr>
        </p:cxnSp>
        <p:cxnSp>
          <p:nvCxnSpPr>
            <p:cNvPr id="274" name="コネクタ: カギ線 273">
              <a:extLst>
                <a:ext uri="{FF2B5EF4-FFF2-40B4-BE49-F238E27FC236}">
                  <a16:creationId xmlns:a16="http://schemas.microsoft.com/office/drawing/2014/main" id="{92698CCE-CB2E-C076-06F0-9647A4ACB8F9}"/>
                </a:ext>
              </a:extLst>
            </p:cNvPr>
            <p:cNvCxnSpPr>
              <a:cxnSpLocks/>
              <a:stCxn id="314" idx="3"/>
              <a:endCxn id="300" idx="2"/>
            </p:cNvCxnSpPr>
            <p:nvPr/>
          </p:nvCxnSpPr>
          <p:spPr>
            <a:xfrm flipV="1">
              <a:off x="8918520" y="3771954"/>
              <a:ext cx="710431" cy="130697"/>
            </a:xfrm>
            <a:prstGeom prst="bentConnector3">
              <a:avLst>
                <a:gd name="adj1" fmla="val 56404"/>
              </a:avLst>
            </a:prstGeom>
            <a:noFill/>
            <a:ln w="19050" cap="flat" cmpd="sng" algn="ctr">
              <a:solidFill>
                <a:srgbClr val="3F3F3F">
                  <a:lumMod val="50000"/>
                </a:srgbClr>
              </a:solidFill>
              <a:prstDash val="solid"/>
              <a:round/>
              <a:headEnd type="none" w="med" len="med"/>
              <a:tailEnd type="arrow" w="med" len="med"/>
            </a:ln>
            <a:effectLst/>
          </p:spPr>
        </p:cxnSp>
        <p:cxnSp>
          <p:nvCxnSpPr>
            <p:cNvPr id="275" name="コネクタ: カギ線 274">
              <a:extLst>
                <a:ext uri="{FF2B5EF4-FFF2-40B4-BE49-F238E27FC236}">
                  <a16:creationId xmlns:a16="http://schemas.microsoft.com/office/drawing/2014/main" id="{BDB56C0B-E4F4-9DA4-7D5E-2D63F7B1B125}"/>
                </a:ext>
              </a:extLst>
            </p:cNvPr>
            <p:cNvCxnSpPr>
              <a:cxnSpLocks/>
              <a:stCxn id="312" idx="3"/>
              <a:endCxn id="301" idx="2"/>
            </p:cNvCxnSpPr>
            <p:nvPr/>
          </p:nvCxnSpPr>
          <p:spPr>
            <a:xfrm flipV="1">
              <a:off x="8918520" y="3958405"/>
              <a:ext cx="710431" cy="293814"/>
            </a:xfrm>
            <a:prstGeom prst="bentConnector3">
              <a:avLst>
                <a:gd name="adj1" fmla="val 57775"/>
              </a:avLst>
            </a:prstGeom>
            <a:noFill/>
            <a:ln w="19050" cap="flat" cmpd="sng" algn="ctr">
              <a:solidFill>
                <a:srgbClr val="3F3F3F">
                  <a:lumMod val="50000"/>
                </a:srgbClr>
              </a:solidFill>
              <a:prstDash val="solid"/>
              <a:round/>
              <a:headEnd type="none" w="med" len="med"/>
              <a:tailEnd type="arrow" w="med" len="med"/>
            </a:ln>
            <a:effectLst/>
          </p:spPr>
        </p:cxnSp>
        <p:cxnSp>
          <p:nvCxnSpPr>
            <p:cNvPr id="276" name="コネクタ: カギ線 275">
              <a:extLst>
                <a:ext uri="{FF2B5EF4-FFF2-40B4-BE49-F238E27FC236}">
                  <a16:creationId xmlns:a16="http://schemas.microsoft.com/office/drawing/2014/main" id="{A3498CC5-8C4F-0102-4166-9D83DAE4D7A6}"/>
                </a:ext>
              </a:extLst>
            </p:cNvPr>
            <p:cNvCxnSpPr>
              <a:cxnSpLocks/>
              <a:stCxn id="310" idx="3"/>
              <a:endCxn id="302" idx="2"/>
            </p:cNvCxnSpPr>
            <p:nvPr/>
          </p:nvCxnSpPr>
          <p:spPr>
            <a:xfrm flipV="1">
              <a:off x="8918520" y="4144857"/>
              <a:ext cx="710431" cy="456686"/>
            </a:xfrm>
            <a:prstGeom prst="bentConnector3">
              <a:avLst>
                <a:gd name="adj1" fmla="val 76987"/>
              </a:avLst>
            </a:prstGeom>
            <a:noFill/>
            <a:ln w="19050" cap="flat" cmpd="sng" algn="ctr">
              <a:solidFill>
                <a:srgbClr val="3F3F3F">
                  <a:lumMod val="50000"/>
                </a:srgbClr>
              </a:solidFill>
              <a:prstDash val="solid"/>
              <a:round/>
              <a:headEnd type="none" w="med" len="med"/>
              <a:tailEnd type="arrow" w="med" len="med"/>
            </a:ln>
            <a:effectLst/>
          </p:spPr>
        </p:cxnSp>
        <p:cxnSp>
          <p:nvCxnSpPr>
            <p:cNvPr id="277" name="コネクタ: カギ線 276">
              <a:extLst>
                <a:ext uri="{FF2B5EF4-FFF2-40B4-BE49-F238E27FC236}">
                  <a16:creationId xmlns:a16="http://schemas.microsoft.com/office/drawing/2014/main" id="{FEB42F5B-F6EB-ACB7-E7D0-ECF5E315E96F}"/>
                </a:ext>
              </a:extLst>
            </p:cNvPr>
            <p:cNvCxnSpPr>
              <a:cxnSpLocks/>
              <a:stCxn id="303" idx="1"/>
              <a:endCxn id="326" idx="3"/>
            </p:cNvCxnSpPr>
            <p:nvPr/>
          </p:nvCxnSpPr>
          <p:spPr>
            <a:xfrm rot="5400000">
              <a:off x="8390197" y="4055538"/>
              <a:ext cx="1224321" cy="1569460"/>
            </a:xfrm>
            <a:prstGeom prst="bentConnector2">
              <a:avLst/>
            </a:prstGeom>
            <a:noFill/>
            <a:ln w="19050" cap="flat" cmpd="sng" algn="ctr">
              <a:solidFill>
                <a:srgbClr val="3F3F3F">
                  <a:lumMod val="50000"/>
                </a:srgbClr>
              </a:solidFill>
              <a:prstDash val="solid"/>
              <a:round/>
              <a:headEnd type="none" w="med" len="med"/>
              <a:tailEnd type="arrow" w="med" len="med"/>
            </a:ln>
            <a:effectLst/>
          </p:spPr>
        </p:cxnSp>
        <p:sp>
          <p:nvSpPr>
            <p:cNvPr id="278" name="楕円 277">
              <a:extLst>
                <a:ext uri="{FF2B5EF4-FFF2-40B4-BE49-F238E27FC236}">
                  <a16:creationId xmlns:a16="http://schemas.microsoft.com/office/drawing/2014/main" id="{71E4A902-6838-0BD8-1B57-20BF5D446504}"/>
                </a:ext>
              </a:extLst>
            </p:cNvPr>
            <p:cNvSpPr/>
            <p:nvPr/>
          </p:nvSpPr>
          <p:spPr>
            <a:xfrm>
              <a:off x="9095945" y="3069397"/>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279" name="楕円 278">
              <a:extLst>
                <a:ext uri="{FF2B5EF4-FFF2-40B4-BE49-F238E27FC236}">
                  <a16:creationId xmlns:a16="http://schemas.microsoft.com/office/drawing/2014/main" id="{F8F5C808-02DD-1DB8-55A7-AF79973B1EED}"/>
                </a:ext>
              </a:extLst>
            </p:cNvPr>
            <p:cNvSpPr/>
            <p:nvPr/>
          </p:nvSpPr>
          <p:spPr>
            <a:xfrm>
              <a:off x="9273736" y="4207321"/>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nvGrpSpPr>
            <p:cNvPr id="280" name="グループ化 279">
              <a:extLst>
                <a:ext uri="{FF2B5EF4-FFF2-40B4-BE49-F238E27FC236}">
                  <a16:creationId xmlns:a16="http://schemas.microsoft.com/office/drawing/2014/main" id="{FA6FA51B-BAF3-9571-B7C3-9FFCFD3EED43}"/>
                </a:ext>
              </a:extLst>
            </p:cNvPr>
            <p:cNvGrpSpPr/>
            <p:nvPr/>
          </p:nvGrpSpPr>
          <p:grpSpPr>
            <a:xfrm>
              <a:off x="8531082" y="2141542"/>
              <a:ext cx="1225343" cy="318322"/>
              <a:chOff x="3758867" y="6055660"/>
              <a:chExt cx="1436688" cy="373225"/>
            </a:xfrm>
          </p:grpSpPr>
          <p:sp>
            <p:nvSpPr>
              <p:cNvPr id="293" name="正方形/長方形 292">
                <a:extLst>
                  <a:ext uri="{FF2B5EF4-FFF2-40B4-BE49-F238E27FC236}">
                    <a16:creationId xmlns:a16="http://schemas.microsoft.com/office/drawing/2014/main" id="{97049E45-01D5-4A4F-AA09-17755B9FE530}"/>
                  </a:ext>
                </a:extLst>
              </p:cNvPr>
              <p:cNvSpPr/>
              <p:nvPr/>
            </p:nvSpPr>
            <p:spPr>
              <a:xfrm>
                <a:off x="3758867" y="6055660"/>
                <a:ext cx="1436688"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294" name="テキスト ボックス 293">
                <a:extLst>
                  <a:ext uri="{FF2B5EF4-FFF2-40B4-BE49-F238E27FC236}">
                    <a16:creationId xmlns:a16="http://schemas.microsoft.com/office/drawing/2014/main" id="{06818A65-6184-E079-45C1-EAE849F34831}"/>
                  </a:ext>
                </a:extLst>
              </p:cNvPr>
              <p:cNvSpPr txBox="1"/>
              <p:nvPr/>
            </p:nvSpPr>
            <p:spPr>
              <a:xfrm>
                <a:off x="3793829" y="6088385"/>
                <a:ext cx="1366763" cy="3067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Navigation data</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281" name="コネクタ: カギ線 280">
              <a:extLst>
                <a:ext uri="{FF2B5EF4-FFF2-40B4-BE49-F238E27FC236}">
                  <a16:creationId xmlns:a16="http://schemas.microsoft.com/office/drawing/2014/main" id="{10785C1F-AF9C-BA3F-6BDB-5393BF3A5445}"/>
                </a:ext>
              </a:extLst>
            </p:cNvPr>
            <p:cNvCxnSpPr>
              <a:cxnSpLocks/>
              <a:stCxn id="318" idx="3"/>
              <a:endCxn id="293" idx="2"/>
            </p:cNvCxnSpPr>
            <p:nvPr/>
          </p:nvCxnSpPr>
          <p:spPr>
            <a:xfrm flipV="1">
              <a:off x="8918520" y="2459864"/>
              <a:ext cx="225234" cy="649983"/>
            </a:xfrm>
            <a:prstGeom prst="bentConnector2">
              <a:avLst/>
            </a:prstGeom>
            <a:noFill/>
            <a:ln w="19050" cap="flat" cmpd="sng" algn="ctr">
              <a:solidFill>
                <a:srgbClr val="3F3F3F">
                  <a:lumMod val="50000"/>
                </a:srgbClr>
              </a:solidFill>
              <a:prstDash val="solid"/>
              <a:round/>
              <a:headEnd type="none" w="med" len="med"/>
              <a:tailEnd type="arrow" w="med" len="med"/>
            </a:ln>
            <a:effectLst/>
          </p:spPr>
        </p:cxnSp>
        <p:sp>
          <p:nvSpPr>
            <p:cNvPr id="282" name="テキスト ボックス 281">
              <a:extLst>
                <a:ext uri="{FF2B5EF4-FFF2-40B4-BE49-F238E27FC236}">
                  <a16:creationId xmlns:a16="http://schemas.microsoft.com/office/drawing/2014/main" id="{DF8168C5-73A4-E042-D9E8-46FBCC97A8A4}"/>
                </a:ext>
              </a:extLst>
            </p:cNvPr>
            <p:cNvSpPr txBox="1"/>
            <p:nvPr/>
          </p:nvSpPr>
          <p:spPr>
            <a:xfrm>
              <a:off x="6922167" y="1638884"/>
              <a:ext cx="1952624" cy="28875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srgbClr val="3F3F3F">
                      <a:lumMod val="50000"/>
                    </a:srgbClr>
                  </a:solidFill>
                  <a:effectLst/>
                  <a:uLnTx/>
                  <a:uFillTx/>
                  <a:latin typeface="Arial"/>
                  <a:ea typeface="BIZ UDPゴシック"/>
                </a:rPr>
                <a:t>ベースバンドプロセッサ</a:t>
              </a:r>
              <a:endParaRPr kumimoji="1" lang="en-US" altLang="ja-JP" sz="1600" b="0" i="0" u="none" strike="noStrike" kern="0" cap="none" spc="0" normalizeH="0" baseline="0" noProof="0" dirty="0">
                <a:ln>
                  <a:noFill/>
                </a:ln>
                <a:solidFill>
                  <a:srgbClr val="3F3F3F">
                    <a:lumMod val="50000"/>
                  </a:srgbClr>
                </a:solidFill>
                <a:effectLst/>
                <a:uLnTx/>
                <a:uFillTx/>
                <a:latin typeface="Arial"/>
                <a:ea typeface="BIZ UDPゴシック"/>
              </a:endParaRPr>
            </a:p>
          </p:txBody>
        </p:sp>
        <p:cxnSp>
          <p:nvCxnSpPr>
            <p:cNvPr id="283" name="直線矢印コネクタ 282">
              <a:extLst>
                <a:ext uri="{FF2B5EF4-FFF2-40B4-BE49-F238E27FC236}">
                  <a16:creationId xmlns:a16="http://schemas.microsoft.com/office/drawing/2014/main" id="{DF9CFC31-3214-47BB-F021-F43698C908BD}"/>
                </a:ext>
              </a:extLst>
            </p:cNvPr>
            <p:cNvCxnSpPr>
              <a:cxnSpLocks/>
              <a:stCxn id="294" idx="3"/>
            </p:cNvCxnSpPr>
            <p:nvPr/>
          </p:nvCxnSpPr>
          <p:spPr>
            <a:xfrm>
              <a:off x="9726605" y="2300258"/>
              <a:ext cx="663092" cy="44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284" name="直線矢印コネクタ 283">
              <a:extLst>
                <a:ext uri="{FF2B5EF4-FFF2-40B4-BE49-F238E27FC236}">
                  <a16:creationId xmlns:a16="http://schemas.microsoft.com/office/drawing/2014/main" id="{D9792467-EDC5-E448-494C-DB55CD58AB14}"/>
                </a:ext>
              </a:extLst>
            </p:cNvPr>
            <p:cNvCxnSpPr>
              <a:cxnSpLocks/>
              <a:stCxn id="303" idx="2"/>
            </p:cNvCxnSpPr>
            <p:nvPr/>
          </p:nvCxnSpPr>
          <p:spPr>
            <a:xfrm>
              <a:off x="9946247" y="3678730"/>
              <a:ext cx="44345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371" name="グループ化 370">
              <a:extLst>
                <a:ext uri="{FF2B5EF4-FFF2-40B4-BE49-F238E27FC236}">
                  <a16:creationId xmlns:a16="http://schemas.microsoft.com/office/drawing/2014/main" id="{20C5F08F-D175-1BC2-833F-ACA994239F1D}"/>
                </a:ext>
              </a:extLst>
            </p:cNvPr>
            <p:cNvGrpSpPr/>
            <p:nvPr/>
          </p:nvGrpSpPr>
          <p:grpSpPr>
            <a:xfrm>
              <a:off x="10389698" y="1974636"/>
              <a:ext cx="806622" cy="4315373"/>
              <a:chOff x="11014279" y="1895386"/>
              <a:chExt cx="945747" cy="5059680"/>
            </a:xfrm>
          </p:grpSpPr>
          <p:sp>
            <p:nvSpPr>
              <p:cNvPr id="291" name="正方形/長方形 290">
                <a:extLst>
                  <a:ext uri="{FF2B5EF4-FFF2-40B4-BE49-F238E27FC236}">
                    <a16:creationId xmlns:a16="http://schemas.microsoft.com/office/drawing/2014/main" id="{47C5894A-7DCA-6EC2-C35B-2F53F74BD30F}"/>
                  </a:ext>
                </a:extLst>
              </p:cNvPr>
              <p:cNvSpPr/>
              <p:nvPr/>
            </p:nvSpPr>
            <p:spPr>
              <a:xfrm>
                <a:off x="11014279" y="1895386"/>
                <a:ext cx="945747" cy="5059680"/>
              </a:xfrm>
              <a:prstGeom prst="rect">
                <a:avLst/>
              </a:prstGeom>
              <a:solidFill>
                <a:srgbClr val="3D9435">
                  <a:lumMod val="20000"/>
                  <a:lumOff val="80000"/>
                </a:srgbClr>
              </a:solidFill>
              <a:ln w="19050" cap="flat" cmpd="sng" algn="ctr">
                <a:solidFill>
                  <a:srgbClr val="3F3F3F"/>
                </a:solidFill>
                <a:prstDash val="dash"/>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292" name="テキスト ボックス 291">
                <a:extLst>
                  <a:ext uri="{FF2B5EF4-FFF2-40B4-BE49-F238E27FC236}">
                    <a16:creationId xmlns:a16="http://schemas.microsoft.com/office/drawing/2014/main" id="{92C12F47-8B6E-34B9-EC15-1D0EFB1E621A}"/>
                  </a:ext>
                </a:extLst>
              </p:cNvPr>
              <p:cNvSpPr txBox="1"/>
              <p:nvPr/>
            </p:nvSpPr>
            <p:spPr>
              <a:xfrm rot="16200000">
                <a:off x="9217065" y="4208708"/>
                <a:ext cx="4540177" cy="43303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b="0" i="0" u="none" strike="noStrike" kern="0" cap="none" spc="0" normalizeH="0" baseline="0" noProof="0" dirty="0">
                    <a:ln>
                      <a:noFill/>
                    </a:ln>
                    <a:solidFill>
                      <a:srgbClr val="3F3F3F">
                        <a:lumMod val="50000"/>
                      </a:srgbClr>
                    </a:solidFill>
                    <a:effectLst/>
                    <a:uLnTx/>
                    <a:uFillTx/>
                    <a:latin typeface="Arial"/>
                    <a:ea typeface="BIZ UDPゴシック"/>
                  </a:rPr>
                  <a:t>Position, Velocity, Timing engine</a:t>
                </a:r>
                <a:endParaRPr kumimoji="1" lang="ja-JP" altLang="en-US"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sp>
          <p:nvSpPr>
            <p:cNvPr id="286" name="テキスト ボックス 285">
              <a:extLst>
                <a:ext uri="{FF2B5EF4-FFF2-40B4-BE49-F238E27FC236}">
                  <a16:creationId xmlns:a16="http://schemas.microsoft.com/office/drawing/2014/main" id="{2E9DEF1D-B04D-F403-7A23-C31616CBA4D5}"/>
                </a:ext>
              </a:extLst>
            </p:cNvPr>
            <p:cNvSpPr txBox="1"/>
            <p:nvPr/>
          </p:nvSpPr>
          <p:spPr>
            <a:xfrm>
              <a:off x="6929011" y="4954026"/>
              <a:ext cx="260041"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E</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87" name="テキスト ボックス 286">
              <a:extLst>
                <a:ext uri="{FF2B5EF4-FFF2-40B4-BE49-F238E27FC236}">
                  <a16:creationId xmlns:a16="http://schemas.microsoft.com/office/drawing/2014/main" id="{BC20A5F8-3144-6383-9755-78A7A48980CE}"/>
                </a:ext>
              </a:extLst>
            </p:cNvPr>
            <p:cNvSpPr txBox="1"/>
            <p:nvPr/>
          </p:nvSpPr>
          <p:spPr>
            <a:xfrm>
              <a:off x="7376974" y="4954026"/>
              <a:ext cx="260041"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P</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88" name="テキスト ボックス 287">
              <a:extLst>
                <a:ext uri="{FF2B5EF4-FFF2-40B4-BE49-F238E27FC236}">
                  <a16:creationId xmlns:a16="http://schemas.microsoft.com/office/drawing/2014/main" id="{4A5E4194-FA0A-A932-557E-EB44860C2383}"/>
                </a:ext>
              </a:extLst>
            </p:cNvPr>
            <p:cNvSpPr txBox="1"/>
            <p:nvPr/>
          </p:nvSpPr>
          <p:spPr>
            <a:xfrm>
              <a:off x="7844241" y="4954026"/>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289" name="テキスト ボックス 288">
              <a:extLst>
                <a:ext uri="{FF2B5EF4-FFF2-40B4-BE49-F238E27FC236}">
                  <a16:creationId xmlns:a16="http://schemas.microsoft.com/office/drawing/2014/main" id="{1A903020-2CC5-36AD-5F0E-169B991B8B62}"/>
                </a:ext>
              </a:extLst>
            </p:cNvPr>
            <p:cNvSpPr txBox="1"/>
            <p:nvPr/>
          </p:nvSpPr>
          <p:spPr>
            <a:xfrm>
              <a:off x="5054494" y="2629029"/>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rPr>
                <a:t>I</a:t>
              </a:r>
              <a:endParaRPr kumimoji="1" lang="ja-JP" altLang="en-US"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endParaRPr>
            </a:p>
          </p:txBody>
        </p:sp>
        <p:sp>
          <p:nvSpPr>
            <p:cNvPr id="290" name="テキスト ボックス 289">
              <a:extLst>
                <a:ext uri="{FF2B5EF4-FFF2-40B4-BE49-F238E27FC236}">
                  <a16:creationId xmlns:a16="http://schemas.microsoft.com/office/drawing/2014/main" id="{4314B514-97FC-E242-02C7-BBD090D18AF6}"/>
                </a:ext>
              </a:extLst>
            </p:cNvPr>
            <p:cNvSpPr txBox="1"/>
            <p:nvPr/>
          </p:nvSpPr>
          <p:spPr>
            <a:xfrm>
              <a:off x="5054494" y="3766828"/>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rPr>
                <a:t>Q</a:t>
              </a:r>
              <a:endParaRPr kumimoji="1" lang="ja-JP" altLang="en-US" sz="1400" b="0" i="0" u="none" strike="noStrike" kern="0" cap="none" spc="0" normalizeH="0" baseline="0" noProof="0" dirty="0">
                <a:ln>
                  <a:noFill/>
                </a:ln>
                <a:solidFill>
                  <a:srgbClr val="3F3F3F">
                    <a:lumMod val="50000"/>
                  </a:srgbClr>
                </a:solidFill>
                <a:effectLst/>
                <a:uLnTx/>
                <a:uFillTx/>
                <a:latin typeface="Consolas" panose="020B0609020204030204" pitchFamily="49" charset="0"/>
                <a:ea typeface="BIZ UDPゴシック"/>
              </a:endParaRPr>
            </a:p>
          </p:txBody>
        </p:sp>
        <p:cxnSp>
          <p:nvCxnSpPr>
            <p:cNvPr id="403" name="直線矢印コネクタ 402">
              <a:extLst>
                <a:ext uri="{FF2B5EF4-FFF2-40B4-BE49-F238E27FC236}">
                  <a16:creationId xmlns:a16="http://schemas.microsoft.com/office/drawing/2014/main" id="{E22EF92C-EB7A-5EA1-F5D9-2663BA9319FD}"/>
                </a:ext>
              </a:extLst>
            </p:cNvPr>
            <p:cNvCxnSpPr>
              <a:cxnSpLocks/>
              <a:stCxn id="340" idx="3"/>
              <a:endCxn id="344" idx="2"/>
            </p:cNvCxnSpPr>
            <p:nvPr/>
          </p:nvCxnSpPr>
          <p:spPr>
            <a:xfrm>
              <a:off x="1435255" y="5542802"/>
              <a:ext cx="604727" cy="3251"/>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spTree>
    <p:extLst>
      <p:ext uri="{BB962C8B-B14F-4D97-AF65-F5344CB8AC3E}">
        <p14:creationId xmlns:p14="http://schemas.microsoft.com/office/powerpoint/2010/main" val="1540255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正方形/長方形 187">
            <a:extLst>
              <a:ext uri="{FF2B5EF4-FFF2-40B4-BE49-F238E27FC236}">
                <a16:creationId xmlns:a16="http://schemas.microsoft.com/office/drawing/2014/main" id="{C11BA426-B406-1D12-3DFE-730901834CC4}"/>
              </a:ext>
            </a:extLst>
          </p:cNvPr>
          <p:cNvSpPr/>
          <p:nvPr/>
        </p:nvSpPr>
        <p:spPr>
          <a:xfrm>
            <a:off x="3129731" y="2516061"/>
            <a:ext cx="4517219" cy="3843105"/>
          </a:xfrm>
          <a:prstGeom prst="rect">
            <a:avLst/>
          </a:prstGeom>
          <a:solidFill>
            <a:schemeClr val="accent1">
              <a:lumMod val="20000"/>
              <a:lumOff val="80000"/>
            </a:schemeClr>
          </a:solidFill>
          <a:ln w="19050" cap="flat" cmpd="sng" algn="ctr">
            <a:solidFill>
              <a:srgbClr val="3F3F3F"/>
            </a:solidFill>
            <a:prstDash val="dash"/>
            <a:round/>
            <a:headEnd type="none" w="med" len="med"/>
            <a:tailEnd type="none" w="med" len="med"/>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2" name="テキスト プレースホルダー 1">
            <a:extLst>
              <a:ext uri="{FF2B5EF4-FFF2-40B4-BE49-F238E27FC236}">
                <a16:creationId xmlns:a16="http://schemas.microsoft.com/office/drawing/2014/main" id="{2B493471-624D-A854-B708-2720780D36EB}"/>
              </a:ext>
            </a:extLst>
          </p:cNvPr>
          <p:cNvSpPr>
            <a:spLocks noGrp="1"/>
          </p:cNvSpPr>
          <p:nvPr>
            <p:ph type="body" sz="quarter" idx="13"/>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0A606C9D-6665-082B-0A61-35EBB5B27467}"/>
              </a:ext>
            </a:extLst>
          </p:cNvPr>
          <p:cNvSpPr>
            <a:spLocks noGrp="1"/>
          </p:cNvSpPr>
          <p:nvPr>
            <p:ph type="sldNum" sz="quarter" idx="11"/>
          </p:nvPr>
        </p:nvSpPr>
        <p:spPr/>
        <p:txBody>
          <a:bodyPr/>
          <a:lstStyle/>
          <a:p>
            <a:fld id="{CC43B8D3-9A08-F84C-9DD4-44948BA52D4B}" type="slidenum">
              <a:rPr lang="en-US" altLang="ja-JP" smtClean="0"/>
              <a:pPr/>
              <a:t>21</a:t>
            </a:fld>
            <a:endParaRPr lang="ja-JP" altLang="en-US" b="1"/>
          </a:p>
        </p:txBody>
      </p:sp>
      <p:sp>
        <p:nvSpPr>
          <p:cNvPr id="41" name="フローチャート: 和接合 40">
            <a:extLst>
              <a:ext uri="{FF2B5EF4-FFF2-40B4-BE49-F238E27FC236}">
                <a16:creationId xmlns:a16="http://schemas.microsoft.com/office/drawing/2014/main" id="{F24941D0-7FD9-72BD-1766-FFB48C31A25F}"/>
              </a:ext>
            </a:extLst>
          </p:cNvPr>
          <p:cNvSpPr/>
          <p:nvPr/>
        </p:nvSpPr>
        <p:spPr>
          <a:xfrm>
            <a:off x="3318641" y="3008315"/>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42" name="フローチャート: 和接合 41">
            <a:extLst>
              <a:ext uri="{FF2B5EF4-FFF2-40B4-BE49-F238E27FC236}">
                <a16:creationId xmlns:a16="http://schemas.microsoft.com/office/drawing/2014/main" id="{77B8DF91-A5F3-A1ED-FB12-6298A191B16D}"/>
              </a:ext>
            </a:extLst>
          </p:cNvPr>
          <p:cNvSpPr/>
          <p:nvPr/>
        </p:nvSpPr>
        <p:spPr>
          <a:xfrm>
            <a:off x="3780074" y="4150982"/>
            <a:ext cx="273610" cy="273610"/>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cxnSp>
        <p:nvCxnSpPr>
          <p:cNvPr id="43" name="直線矢印コネクタ 42">
            <a:extLst>
              <a:ext uri="{FF2B5EF4-FFF2-40B4-BE49-F238E27FC236}">
                <a16:creationId xmlns:a16="http://schemas.microsoft.com/office/drawing/2014/main" id="{B12C81AD-9D2E-90C3-115D-C34205E57DA5}"/>
              </a:ext>
            </a:extLst>
          </p:cNvPr>
          <p:cNvCxnSpPr>
            <a:cxnSpLocks/>
          </p:cNvCxnSpPr>
          <p:nvPr/>
        </p:nvCxnSpPr>
        <p:spPr>
          <a:xfrm flipV="1">
            <a:off x="3455446" y="3281926"/>
            <a:ext cx="0" cy="139297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44" name="直線矢印コネクタ 43">
            <a:extLst>
              <a:ext uri="{FF2B5EF4-FFF2-40B4-BE49-F238E27FC236}">
                <a16:creationId xmlns:a16="http://schemas.microsoft.com/office/drawing/2014/main" id="{C66439AE-FB15-A419-9B7A-64230F290EB1}"/>
              </a:ext>
            </a:extLst>
          </p:cNvPr>
          <p:cNvCxnSpPr>
            <a:cxnSpLocks/>
            <a:stCxn id="156" idx="0"/>
            <a:endCxn id="42" idx="4"/>
          </p:cNvCxnSpPr>
          <p:nvPr/>
        </p:nvCxnSpPr>
        <p:spPr>
          <a:xfrm flipV="1">
            <a:off x="3916879" y="4424592"/>
            <a:ext cx="0" cy="2539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45" name="グループ化 44">
            <a:extLst>
              <a:ext uri="{FF2B5EF4-FFF2-40B4-BE49-F238E27FC236}">
                <a16:creationId xmlns:a16="http://schemas.microsoft.com/office/drawing/2014/main" id="{79CE6D71-B609-402A-C924-30C230E873E7}"/>
              </a:ext>
            </a:extLst>
          </p:cNvPr>
          <p:cNvGrpSpPr/>
          <p:nvPr/>
        </p:nvGrpSpPr>
        <p:grpSpPr>
          <a:xfrm>
            <a:off x="3253975" y="4674899"/>
            <a:ext cx="864374" cy="429386"/>
            <a:chOff x="5078984" y="4007095"/>
            <a:chExt cx="1013460" cy="503446"/>
          </a:xfrm>
        </p:grpSpPr>
        <p:sp>
          <p:nvSpPr>
            <p:cNvPr id="153" name="正方形/長方形 152">
              <a:extLst>
                <a:ext uri="{FF2B5EF4-FFF2-40B4-BE49-F238E27FC236}">
                  <a16:creationId xmlns:a16="http://schemas.microsoft.com/office/drawing/2014/main" id="{795DB635-BBFB-1973-BF05-8F34A36B31B6}"/>
                </a:ext>
              </a:extLst>
            </p:cNvPr>
            <p:cNvSpPr/>
            <p:nvPr/>
          </p:nvSpPr>
          <p:spPr>
            <a:xfrm>
              <a:off x="5078984" y="4007095"/>
              <a:ext cx="1013460" cy="50344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sp>
          <p:nvSpPr>
            <p:cNvPr id="154" name="二等辺三角形 336">
              <a:extLst>
                <a:ext uri="{FF2B5EF4-FFF2-40B4-BE49-F238E27FC236}">
                  <a16:creationId xmlns:a16="http://schemas.microsoft.com/office/drawing/2014/main" id="{A832E5F3-66C4-43D5-1A37-E7413D1D87D4}"/>
                </a:ext>
              </a:extLst>
            </p:cNvPr>
            <p:cNvSpPr/>
            <p:nvPr/>
          </p:nvSpPr>
          <p:spPr>
            <a:xfrm>
              <a:off x="5078984" y="4007095"/>
              <a:ext cx="1013460" cy="503446"/>
            </a:xfrm>
            <a:prstGeom prst="triangle">
              <a:avLst/>
            </a:prstGeom>
            <a:noFill/>
            <a:ln w="9525"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55" name="テキスト ボックス 154">
              <a:extLst>
                <a:ext uri="{FF2B5EF4-FFF2-40B4-BE49-F238E27FC236}">
                  <a16:creationId xmlns:a16="http://schemas.microsoft.com/office/drawing/2014/main" id="{C70F41F1-73F8-58EB-6A5D-3D78C587CC43}"/>
                </a:ext>
              </a:extLst>
            </p:cNvPr>
            <p:cNvSpPr txBox="1"/>
            <p:nvPr/>
          </p:nvSpPr>
          <p:spPr>
            <a:xfrm>
              <a:off x="5273689" y="4020892"/>
              <a:ext cx="92096" cy="19847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0</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156" name="テキスト ボックス 155">
              <a:extLst>
                <a:ext uri="{FF2B5EF4-FFF2-40B4-BE49-F238E27FC236}">
                  <a16:creationId xmlns:a16="http://schemas.microsoft.com/office/drawing/2014/main" id="{D318ACCF-02CE-6882-D83A-F6F8F33277DD}"/>
                </a:ext>
              </a:extLst>
            </p:cNvPr>
            <p:cNvSpPr txBox="1"/>
            <p:nvPr/>
          </p:nvSpPr>
          <p:spPr>
            <a:xfrm>
              <a:off x="5756868" y="4011366"/>
              <a:ext cx="198714" cy="198474"/>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90</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46" name="直線矢印コネクタ 45">
            <a:extLst>
              <a:ext uri="{FF2B5EF4-FFF2-40B4-BE49-F238E27FC236}">
                <a16:creationId xmlns:a16="http://schemas.microsoft.com/office/drawing/2014/main" id="{FAD92F51-DDF7-43A6-2B63-35C8BB7DBD7F}"/>
              </a:ext>
            </a:extLst>
          </p:cNvPr>
          <p:cNvCxnSpPr>
            <a:cxnSpLocks/>
            <a:stCxn id="41" idx="6"/>
            <a:endCxn id="149" idx="2"/>
          </p:cNvCxnSpPr>
          <p:nvPr/>
        </p:nvCxnSpPr>
        <p:spPr>
          <a:xfrm flipV="1">
            <a:off x="3592251" y="3142504"/>
            <a:ext cx="1430061" cy="2616"/>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47" name="直線矢印コネクタ 46">
            <a:extLst>
              <a:ext uri="{FF2B5EF4-FFF2-40B4-BE49-F238E27FC236}">
                <a16:creationId xmlns:a16="http://schemas.microsoft.com/office/drawing/2014/main" id="{E499B358-7A8C-4F99-971C-C3FBD2064D9A}"/>
              </a:ext>
            </a:extLst>
          </p:cNvPr>
          <p:cNvCxnSpPr>
            <a:cxnSpLocks/>
            <a:stCxn id="42" idx="6"/>
            <a:endCxn id="146" idx="2"/>
          </p:cNvCxnSpPr>
          <p:nvPr/>
        </p:nvCxnSpPr>
        <p:spPr>
          <a:xfrm flipV="1">
            <a:off x="4053684" y="4283726"/>
            <a:ext cx="968628" cy="4061"/>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48" name="直線矢印コネクタ 47">
            <a:extLst>
              <a:ext uri="{FF2B5EF4-FFF2-40B4-BE49-F238E27FC236}">
                <a16:creationId xmlns:a16="http://schemas.microsoft.com/office/drawing/2014/main" id="{E8942109-0AB7-D762-A93F-A17E9001E6D2}"/>
              </a:ext>
            </a:extLst>
          </p:cNvPr>
          <p:cNvCxnSpPr>
            <a:cxnSpLocks/>
            <a:endCxn id="42" idx="2"/>
          </p:cNvCxnSpPr>
          <p:nvPr/>
        </p:nvCxnSpPr>
        <p:spPr>
          <a:xfrm>
            <a:off x="2939860" y="4287787"/>
            <a:ext cx="84021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49" name="直線矢印コネクタ 48">
            <a:extLst>
              <a:ext uri="{FF2B5EF4-FFF2-40B4-BE49-F238E27FC236}">
                <a16:creationId xmlns:a16="http://schemas.microsoft.com/office/drawing/2014/main" id="{091993CA-B697-B12E-19E0-A78ED81726DB}"/>
              </a:ext>
            </a:extLst>
          </p:cNvPr>
          <p:cNvCxnSpPr>
            <a:cxnSpLocks/>
            <a:endCxn id="41" idx="2"/>
          </p:cNvCxnSpPr>
          <p:nvPr/>
        </p:nvCxnSpPr>
        <p:spPr>
          <a:xfrm>
            <a:off x="2939860" y="3145120"/>
            <a:ext cx="378781"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50" name="グループ化 49">
            <a:extLst>
              <a:ext uri="{FF2B5EF4-FFF2-40B4-BE49-F238E27FC236}">
                <a16:creationId xmlns:a16="http://schemas.microsoft.com/office/drawing/2014/main" id="{1415369F-0FD7-13E9-6C3F-40ACBD4E67EB}"/>
              </a:ext>
            </a:extLst>
          </p:cNvPr>
          <p:cNvGrpSpPr/>
          <p:nvPr/>
        </p:nvGrpSpPr>
        <p:grpSpPr>
          <a:xfrm>
            <a:off x="3868128" y="5888399"/>
            <a:ext cx="1095159" cy="318322"/>
            <a:chOff x="3833813" y="6055659"/>
            <a:chExt cx="1284050" cy="373225"/>
          </a:xfrm>
        </p:grpSpPr>
        <p:sp>
          <p:nvSpPr>
            <p:cNvPr id="151" name="正方形/長方形 150">
              <a:extLst>
                <a:ext uri="{FF2B5EF4-FFF2-40B4-BE49-F238E27FC236}">
                  <a16:creationId xmlns:a16="http://schemas.microsoft.com/office/drawing/2014/main" id="{30528A15-8390-C2B7-5367-7A42279D16D8}"/>
                </a:ext>
              </a:extLst>
            </p:cNvPr>
            <p:cNvSpPr/>
            <p:nvPr/>
          </p:nvSpPr>
          <p:spPr>
            <a:xfrm>
              <a:off x="3833813" y="6055659"/>
              <a:ext cx="1284050"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52" name="テキスト ボックス 151">
              <a:extLst>
                <a:ext uri="{FF2B5EF4-FFF2-40B4-BE49-F238E27FC236}">
                  <a16:creationId xmlns:a16="http://schemas.microsoft.com/office/drawing/2014/main" id="{A8C32049-A17A-5E97-D68E-F2016F7D1416}"/>
                </a:ext>
              </a:extLst>
            </p:cNvPr>
            <p:cNvSpPr txBox="1"/>
            <p:nvPr/>
          </p:nvSpPr>
          <p:spPr>
            <a:xfrm>
              <a:off x="3885773" y="6088383"/>
              <a:ext cx="121640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Carrier</a:t>
              </a:r>
              <a:r>
                <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rPr>
                <a:t> </a:t>
              </a: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NCO</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51" name="コネクタ: カギ線 234">
            <a:extLst>
              <a:ext uri="{FF2B5EF4-FFF2-40B4-BE49-F238E27FC236}">
                <a16:creationId xmlns:a16="http://schemas.microsoft.com/office/drawing/2014/main" id="{0CA4E74C-AAB3-5707-9C01-14410FAA6093}"/>
              </a:ext>
            </a:extLst>
          </p:cNvPr>
          <p:cNvCxnSpPr>
            <a:cxnSpLocks/>
            <a:stCxn id="151" idx="1"/>
            <a:endCxn id="154" idx="3"/>
          </p:cNvCxnSpPr>
          <p:nvPr/>
        </p:nvCxnSpPr>
        <p:spPr>
          <a:xfrm rot="10800000">
            <a:off x="3686163" y="5104286"/>
            <a:ext cx="181966" cy="943275"/>
          </a:xfrm>
          <a:prstGeom prst="bentConnector2">
            <a:avLst/>
          </a:prstGeom>
          <a:noFill/>
          <a:ln w="19050" cap="flat" cmpd="sng" algn="ctr">
            <a:solidFill>
              <a:srgbClr val="3F3F3F">
                <a:lumMod val="50000"/>
              </a:srgbClr>
            </a:solidFill>
            <a:prstDash val="solid"/>
            <a:round/>
            <a:headEnd type="none" w="med" len="med"/>
            <a:tailEnd type="arrow" w="med" len="med"/>
          </a:ln>
          <a:effectLst/>
        </p:spPr>
      </p:cxnSp>
      <p:grpSp>
        <p:nvGrpSpPr>
          <p:cNvPr id="52" name="グループ化 51">
            <a:extLst>
              <a:ext uri="{FF2B5EF4-FFF2-40B4-BE49-F238E27FC236}">
                <a16:creationId xmlns:a16="http://schemas.microsoft.com/office/drawing/2014/main" id="{7FFB053B-EDAE-73A2-26CE-5A411B675286}"/>
              </a:ext>
            </a:extLst>
          </p:cNvPr>
          <p:cNvGrpSpPr/>
          <p:nvPr/>
        </p:nvGrpSpPr>
        <p:grpSpPr>
          <a:xfrm>
            <a:off x="4552872" y="2656132"/>
            <a:ext cx="1212490" cy="972745"/>
            <a:chOff x="7584882" y="2974179"/>
            <a:chExt cx="1421618" cy="1140522"/>
          </a:xfrm>
        </p:grpSpPr>
        <p:sp>
          <p:nvSpPr>
            <p:cNvPr id="148" name="フローチャート: 和接合 147">
              <a:extLst>
                <a:ext uri="{FF2B5EF4-FFF2-40B4-BE49-F238E27FC236}">
                  <a16:creationId xmlns:a16="http://schemas.microsoft.com/office/drawing/2014/main" id="{9F851E54-8F10-0649-6372-5F0CEE5BEFD5}"/>
                </a:ext>
              </a:extLst>
            </p:cNvPr>
            <p:cNvSpPr/>
            <p:nvPr/>
          </p:nvSpPr>
          <p:spPr>
            <a:xfrm>
              <a:off x="8685698" y="297417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49" name="フローチャート: 和接合 148">
              <a:extLst>
                <a:ext uri="{FF2B5EF4-FFF2-40B4-BE49-F238E27FC236}">
                  <a16:creationId xmlns:a16="http://schemas.microsoft.com/office/drawing/2014/main" id="{B2153655-121E-107A-A1A1-CBB4E560B4AA}"/>
                </a:ext>
              </a:extLst>
            </p:cNvPr>
            <p:cNvSpPr/>
            <p:nvPr/>
          </p:nvSpPr>
          <p:spPr>
            <a:xfrm>
              <a:off x="8135290" y="338403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50" name="フローチャート: 和接合 149">
              <a:extLst>
                <a:ext uri="{FF2B5EF4-FFF2-40B4-BE49-F238E27FC236}">
                  <a16:creationId xmlns:a16="http://schemas.microsoft.com/office/drawing/2014/main" id="{E3BD1B18-6F93-FE0E-DC9B-5D423035DB1E}"/>
                </a:ext>
              </a:extLst>
            </p:cNvPr>
            <p:cNvSpPr/>
            <p:nvPr/>
          </p:nvSpPr>
          <p:spPr>
            <a:xfrm>
              <a:off x="7584882" y="379389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grpSp>
        <p:nvGrpSpPr>
          <p:cNvPr id="53" name="グループ化 52">
            <a:extLst>
              <a:ext uri="{FF2B5EF4-FFF2-40B4-BE49-F238E27FC236}">
                <a16:creationId xmlns:a16="http://schemas.microsoft.com/office/drawing/2014/main" id="{D4FEC10A-DA6B-C4DB-08D3-5AA8D19F28E1}"/>
              </a:ext>
            </a:extLst>
          </p:cNvPr>
          <p:cNvGrpSpPr/>
          <p:nvPr/>
        </p:nvGrpSpPr>
        <p:grpSpPr>
          <a:xfrm>
            <a:off x="4582385" y="3797353"/>
            <a:ext cx="1182977" cy="972745"/>
            <a:chOff x="7619485" y="2974179"/>
            <a:chExt cx="1387015" cy="1140522"/>
          </a:xfrm>
        </p:grpSpPr>
        <p:sp>
          <p:nvSpPr>
            <p:cNvPr id="145" name="フローチャート: 和接合 144">
              <a:extLst>
                <a:ext uri="{FF2B5EF4-FFF2-40B4-BE49-F238E27FC236}">
                  <a16:creationId xmlns:a16="http://schemas.microsoft.com/office/drawing/2014/main" id="{E0E61A1F-99AD-5027-1927-3373A019A1A8}"/>
                </a:ext>
              </a:extLst>
            </p:cNvPr>
            <p:cNvSpPr/>
            <p:nvPr/>
          </p:nvSpPr>
          <p:spPr>
            <a:xfrm>
              <a:off x="8685698" y="297417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46" name="フローチャート: 和接合 145">
              <a:extLst>
                <a:ext uri="{FF2B5EF4-FFF2-40B4-BE49-F238E27FC236}">
                  <a16:creationId xmlns:a16="http://schemas.microsoft.com/office/drawing/2014/main" id="{B0EF410C-A5FD-6E5A-9394-E69AF78F407A}"/>
                </a:ext>
              </a:extLst>
            </p:cNvPr>
            <p:cNvSpPr/>
            <p:nvPr/>
          </p:nvSpPr>
          <p:spPr>
            <a:xfrm>
              <a:off x="8135290" y="338403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47" name="フローチャート: 和接合 146">
              <a:extLst>
                <a:ext uri="{FF2B5EF4-FFF2-40B4-BE49-F238E27FC236}">
                  <a16:creationId xmlns:a16="http://schemas.microsoft.com/office/drawing/2014/main" id="{527496A2-DDA5-F3E8-3A4A-6F2990E862E0}"/>
                </a:ext>
              </a:extLst>
            </p:cNvPr>
            <p:cNvSpPr/>
            <p:nvPr/>
          </p:nvSpPr>
          <p:spPr>
            <a:xfrm>
              <a:off x="7619485" y="3793899"/>
              <a:ext cx="320802" cy="320802"/>
            </a:xfrm>
            <a:prstGeom prst="flowChartSummingJunction">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3F3F3F"/>
                </a:solidFill>
                <a:effectLst/>
                <a:uLnTx/>
                <a:uFillTx/>
                <a:latin typeface="Arial"/>
                <a:ea typeface="BIZ UDPゴシック"/>
                <a:cs typeface="+mn-cs"/>
              </a:endParaRPr>
            </a:p>
          </p:txBody>
        </p:sp>
      </p:grpSp>
      <p:cxnSp>
        <p:nvCxnSpPr>
          <p:cNvPr id="54" name="コネクタ: カギ線 237">
            <a:extLst>
              <a:ext uri="{FF2B5EF4-FFF2-40B4-BE49-F238E27FC236}">
                <a16:creationId xmlns:a16="http://schemas.microsoft.com/office/drawing/2014/main" id="{EDA7B25F-4F19-B090-0D51-940BFD5BAD31}"/>
              </a:ext>
            </a:extLst>
          </p:cNvPr>
          <p:cNvCxnSpPr>
            <a:cxnSpLocks/>
            <a:stCxn id="42" idx="6"/>
            <a:endCxn id="147" idx="2"/>
          </p:cNvCxnSpPr>
          <p:nvPr/>
        </p:nvCxnSpPr>
        <p:spPr>
          <a:xfrm>
            <a:off x="4053684" y="4287787"/>
            <a:ext cx="528701" cy="345506"/>
          </a:xfrm>
          <a:prstGeom prst="bentConnector3">
            <a:avLst>
              <a:gd name="adj1" fmla="val 50000"/>
            </a:avLst>
          </a:prstGeom>
          <a:noFill/>
          <a:ln w="19050" cap="flat" cmpd="sng" algn="ctr">
            <a:solidFill>
              <a:srgbClr val="3F3F3F">
                <a:lumMod val="50000"/>
              </a:srgbClr>
            </a:solidFill>
            <a:prstDash val="solid"/>
            <a:round/>
            <a:headEnd type="none" w="med" len="med"/>
            <a:tailEnd type="arrow" w="med" len="med"/>
          </a:ln>
          <a:effectLst/>
        </p:spPr>
      </p:cxnSp>
      <p:cxnSp>
        <p:nvCxnSpPr>
          <p:cNvPr id="55" name="コネクタ: カギ線 238">
            <a:extLst>
              <a:ext uri="{FF2B5EF4-FFF2-40B4-BE49-F238E27FC236}">
                <a16:creationId xmlns:a16="http://schemas.microsoft.com/office/drawing/2014/main" id="{1554B228-3E6A-2F46-0DE1-EDB471B0ABBC}"/>
              </a:ext>
            </a:extLst>
          </p:cNvPr>
          <p:cNvCxnSpPr>
            <a:cxnSpLocks/>
            <a:stCxn id="42" idx="6"/>
            <a:endCxn id="145" idx="2"/>
          </p:cNvCxnSpPr>
          <p:nvPr/>
        </p:nvCxnSpPr>
        <p:spPr>
          <a:xfrm flipV="1">
            <a:off x="4053684" y="3934158"/>
            <a:ext cx="1438068" cy="353629"/>
          </a:xfrm>
          <a:prstGeom prst="bentConnector3">
            <a:avLst>
              <a:gd name="adj1" fmla="val 18478"/>
            </a:avLst>
          </a:prstGeom>
          <a:noFill/>
          <a:ln w="19050" cap="flat" cmpd="sng" algn="ctr">
            <a:solidFill>
              <a:srgbClr val="3F3F3F">
                <a:lumMod val="50000"/>
              </a:srgbClr>
            </a:solidFill>
            <a:prstDash val="solid"/>
            <a:round/>
            <a:headEnd type="none" w="med" len="med"/>
            <a:tailEnd type="arrow" w="med" len="med"/>
          </a:ln>
          <a:effectLst/>
        </p:spPr>
      </p:cxnSp>
      <p:cxnSp>
        <p:nvCxnSpPr>
          <p:cNvPr id="56" name="コネクタ: カギ線 239">
            <a:extLst>
              <a:ext uri="{FF2B5EF4-FFF2-40B4-BE49-F238E27FC236}">
                <a16:creationId xmlns:a16="http://schemas.microsoft.com/office/drawing/2014/main" id="{4759D2F8-F49C-1F49-B71D-B62706C85E82}"/>
              </a:ext>
            </a:extLst>
          </p:cNvPr>
          <p:cNvCxnSpPr>
            <a:cxnSpLocks/>
            <a:stCxn id="41" idx="6"/>
            <a:endCxn id="148" idx="2"/>
          </p:cNvCxnSpPr>
          <p:nvPr/>
        </p:nvCxnSpPr>
        <p:spPr>
          <a:xfrm flipV="1">
            <a:off x="3592251" y="2792937"/>
            <a:ext cx="1899501" cy="352183"/>
          </a:xfrm>
          <a:prstGeom prst="bentConnector3">
            <a:avLst>
              <a:gd name="adj1" fmla="val 25023"/>
            </a:avLst>
          </a:prstGeom>
          <a:noFill/>
          <a:ln w="19050" cap="flat" cmpd="sng" algn="ctr">
            <a:solidFill>
              <a:srgbClr val="3F3F3F">
                <a:lumMod val="50000"/>
              </a:srgbClr>
            </a:solidFill>
            <a:prstDash val="solid"/>
            <a:round/>
            <a:headEnd type="none" w="med" len="med"/>
            <a:tailEnd type="arrow" w="med" len="med"/>
          </a:ln>
          <a:effectLst/>
        </p:spPr>
      </p:cxnSp>
      <p:cxnSp>
        <p:nvCxnSpPr>
          <p:cNvPr id="57" name="コネクタ: カギ線 240">
            <a:extLst>
              <a:ext uri="{FF2B5EF4-FFF2-40B4-BE49-F238E27FC236}">
                <a16:creationId xmlns:a16="http://schemas.microsoft.com/office/drawing/2014/main" id="{A72D3250-0395-46BD-C8DA-1623D9260D75}"/>
              </a:ext>
            </a:extLst>
          </p:cNvPr>
          <p:cNvCxnSpPr>
            <a:cxnSpLocks/>
            <a:stCxn id="41" idx="6"/>
            <a:endCxn id="150" idx="2"/>
          </p:cNvCxnSpPr>
          <p:nvPr/>
        </p:nvCxnSpPr>
        <p:spPr>
          <a:xfrm>
            <a:off x="3592251" y="3145120"/>
            <a:ext cx="960621" cy="346952"/>
          </a:xfrm>
          <a:prstGeom prst="bentConnector3">
            <a:avLst>
              <a:gd name="adj1" fmla="val 50000"/>
            </a:avLst>
          </a:prstGeom>
          <a:noFill/>
          <a:ln w="19050" cap="flat" cmpd="sng" algn="ctr">
            <a:solidFill>
              <a:srgbClr val="3F3F3F">
                <a:lumMod val="50000"/>
              </a:srgbClr>
            </a:solidFill>
            <a:prstDash val="solid"/>
            <a:round/>
            <a:headEnd type="none" w="med" len="med"/>
            <a:tailEnd type="arrow" w="med" len="med"/>
          </a:ln>
          <a:effectLst/>
        </p:spPr>
      </p:cxnSp>
      <p:sp>
        <p:nvSpPr>
          <p:cNvPr id="58" name="楕円 241">
            <a:extLst>
              <a:ext uri="{FF2B5EF4-FFF2-40B4-BE49-F238E27FC236}">
                <a16:creationId xmlns:a16="http://schemas.microsoft.com/office/drawing/2014/main" id="{3489FC0B-356D-ADD4-2B11-9DBACE8F6416}"/>
              </a:ext>
            </a:extLst>
          </p:cNvPr>
          <p:cNvSpPr/>
          <p:nvPr/>
        </p:nvSpPr>
        <p:spPr>
          <a:xfrm>
            <a:off x="4022454" y="3095280"/>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59" name="楕円 242">
            <a:extLst>
              <a:ext uri="{FF2B5EF4-FFF2-40B4-BE49-F238E27FC236}">
                <a16:creationId xmlns:a16="http://schemas.microsoft.com/office/drawing/2014/main" id="{8741D817-9DBE-43D0-7622-0EC10DF64C68}"/>
              </a:ext>
            </a:extLst>
          </p:cNvPr>
          <p:cNvSpPr/>
          <p:nvPr/>
        </p:nvSpPr>
        <p:spPr>
          <a:xfrm>
            <a:off x="4267635" y="4239978"/>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cxnSp>
        <p:nvCxnSpPr>
          <p:cNvPr id="60" name="直線矢印コネクタ 59">
            <a:extLst>
              <a:ext uri="{FF2B5EF4-FFF2-40B4-BE49-F238E27FC236}">
                <a16:creationId xmlns:a16="http://schemas.microsoft.com/office/drawing/2014/main" id="{3E195A2F-3DD0-14E2-924B-7C3BBEF329D7}"/>
              </a:ext>
            </a:extLst>
          </p:cNvPr>
          <p:cNvCxnSpPr>
            <a:cxnSpLocks/>
            <a:stCxn id="140" idx="0"/>
            <a:endCxn id="147" idx="4"/>
          </p:cNvCxnSpPr>
          <p:nvPr/>
        </p:nvCxnSpPr>
        <p:spPr>
          <a:xfrm flipH="1" flipV="1">
            <a:off x="4719190" y="4770098"/>
            <a:ext cx="3308" cy="46310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61" name="グループ化 60">
            <a:extLst>
              <a:ext uri="{FF2B5EF4-FFF2-40B4-BE49-F238E27FC236}">
                <a16:creationId xmlns:a16="http://schemas.microsoft.com/office/drawing/2014/main" id="{0857595A-C4EE-A7A2-4C51-366609593DED}"/>
              </a:ext>
            </a:extLst>
          </p:cNvPr>
          <p:cNvGrpSpPr/>
          <p:nvPr/>
        </p:nvGrpSpPr>
        <p:grpSpPr>
          <a:xfrm>
            <a:off x="4560127" y="5233198"/>
            <a:ext cx="1201600" cy="502430"/>
            <a:chOff x="7944701" y="4515307"/>
            <a:chExt cx="1408850" cy="589088"/>
          </a:xfrm>
        </p:grpSpPr>
        <p:grpSp>
          <p:nvGrpSpPr>
            <p:cNvPr id="139" name="グループ化 138">
              <a:extLst>
                <a:ext uri="{FF2B5EF4-FFF2-40B4-BE49-F238E27FC236}">
                  <a16:creationId xmlns:a16="http://schemas.microsoft.com/office/drawing/2014/main" id="{1940B80F-F516-228F-14CC-59B9DBE454F3}"/>
                </a:ext>
              </a:extLst>
            </p:cNvPr>
            <p:cNvGrpSpPr/>
            <p:nvPr/>
          </p:nvGrpSpPr>
          <p:grpSpPr>
            <a:xfrm>
              <a:off x="7944701" y="4516885"/>
              <a:ext cx="1408850" cy="587510"/>
              <a:chOff x="3730607" y="6055659"/>
              <a:chExt cx="1408850" cy="587510"/>
            </a:xfrm>
          </p:grpSpPr>
          <p:sp>
            <p:nvSpPr>
              <p:cNvPr id="143" name="正方形/長方形 142">
                <a:extLst>
                  <a:ext uri="{FF2B5EF4-FFF2-40B4-BE49-F238E27FC236}">
                    <a16:creationId xmlns:a16="http://schemas.microsoft.com/office/drawing/2014/main" id="{065A312A-5C6C-2906-C38D-7893FAC52696}"/>
                  </a:ext>
                </a:extLst>
              </p:cNvPr>
              <p:cNvSpPr/>
              <p:nvPr/>
            </p:nvSpPr>
            <p:spPr>
              <a:xfrm>
                <a:off x="3730607" y="6055659"/>
                <a:ext cx="1408850" cy="587510"/>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44" name="テキスト ボックス 143">
                <a:extLst>
                  <a:ext uri="{FF2B5EF4-FFF2-40B4-BE49-F238E27FC236}">
                    <a16:creationId xmlns:a16="http://schemas.microsoft.com/office/drawing/2014/main" id="{9C182CF4-90DE-EAA5-BFB5-B6CB099865BE}"/>
                  </a:ext>
                </a:extLst>
              </p:cNvPr>
              <p:cNvSpPr txBox="1"/>
              <p:nvPr/>
            </p:nvSpPr>
            <p:spPr>
              <a:xfrm>
                <a:off x="3920179" y="6067702"/>
                <a:ext cx="1040931" cy="54129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C/A</a:t>
                </a:r>
                <a:r>
                  <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rPr>
                  <a:t> </a:t>
                </a: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code</a:t>
                </a:r>
                <a:b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b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generator</a:t>
                </a:r>
              </a:p>
            </p:txBody>
          </p:sp>
        </p:grpSp>
        <p:sp>
          <p:nvSpPr>
            <p:cNvPr id="140" name="楕円 322">
              <a:extLst>
                <a:ext uri="{FF2B5EF4-FFF2-40B4-BE49-F238E27FC236}">
                  <a16:creationId xmlns:a16="http://schemas.microsoft.com/office/drawing/2014/main" id="{EFA40124-C982-9160-21DE-07555336AE8E}"/>
                </a:ext>
              </a:extLst>
            </p:cNvPr>
            <p:cNvSpPr/>
            <p:nvPr/>
          </p:nvSpPr>
          <p:spPr>
            <a:xfrm>
              <a:off x="8069605"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41" name="楕円 323">
              <a:extLst>
                <a:ext uri="{FF2B5EF4-FFF2-40B4-BE49-F238E27FC236}">
                  <a16:creationId xmlns:a16="http://schemas.microsoft.com/office/drawing/2014/main" id="{7DC96471-4E69-99D6-E3DF-6D5FB01B56B2}"/>
                </a:ext>
              </a:extLst>
            </p:cNvPr>
            <p:cNvSpPr/>
            <p:nvPr/>
          </p:nvSpPr>
          <p:spPr>
            <a:xfrm>
              <a:off x="8581532"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42" name="楕円 324">
              <a:extLst>
                <a:ext uri="{FF2B5EF4-FFF2-40B4-BE49-F238E27FC236}">
                  <a16:creationId xmlns:a16="http://schemas.microsoft.com/office/drawing/2014/main" id="{D85B9244-1A5B-AFC6-B5A7-388E3697379E}"/>
                </a:ext>
              </a:extLst>
            </p:cNvPr>
            <p:cNvSpPr/>
            <p:nvPr/>
          </p:nvSpPr>
          <p:spPr>
            <a:xfrm>
              <a:off x="9131940" y="4515307"/>
              <a:ext cx="130944" cy="130944"/>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62" name="直線矢印コネクタ 61">
            <a:extLst>
              <a:ext uri="{FF2B5EF4-FFF2-40B4-BE49-F238E27FC236}">
                <a16:creationId xmlns:a16="http://schemas.microsoft.com/office/drawing/2014/main" id="{281DD4CE-ABB3-031F-57E4-496919901B7A}"/>
              </a:ext>
            </a:extLst>
          </p:cNvPr>
          <p:cNvCxnSpPr>
            <a:cxnSpLocks/>
            <a:stCxn id="141" idx="0"/>
            <a:endCxn id="146" idx="4"/>
          </p:cNvCxnSpPr>
          <p:nvPr/>
        </p:nvCxnSpPr>
        <p:spPr>
          <a:xfrm flipV="1">
            <a:off x="5159117" y="4420531"/>
            <a:ext cx="0" cy="81266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63" name="直線矢印コネクタ 62">
            <a:extLst>
              <a:ext uri="{FF2B5EF4-FFF2-40B4-BE49-F238E27FC236}">
                <a16:creationId xmlns:a16="http://schemas.microsoft.com/office/drawing/2014/main" id="{00AEF05E-F459-F24A-E915-3A776E0FCB9D}"/>
              </a:ext>
            </a:extLst>
          </p:cNvPr>
          <p:cNvCxnSpPr>
            <a:cxnSpLocks/>
            <a:stCxn id="142" idx="0"/>
            <a:endCxn id="145" idx="4"/>
          </p:cNvCxnSpPr>
          <p:nvPr/>
        </p:nvCxnSpPr>
        <p:spPr>
          <a:xfrm flipV="1">
            <a:off x="5628557" y="4070963"/>
            <a:ext cx="0" cy="1162234"/>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64" name="コネクタ: カギ線 247">
            <a:extLst>
              <a:ext uri="{FF2B5EF4-FFF2-40B4-BE49-F238E27FC236}">
                <a16:creationId xmlns:a16="http://schemas.microsoft.com/office/drawing/2014/main" id="{30104A8D-D736-A294-C12E-360D65BC2D14}"/>
              </a:ext>
            </a:extLst>
          </p:cNvPr>
          <p:cNvCxnSpPr>
            <a:cxnSpLocks/>
            <a:stCxn id="65" idx="6"/>
            <a:endCxn id="150" idx="4"/>
          </p:cNvCxnSpPr>
          <p:nvPr/>
        </p:nvCxnSpPr>
        <p:spPr>
          <a:xfrm flipH="1" flipV="1">
            <a:off x="4689677" y="3628877"/>
            <a:ext cx="77322" cy="1322611"/>
          </a:xfrm>
          <a:prstGeom prst="bentConnector4">
            <a:avLst>
              <a:gd name="adj1" fmla="val -182113"/>
              <a:gd name="adj2" fmla="val 40669"/>
            </a:avLst>
          </a:prstGeom>
          <a:noFill/>
          <a:ln w="19050" cap="flat" cmpd="sng" algn="ctr">
            <a:solidFill>
              <a:srgbClr val="3F3F3F">
                <a:lumMod val="50000"/>
              </a:srgbClr>
            </a:solidFill>
            <a:prstDash val="solid"/>
            <a:round/>
            <a:headEnd type="none" w="med" len="med"/>
            <a:tailEnd type="arrow" w="med" len="med"/>
          </a:ln>
          <a:effectLst/>
        </p:spPr>
      </p:cxnSp>
      <p:sp>
        <p:nvSpPr>
          <p:cNvPr id="65" name="楕円 248">
            <a:extLst>
              <a:ext uri="{FF2B5EF4-FFF2-40B4-BE49-F238E27FC236}">
                <a16:creationId xmlns:a16="http://schemas.microsoft.com/office/drawing/2014/main" id="{E247A2F0-B558-8BC4-027F-FF4B53075808}"/>
              </a:ext>
            </a:extLst>
          </p:cNvPr>
          <p:cNvSpPr/>
          <p:nvPr/>
        </p:nvSpPr>
        <p:spPr>
          <a:xfrm>
            <a:off x="4671381" y="4903678"/>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66" name="楕円 249">
            <a:extLst>
              <a:ext uri="{FF2B5EF4-FFF2-40B4-BE49-F238E27FC236}">
                <a16:creationId xmlns:a16="http://schemas.microsoft.com/office/drawing/2014/main" id="{6066A371-3F69-94D9-9D09-945E417EAEAC}"/>
              </a:ext>
            </a:extLst>
          </p:cNvPr>
          <p:cNvSpPr/>
          <p:nvPr/>
        </p:nvSpPr>
        <p:spPr>
          <a:xfrm>
            <a:off x="5105546" y="4903678"/>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67" name="楕円 250">
            <a:extLst>
              <a:ext uri="{FF2B5EF4-FFF2-40B4-BE49-F238E27FC236}">
                <a16:creationId xmlns:a16="http://schemas.microsoft.com/office/drawing/2014/main" id="{FFB042F3-F472-5553-9FE9-11E4BB08F36A}"/>
              </a:ext>
            </a:extLst>
          </p:cNvPr>
          <p:cNvSpPr/>
          <p:nvPr/>
        </p:nvSpPr>
        <p:spPr>
          <a:xfrm>
            <a:off x="5573558" y="4903678"/>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cxnSp>
        <p:nvCxnSpPr>
          <p:cNvPr id="68" name="コネクタ: カギ線 251">
            <a:extLst>
              <a:ext uri="{FF2B5EF4-FFF2-40B4-BE49-F238E27FC236}">
                <a16:creationId xmlns:a16="http://schemas.microsoft.com/office/drawing/2014/main" id="{3F99BBF2-C67B-6458-CD57-90E4FAAB9AF6}"/>
              </a:ext>
            </a:extLst>
          </p:cNvPr>
          <p:cNvCxnSpPr>
            <a:cxnSpLocks/>
            <a:stCxn id="66" idx="6"/>
            <a:endCxn id="149" idx="4"/>
          </p:cNvCxnSpPr>
          <p:nvPr/>
        </p:nvCxnSpPr>
        <p:spPr>
          <a:xfrm flipH="1" flipV="1">
            <a:off x="5159117" y="3279309"/>
            <a:ext cx="42047" cy="1672178"/>
          </a:xfrm>
          <a:prstGeom prst="bentConnector4">
            <a:avLst>
              <a:gd name="adj1" fmla="val -463701"/>
              <a:gd name="adj2" fmla="val 51430"/>
            </a:avLst>
          </a:prstGeom>
          <a:noFill/>
          <a:ln w="19050" cap="flat" cmpd="sng" algn="ctr">
            <a:solidFill>
              <a:srgbClr val="3F3F3F">
                <a:lumMod val="50000"/>
              </a:srgbClr>
            </a:solidFill>
            <a:prstDash val="solid"/>
            <a:round/>
            <a:headEnd type="none" w="med" len="med"/>
            <a:tailEnd type="arrow" w="med" len="med"/>
          </a:ln>
          <a:effectLst/>
        </p:spPr>
      </p:cxnSp>
      <p:cxnSp>
        <p:nvCxnSpPr>
          <p:cNvPr id="69" name="コネクタ: カギ線 252">
            <a:extLst>
              <a:ext uri="{FF2B5EF4-FFF2-40B4-BE49-F238E27FC236}">
                <a16:creationId xmlns:a16="http://schemas.microsoft.com/office/drawing/2014/main" id="{F794F90B-B3E5-6218-801D-170D85AAFEB4}"/>
              </a:ext>
            </a:extLst>
          </p:cNvPr>
          <p:cNvCxnSpPr>
            <a:cxnSpLocks/>
            <a:stCxn id="67" idx="6"/>
            <a:endCxn id="148" idx="4"/>
          </p:cNvCxnSpPr>
          <p:nvPr/>
        </p:nvCxnSpPr>
        <p:spPr>
          <a:xfrm flipH="1" flipV="1">
            <a:off x="5628557" y="2929742"/>
            <a:ext cx="40619" cy="2021745"/>
          </a:xfrm>
          <a:prstGeom prst="bentConnector4">
            <a:avLst>
              <a:gd name="adj1" fmla="val -480000"/>
              <a:gd name="adj2" fmla="val 61147"/>
            </a:avLst>
          </a:prstGeom>
          <a:noFill/>
          <a:ln w="19050" cap="flat" cmpd="sng" algn="ctr">
            <a:solidFill>
              <a:srgbClr val="3F3F3F">
                <a:lumMod val="50000"/>
              </a:srgbClr>
            </a:solidFill>
            <a:prstDash val="solid"/>
            <a:round/>
            <a:headEnd type="none" w="med" len="med"/>
            <a:tailEnd type="arrow" w="med" len="med"/>
          </a:ln>
          <a:effectLst/>
        </p:spPr>
      </p:cxnSp>
      <p:grpSp>
        <p:nvGrpSpPr>
          <p:cNvPr id="70" name="グループ化 69">
            <a:extLst>
              <a:ext uri="{FF2B5EF4-FFF2-40B4-BE49-F238E27FC236}">
                <a16:creationId xmlns:a16="http://schemas.microsoft.com/office/drawing/2014/main" id="{184CFF55-32BD-CB54-4EA8-47B0217E7F9B}"/>
              </a:ext>
            </a:extLst>
          </p:cNvPr>
          <p:cNvGrpSpPr/>
          <p:nvPr/>
        </p:nvGrpSpPr>
        <p:grpSpPr>
          <a:xfrm>
            <a:off x="6115111" y="2633776"/>
            <a:ext cx="347509" cy="318322"/>
            <a:chOff x="3843782" y="6070075"/>
            <a:chExt cx="407447" cy="373225"/>
          </a:xfrm>
        </p:grpSpPr>
        <p:sp>
          <p:nvSpPr>
            <p:cNvPr id="137" name="正方形/長方形 136">
              <a:extLst>
                <a:ext uri="{FF2B5EF4-FFF2-40B4-BE49-F238E27FC236}">
                  <a16:creationId xmlns:a16="http://schemas.microsoft.com/office/drawing/2014/main" id="{3CC0B903-23A1-B237-638E-CECA1F436A55}"/>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138" name="テキスト ボックス 137">
                  <a:extLst>
                    <a:ext uri="{FF2B5EF4-FFF2-40B4-BE49-F238E27FC236}">
                      <a16:creationId xmlns:a16="http://schemas.microsoft.com/office/drawing/2014/main" id="{1FA98B11-E6D1-B270-A8BE-3A4BFD0F8910}"/>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296" name="テキスト ボックス 295">
                  <a:extLst>
                    <a:ext uri="{FF2B5EF4-FFF2-40B4-BE49-F238E27FC236}">
                      <a16:creationId xmlns:a16="http://schemas.microsoft.com/office/drawing/2014/main" id="{9D315FAA-F1DA-CF22-6FFB-4113EDF72C2F}"/>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2"/>
                  <a:stretch>
                    <a:fillRect/>
                  </a:stretch>
                </a:blipFill>
              </p:spPr>
              <p:txBody>
                <a:bodyPr/>
                <a:lstStyle/>
                <a:p>
                  <a:r>
                    <a:rPr lang="ja-JP" altLang="en-US">
                      <a:noFill/>
                    </a:rPr>
                    <a:t> </a:t>
                  </a:r>
                </a:p>
              </p:txBody>
            </p:sp>
          </mc:Fallback>
        </mc:AlternateContent>
      </p:grpSp>
      <p:cxnSp>
        <p:nvCxnSpPr>
          <p:cNvPr id="71" name="直線矢印コネクタ 70">
            <a:extLst>
              <a:ext uri="{FF2B5EF4-FFF2-40B4-BE49-F238E27FC236}">
                <a16:creationId xmlns:a16="http://schemas.microsoft.com/office/drawing/2014/main" id="{3B0E64DB-8132-D30D-E754-D487B7C330F4}"/>
              </a:ext>
            </a:extLst>
          </p:cNvPr>
          <p:cNvCxnSpPr>
            <a:cxnSpLocks/>
            <a:stCxn id="148" idx="6"/>
            <a:endCxn id="137" idx="1"/>
          </p:cNvCxnSpPr>
          <p:nvPr/>
        </p:nvCxnSpPr>
        <p:spPr>
          <a:xfrm>
            <a:off x="5765362" y="2792937"/>
            <a:ext cx="349749"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72" name="グループ化 71">
            <a:extLst>
              <a:ext uri="{FF2B5EF4-FFF2-40B4-BE49-F238E27FC236}">
                <a16:creationId xmlns:a16="http://schemas.microsoft.com/office/drawing/2014/main" id="{6C99C51E-84FE-2344-4747-A34670E09665}"/>
              </a:ext>
            </a:extLst>
          </p:cNvPr>
          <p:cNvGrpSpPr/>
          <p:nvPr/>
        </p:nvGrpSpPr>
        <p:grpSpPr>
          <a:xfrm>
            <a:off x="6115111" y="2983343"/>
            <a:ext cx="347509" cy="318322"/>
            <a:chOff x="3843782" y="6070075"/>
            <a:chExt cx="407447" cy="373225"/>
          </a:xfrm>
        </p:grpSpPr>
        <p:sp>
          <p:nvSpPr>
            <p:cNvPr id="135" name="正方形/長方形 134">
              <a:extLst>
                <a:ext uri="{FF2B5EF4-FFF2-40B4-BE49-F238E27FC236}">
                  <a16:creationId xmlns:a16="http://schemas.microsoft.com/office/drawing/2014/main" id="{662E3B03-3CE2-5AA4-6A76-17CF20FE3C82}"/>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136" name="テキスト ボックス 135">
                  <a:extLst>
                    <a:ext uri="{FF2B5EF4-FFF2-40B4-BE49-F238E27FC236}">
                      <a16:creationId xmlns:a16="http://schemas.microsoft.com/office/drawing/2014/main" id="{9AA8B772-85D0-4D6F-E80C-4E829A8F7251}"/>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02" name="テキスト ボックス 301">
                  <a:extLst>
                    <a:ext uri="{FF2B5EF4-FFF2-40B4-BE49-F238E27FC236}">
                      <a16:creationId xmlns:a16="http://schemas.microsoft.com/office/drawing/2014/main" id="{A3105D0B-DF41-ECD9-ACDC-DE7483675AF0}"/>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3"/>
                  <a:stretch>
                    <a:fillRect/>
                  </a:stretch>
                </a:blipFill>
              </p:spPr>
              <p:txBody>
                <a:bodyPr/>
                <a:lstStyle/>
                <a:p>
                  <a:r>
                    <a:rPr lang="ja-JP" altLang="en-US">
                      <a:noFill/>
                    </a:rPr>
                    <a:t> </a:t>
                  </a:r>
                </a:p>
              </p:txBody>
            </p:sp>
          </mc:Fallback>
        </mc:AlternateContent>
      </p:grpSp>
      <p:grpSp>
        <p:nvGrpSpPr>
          <p:cNvPr id="73" name="グループ化 72">
            <a:extLst>
              <a:ext uri="{FF2B5EF4-FFF2-40B4-BE49-F238E27FC236}">
                <a16:creationId xmlns:a16="http://schemas.microsoft.com/office/drawing/2014/main" id="{EEDE29A2-4219-F3ED-A034-0B6E9A51F9A0}"/>
              </a:ext>
            </a:extLst>
          </p:cNvPr>
          <p:cNvGrpSpPr/>
          <p:nvPr/>
        </p:nvGrpSpPr>
        <p:grpSpPr>
          <a:xfrm>
            <a:off x="6115111" y="3332667"/>
            <a:ext cx="347509" cy="318322"/>
            <a:chOff x="3843782" y="6070075"/>
            <a:chExt cx="407447" cy="373225"/>
          </a:xfrm>
        </p:grpSpPr>
        <p:sp>
          <p:nvSpPr>
            <p:cNvPr id="133" name="正方形/長方形 132">
              <a:extLst>
                <a:ext uri="{FF2B5EF4-FFF2-40B4-BE49-F238E27FC236}">
                  <a16:creationId xmlns:a16="http://schemas.microsoft.com/office/drawing/2014/main" id="{2921C24F-ACA4-378A-6EA6-329B1C425451}"/>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134" name="テキスト ボックス 133">
                  <a:extLst>
                    <a:ext uri="{FF2B5EF4-FFF2-40B4-BE49-F238E27FC236}">
                      <a16:creationId xmlns:a16="http://schemas.microsoft.com/office/drawing/2014/main" id="{54741002-226C-DCDF-1A25-2E7927C95CB4}"/>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11" name="テキスト ボックス 310">
                  <a:extLst>
                    <a:ext uri="{FF2B5EF4-FFF2-40B4-BE49-F238E27FC236}">
                      <a16:creationId xmlns:a16="http://schemas.microsoft.com/office/drawing/2014/main" id="{A24DCFE3-15A0-A730-B501-F1A61994F063}"/>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4"/>
                  <a:stretch>
                    <a:fillRect/>
                  </a:stretch>
                </a:blipFill>
              </p:spPr>
              <p:txBody>
                <a:bodyPr/>
                <a:lstStyle/>
                <a:p>
                  <a:r>
                    <a:rPr lang="ja-JP" altLang="en-US">
                      <a:noFill/>
                    </a:rPr>
                    <a:t> </a:t>
                  </a:r>
                </a:p>
              </p:txBody>
            </p:sp>
          </mc:Fallback>
        </mc:AlternateContent>
      </p:grpSp>
      <p:cxnSp>
        <p:nvCxnSpPr>
          <p:cNvPr id="74" name="直線矢印コネクタ 73">
            <a:extLst>
              <a:ext uri="{FF2B5EF4-FFF2-40B4-BE49-F238E27FC236}">
                <a16:creationId xmlns:a16="http://schemas.microsoft.com/office/drawing/2014/main" id="{E20488D3-5B09-4913-61C1-BB23D8F81F94}"/>
              </a:ext>
            </a:extLst>
          </p:cNvPr>
          <p:cNvCxnSpPr>
            <a:cxnSpLocks/>
            <a:stCxn id="149" idx="6"/>
            <a:endCxn id="135" idx="1"/>
          </p:cNvCxnSpPr>
          <p:nvPr/>
        </p:nvCxnSpPr>
        <p:spPr>
          <a:xfrm>
            <a:off x="5295922" y="3142504"/>
            <a:ext cx="819189"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75" name="直線矢印コネクタ 74">
            <a:extLst>
              <a:ext uri="{FF2B5EF4-FFF2-40B4-BE49-F238E27FC236}">
                <a16:creationId xmlns:a16="http://schemas.microsoft.com/office/drawing/2014/main" id="{E413B3B7-EE3D-A5A4-EF25-13C01340C0EC}"/>
              </a:ext>
            </a:extLst>
          </p:cNvPr>
          <p:cNvCxnSpPr>
            <a:cxnSpLocks/>
            <a:stCxn id="150" idx="6"/>
            <a:endCxn id="133" idx="1"/>
          </p:cNvCxnSpPr>
          <p:nvPr/>
        </p:nvCxnSpPr>
        <p:spPr>
          <a:xfrm flipV="1">
            <a:off x="4826482" y="3491828"/>
            <a:ext cx="1288629" cy="243"/>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grpSp>
        <p:nvGrpSpPr>
          <p:cNvPr id="76" name="グループ化 75">
            <a:extLst>
              <a:ext uri="{FF2B5EF4-FFF2-40B4-BE49-F238E27FC236}">
                <a16:creationId xmlns:a16="http://schemas.microsoft.com/office/drawing/2014/main" id="{CF6DF46E-6CD9-90BC-EC09-661F7334EC5D}"/>
              </a:ext>
            </a:extLst>
          </p:cNvPr>
          <p:cNvGrpSpPr/>
          <p:nvPr/>
        </p:nvGrpSpPr>
        <p:grpSpPr>
          <a:xfrm>
            <a:off x="6115111" y="3776147"/>
            <a:ext cx="347509" cy="318322"/>
            <a:chOff x="3843782" y="6070075"/>
            <a:chExt cx="407447" cy="373225"/>
          </a:xfrm>
        </p:grpSpPr>
        <p:sp>
          <p:nvSpPr>
            <p:cNvPr id="131" name="正方形/長方形 130">
              <a:extLst>
                <a:ext uri="{FF2B5EF4-FFF2-40B4-BE49-F238E27FC236}">
                  <a16:creationId xmlns:a16="http://schemas.microsoft.com/office/drawing/2014/main" id="{50B977F1-D0A8-8723-D0BB-12CE4C342ADB}"/>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132" name="テキスト ボックス 131">
                  <a:extLst>
                    <a:ext uri="{FF2B5EF4-FFF2-40B4-BE49-F238E27FC236}">
                      <a16:creationId xmlns:a16="http://schemas.microsoft.com/office/drawing/2014/main" id="{464954E0-8B0D-C9FB-4BA6-0330E20A54C4}"/>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25" name="テキスト ボックス 324">
                  <a:extLst>
                    <a:ext uri="{FF2B5EF4-FFF2-40B4-BE49-F238E27FC236}">
                      <a16:creationId xmlns:a16="http://schemas.microsoft.com/office/drawing/2014/main" id="{32E70D74-C0F3-E18B-A483-AC90E0B6F31C}"/>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5"/>
                  <a:stretch>
                    <a:fillRect/>
                  </a:stretch>
                </a:blipFill>
              </p:spPr>
              <p:txBody>
                <a:bodyPr/>
                <a:lstStyle/>
                <a:p>
                  <a:r>
                    <a:rPr lang="ja-JP" altLang="en-US">
                      <a:noFill/>
                    </a:rPr>
                    <a:t> </a:t>
                  </a:r>
                </a:p>
              </p:txBody>
            </p:sp>
          </mc:Fallback>
        </mc:AlternateContent>
      </p:grpSp>
      <p:grpSp>
        <p:nvGrpSpPr>
          <p:cNvPr id="77" name="グループ化 76">
            <a:extLst>
              <a:ext uri="{FF2B5EF4-FFF2-40B4-BE49-F238E27FC236}">
                <a16:creationId xmlns:a16="http://schemas.microsoft.com/office/drawing/2014/main" id="{FE114413-A97F-7ECB-C6B4-B67A1F0A6431}"/>
              </a:ext>
            </a:extLst>
          </p:cNvPr>
          <p:cNvGrpSpPr/>
          <p:nvPr/>
        </p:nvGrpSpPr>
        <p:grpSpPr>
          <a:xfrm>
            <a:off x="6115111" y="4125714"/>
            <a:ext cx="347509" cy="318322"/>
            <a:chOff x="3843782" y="6070075"/>
            <a:chExt cx="407447" cy="373225"/>
          </a:xfrm>
        </p:grpSpPr>
        <p:sp>
          <p:nvSpPr>
            <p:cNvPr id="129" name="正方形/長方形 128">
              <a:extLst>
                <a:ext uri="{FF2B5EF4-FFF2-40B4-BE49-F238E27FC236}">
                  <a16:creationId xmlns:a16="http://schemas.microsoft.com/office/drawing/2014/main" id="{832BF951-552F-E92E-F854-DF5732193402}"/>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130" name="テキスト ボックス 129">
                  <a:extLst>
                    <a:ext uri="{FF2B5EF4-FFF2-40B4-BE49-F238E27FC236}">
                      <a16:creationId xmlns:a16="http://schemas.microsoft.com/office/drawing/2014/main" id="{6D535960-D86E-6214-3F6C-2DF7EBFFFBE0}"/>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28" name="テキスト ボックス 327">
                  <a:extLst>
                    <a:ext uri="{FF2B5EF4-FFF2-40B4-BE49-F238E27FC236}">
                      <a16:creationId xmlns:a16="http://schemas.microsoft.com/office/drawing/2014/main" id="{69BAE28C-771E-5C83-ACB0-8BA496AFA25B}"/>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6"/>
                  <a:stretch>
                    <a:fillRect/>
                  </a:stretch>
                </a:blipFill>
              </p:spPr>
              <p:txBody>
                <a:bodyPr/>
                <a:lstStyle/>
                <a:p>
                  <a:r>
                    <a:rPr lang="ja-JP" altLang="en-US">
                      <a:noFill/>
                    </a:rPr>
                    <a:t> </a:t>
                  </a:r>
                </a:p>
              </p:txBody>
            </p:sp>
          </mc:Fallback>
        </mc:AlternateContent>
      </p:grpSp>
      <p:grpSp>
        <p:nvGrpSpPr>
          <p:cNvPr id="78" name="グループ化 77">
            <a:extLst>
              <a:ext uri="{FF2B5EF4-FFF2-40B4-BE49-F238E27FC236}">
                <a16:creationId xmlns:a16="http://schemas.microsoft.com/office/drawing/2014/main" id="{821A1C60-F62C-6FDA-D26A-E60BDAC43D59}"/>
              </a:ext>
            </a:extLst>
          </p:cNvPr>
          <p:cNvGrpSpPr/>
          <p:nvPr/>
        </p:nvGrpSpPr>
        <p:grpSpPr>
          <a:xfrm>
            <a:off x="6115111" y="4475038"/>
            <a:ext cx="347509" cy="318322"/>
            <a:chOff x="3843782" y="6070075"/>
            <a:chExt cx="407447" cy="373225"/>
          </a:xfrm>
        </p:grpSpPr>
        <p:sp>
          <p:nvSpPr>
            <p:cNvPr id="127" name="正方形/長方形 126">
              <a:extLst>
                <a:ext uri="{FF2B5EF4-FFF2-40B4-BE49-F238E27FC236}">
                  <a16:creationId xmlns:a16="http://schemas.microsoft.com/office/drawing/2014/main" id="{0E52626F-E466-5237-AF1B-7166CD5FD532}"/>
                </a:ext>
              </a:extLst>
            </p:cNvPr>
            <p:cNvSpPr/>
            <p:nvPr/>
          </p:nvSpPr>
          <p:spPr>
            <a:xfrm>
              <a:off x="3843782" y="6070075"/>
              <a:ext cx="40744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mc:AlternateContent xmlns:mc="http://schemas.openxmlformats.org/markup-compatibility/2006" xmlns:a14="http://schemas.microsoft.com/office/drawing/2010/main">
          <mc:Choice Requires="a14">
            <p:sp>
              <p:nvSpPr>
                <p:cNvPr id="128" name="テキスト ボックス 127">
                  <a:extLst>
                    <a:ext uri="{FF2B5EF4-FFF2-40B4-BE49-F238E27FC236}">
                      <a16:creationId xmlns:a16="http://schemas.microsoft.com/office/drawing/2014/main" id="{BE6E0739-9C89-A6AD-4D5F-8F93DB0D39F7}"/>
                    </a:ext>
                  </a:extLst>
                </p:cNvPr>
                <p:cNvSpPr txBox="1"/>
                <p:nvPr/>
              </p:nvSpPr>
              <p:spPr>
                <a:xfrm>
                  <a:off x="3859793" y="6072021"/>
                  <a:ext cx="37542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1" lang="en-US" altLang="ja-JP" sz="1800" b="0" i="0" u="none" strike="noStrike" kern="0" cap="none" spc="0" normalizeH="0" baseline="0" noProof="0" smtClean="0">
                            <a:ln>
                              <a:noFill/>
                            </a:ln>
                            <a:solidFill>
                              <a:srgbClr val="3F3F3F">
                                <a:lumMod val="50000"/>
                              </a:srgbClr>
                            </a:solidFill>
                            <a:effectLst/>
                            <a:uLnTx/>
                            <a:uFillTx/>
                            <a:latin typeface="Cambria Math" panose="02040503050406030204" pitchFamily="18" charset="0"/>
                          </a:rPr>
                          <m:t>Σ</m:t>
                        </m:r>
                      </m:oMath>
                    </m:oMathPara>
                  </a14:m>
                  <a:endParaRPr kumimoji="1" lang="ja-JP" altLang="en-US" sz="1800" b="0" i="0" u="none" strike="noStrike" kern="0" cap="none" spc="0" normalizeH="0" baseline="0" noProof="0" dirty="0">
                    <a:ln>
                      <a:noFill/>
                    </a:ln>
                    <a:solidFill>
                      <a:srgbClr val="3F3F3F">
                        <a:lumMod val="50000"/>
                      </a:srgbClr>
                    </a:solidFill>
                    <a:effectLst/>
                    <a:uLnTx/>
                    <a:uFillTx/>
                    <a:latin typeface="Arial"/>
                    <a:ea typeface="BIZ UDPゴシック"/>
                  </a:endParaRPr>
                </a:p>
              </p:txBody>
            </p:sp>
          </mc:Choice>
          <mc:Fallback xmlns="">
            <p:sp>
              <p:nvSpPr>
                <p:cNvPr id="331" name="テキスト ボックス 330">
                  <a:extLst>
                    <a:ext uri="{FF2B5EF4-FFF2-40B4-BE49-F238E27FC236}">
                      <a16:creationId xmlns:a16="http://schemas.microsoft.com/office/drawing/2014/main" id="{026C3991-4A31-5C12-F960-D850590BD96F}"/>
                    </a:ext>
                  </a:extLst>
                </p:cNvPr>
                <p:cNvSpPr txBox="1">
                  <a:spLocks noRot="1" noChangeAspect="1" noMove="1" noResize="1" noEditPoints="1" noAdjustHandles="1" noChangeArrowheads="1" noChangeShapeType="1" noTextEdit="1"/>
                </p:cNvSpPr>
                <p:nvPr/>
              </p:nvSpPr>
              <p:spPr>
                <a:xfrm>
                  <a:off x="3859793" y="6072021"/>
                  <a:ext cx="375424" cy="369332"/>
                </a:xfrm>
                <a:prstGeom prst="rect">
                  <a:avLst/>
                </a:prstGeom>
                <a:blipFill>
                  <a:blip r:embed="rId7"/>
                  <a:stretch>
                    <a:fillRect/>
                  </a:stretch>
                </a:blipFill>
              </p:spPr>
              <p:txBody>
                <a:bodyPr/>
                <a:lstStyle/>
                <a:p>
                  <a:r>
                    <a:rPr lang="ja-JP" altLang="en-US">
                      <a:noFill/>
                    </a:rPr>
                    <a:t> </a:t>
                  </a:r>
                </a:p>
              </p:txBody>
            </p:sp>
          </mc:Fallback>
        </mc:AlternateContent>
      </p:grpSp>
      <p:cxnSp>
        <p:nvCxnSpPr>
          <p:cNvPr id="79" name="直線矢印コネクタ 78">
            <a:extLst>
              <a:ext uri="{FF2B5EF4-FFF2-40B4-BE49-F238E27FC236}">
                <a16:creationId xmlns:a16="http://schemas.microsoft.com/office/drawing/2014/main" id="{58295C46-4411-5551-854B-70464A0103A8}"/>
              </a:ext>
            </a:extLst>
          </p:cNvPr>
          <p:cNvCxnSpPr>
            <a:cxnSpLocks/>
            <a:stCxn id="145" idx="6"/>
            <a:endCxn id="131" idx="1"/>
          </p:cNvCxnSpPr>
          <p:nvPr/>
        </p:nvCxnSpPr>
        <p:spPr>
          <a:xfrm>
            <a:off x="5765362" y="3934158"/>
            <a:ext cx="349749" cy="11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80" name="直線矢印コネクタ 79">
            <a:extLst>
              <a:ext uri="{FF2B5EF4-FFF2-40B4-BE49-F238E27FC236}">
                <a16:creationId xmlns:a16="http://schemas.microsoft.com/office/drawing/2014/main" id="{4A8289C4-6B0B-566C-A063-63AD4C488D22}"/>
              </a:ext>
            </a:extLst>
          </p:cNvPr>
          <p:cNvCxnSpPr>
            <a:cxnSpLocks/>
            <a:stCxn id="146" idx="6"/>
            <a:endCxn id="129" idx="1"/>
          </p:cNvCxnSpPr>
          <p:nvPr/>
        </p:nvCxnSpPr>
        <p:spPr>
          <a:xfrm>
            <a:off x="5295922" y="4283726"/>
            <a:ext cx="819189" cy="115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81" name="直線矢印コネクタ 80">
            <a:extLst>
              <a:ext uri="{FF2B5EF4-FFF2-40B4-BE49-F238E27FC236}">
                <a16:creationId xmlns:a16="http://schemas.microsoft.com/office/drawing/2014/main" id="{8E4A42C2-5D1A-C254-60E8-E01A5DAAD189}"/>
              </a:ext>
            </a:extLst>
          </p:cNvPr>
          <p:cNvCxnSpPr>
            <a:cxnSpLocks/>
            <a:stCxn id="147" idx="6"/>
            <a:endCxn id="127" idx="1"/>
          </p:cNvCxnSpPr>
          <p:nvPr/>
        </p:nvCxnSpPr>
        <p:spPr>
          <a:xfrm>
            <a:off x="4855995" y="4633293"/>
            <a:ext cx="1259116" cy="907"/>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82" name="直線矢印コネクタ 81">
            <a:extLst>
              <a:ext uri="{FF2B5EF4-FFF2-40B4-BE49-F238E27FC236}">
                <a16:creationId xmlns:a16="http://schemas.microsoft.com/office/drawing/2014/main" id="{B8D7978D-FF75-A3AB-3365-988A1118AD37}"/>
              </a:ext>
            </a:extLst>
          </p:cNvPr>
          <p:cNvCxnSpPr>
            <a:cxnSpLocks/>
            <a:stCxn id="125" idx="1"/>
            <a:endCxn id="151" idx="3"/>
          </p:cNvCxnSpPr>
          <p:nvPr/>
        </p:nvCxnSpPr>
        <p:spPr>
          <a:xfrm flipH="1">
            <a:off x="4963287" y="6047560"/>
            <a:ext cx="29317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83" name="コネクタ: カギ線 266">
            <a:extLst>
              <a:ext uri="{FF2B5EF4-FFF2-40B4-BE49-F238E27FC236}">
                <a16:creationId xmlns:a16="http://schemas.microsoft.com/office/drawing/2014/main" id="{F22BDFE9-CDE4-4083-1AF1-F1015DC0CE8E}"/>
              </a:ext>
            </a:extLst>
          </p:cNvPr>
          <p:cNvCxnSpPr>
            <a:cxnSpLocks/>
            <a:stCxn id="129" idx="3"/>
            <a:endCxn id="124" idx="6"/>
          </p:cNvCxnSpPr>
          <p:nvPr/>
        </p:nvCxnSpPr>
        <p:spPr>
          <a:xfrm flipH="1">
            <a:off x="6351620" y="4284875"/>
            <a:ext cx="111001" cy="1844049"/>
          </a:xfrm>
          <a:prstGeom prst="bentConnector3">
            <a:avLst>
              <a:gd name="adj1" fmla="val -368863"/>
            </a:avLst>
          </a:prstGeom>
          <a:noFill/>
          <a:ln w="19050" cap="flat" cmpd="sng" algn="ctr">
            <a:solidFill>
              <a:srgbClr val="3F3F3F">
                <a:lumMod val="50000"/>
              </a:srgbClr>
            </a:solidFill>
            <a:prstDash val="solid"/>
            <a:round/>
            <a:headEnd type="none" w="med" len="med"/>
            <a:tailEnd type="arrow" w="med" len="med"/>
          </a:ln>
          <a:effectLst/>
        </p:spPr>
      </p:cxnSp>
      <p:grpSp>
        <p:nvGrpSpPr>
          <p:cNvPr id="84" name="グループ化 83">
            <a:extLst>
              <a:ext uri="{FF2B5EF4-FFF2-40B4-BE49-F238E27FC236}">
                <a16:creationId xmlns:a16="http://schemas.microsoft.com/office/drawing/2014/main" id="{6CDF5549-650C-0922-983D-A703C1CFD049}"/>
              </a:ext>
            </a:extLst>
          </p:cNvPr>
          <p:cNvGrpSpPr/>
          <p:nvPr/>
        </p:nvGrpSpPr>
        <p:grpSpPr>
          <a:xfrm>
            <a:off x="5256461" y="5888399"/>
            <a:ext cx="1095159" cy="318322"/>
            <a:chOff x="8400716" y="5257889"/>
            <a:chExt cx="1284050" cy="373225"/>
          </a:xfrm>
        </p:grpSpPr>
        <p:grpSp>
          <p:nvGrpSpPr>
            <p:cNvPr id="122" name="グループ化 121">
              <a:extLst>
                <a:ext uri="{FF2B5EF4-FFF2-40B4-BE49-F238E27FC236}">
                  <a16:creationId xmlns:a16="http://schemas.microsoft.com/office/drawing/2014/main" id="{EF85C844-6021-8C82-C7AA-A8665DADAEA7}"/>
                </a:ext>
              </a:extLst>
            </p:cNvPr>
            <p:cNvGrpSpPr/>
            <p:nvPr/>
          </p:nvGrpSpPr>
          <p:grpSpPr>
            <a:xfrm>
              <a:off x="8400716" y="5257889"/>
              <a:ext cx="1284050" cy="373225"/>
              <a:chOff x="3833813" y="6055659"/>
              <a:chExt cx="1284050" cy="373225"/>
            </a:xfrm>
          </p:grpSpPr>
          <p:sp>
            <p:nvSpPr>
              <p:cNvPr id="125" name="正方形/長方形 124">
                <a:extLst>
                  <a:ext uri="{FF2B5EF4-FFF2-40B4-BE49-F238E27FC236}">
                    <a16:creationId xmlns:a16="http://schemas.microsoft.com/office/drawing/2014/main" id="{18DE561F-DC19-1BDA-8EA4-CE011A24FA8D}"/>
                  </a:ext>
                </a:extLst>
              </p:cNvPr>
              <p:cNvSpPr/>
              <p:nvPr/>
            </p:nvSpPr>
            <p:spPr>
              <a:xfrm>
                <a:off x="3833813" y="6055659"/>
                <a:ext cx="1284050"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26" name="テキスト ボックス 125">
                <a:extLst>
                  <a:ext uri="{FF2B5EF4-FFF2-40B4-BE49-F238E27FC236}">
                    <a16:creationId xmlns:a16="http://schemas.microsoft.com/office/drawing/2014/main" id="{5A62EC01-65AC-4B20-D69E-C4DE1B59C34E}"/>
                  </a:ext>
                </a:extLst>
              </p:cNvPr>
              <p:cNvSpPr txBox="1"/>
              <p:nvPr/>
            </p:nvSpPr>
            <p:spPr>
              <a:xfrm>
                <a:off x="3944411" y="6088383"/>
                <a:ext cx="1107393" cy="32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3F3F3F">
                        <a:lumMod val="50000"/>
                      </a:srgbClr>
                    </a:solidFill>
                    <a:effectLst/>
                    <a:uLnTx/>
                    <a:uFillTx/>
                    <a:latin typeface="Arial"/>
                    <a:ea typeface="BIZ UDPゴシック"/>
                  </a:rPr>
                  <a:t>FLL or PLL</a:t>
                </a:r>
                <a:endParaRPr kumimoji="1" lang="ja-JP" altLang="en-US" sz="12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sp>
          <p:nvSpPr>
            <p:cNvPr id="123" name="楕円 305">
              <a:extLst>
                <a:ext uri="{FF2B5EF4-FFF2-40B4-BE49-F238E27FC236}">
                  <a16:creationId xmlns:a16="http://schemas.microsoft.com/office/drawing/2014/main" id="{4C7A825C-15F6-C230-C3F4-E709D2049834}"/>
                </a:ext>
              </a:extLst>
            </p:cNvPr>
            <p:cNvSpPr/>
            <p:nvPr/>
          </p:nvSpPr>
          <p:spPr>
            <a:xfrm>
              <a:off x="9625997" y="5317091"/>
              <a:ext cx="58768" cy="58768"/>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24" name="楕円 306">
              <a:extLst>
                <a:ext uri="{FF2B5EF4-FFF2-40B4-BE49-F238E27FC236}">
                  <a16:creationId xmlns:a16="http://schemas.microsoft.com/office/drawing/2014/main" id="{32122693-FAD1-B6D8-EA28-13D5FA76E85E}"/>
                </a:ext>
              </a:extLst>
            </p:cNvPr>
            <p:cNvSpPr/>
            <p:nvPr/>
          </p:nvSpPr>
          <p:spPr>
            <a:xfrm>
              <a:off x="9625997" y="5510516"/>
              <a:ext cx="58768" cy="58768"/>
            </a:xfrm>
            <a:prstGeom prst="ellipse">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cxnSp>
        <p:nvCxnSpPr>
          <p:cNvPr id="85" name="コネクタ: カギ線 268">
            <a:extLst>
              <a:ext uri="{FF2B5EF4-FFF2-40B4-BE49-F238E27FC236}">
                <a16:creationId xmlns:a16="http://schemas.microsoft.com/office/drawing/2014/main" id="{8D7CDB47-EAF1-3986-CFE7-3C890FBBD07D}"/>
              </a:ext>
            </a:extLst>
          </p:cNvPr>
          <p:cNvCxnSpPr>
            <a:cxnSpLocks/>
            <a:stCxn id="135" idx="3"/>
            <a:endCxn id="123" idx="6"/>
          </p:cNvCxnSpPr>
          <p:nvPr/>
        </p:nvCxnSpPr>
        <p:spPr>
          <a:xfrm flipH="1">
            <a:off x="6351620" y="3142504"/>
            <a:ext cx="111001" cy="2821449"/>
          </a:xfrm>
          <a:prstGeom prst="bentConnector3">
            <a:avLst>
              <a:gd name="adj1" fmla="val -196141"/>
            </a:avLst>
          </a:prstGeom>
          <a:noFill/>
          <a:ln w="19050" cap="flat" cmpd="sng" algn="ctr">
            <a:solidFill>
              <a:srgbClr val="3F3F3F">
                <a:lumMod val="50000"/>
              </a:srgbClr>
            </a:solidFill>
            <a:prstDash val="solid"/>
            <a:round/>
            <a:headEnd type="none" w="med" len="med"/>
            <a:tailEnd type="arrow" w="med" len="med"/>
          </a:ln>
          <a:effectLst/>
        </p:spPr>
      </p:cxnSp>
      <p:grpSp>
        <p:nvGrpSpPr>
          <p:cNvPr id="86" name="グループ化 85">
            <a:extLst>
              <a:ext uri="{FF2B5EF4-FFF2-40B4-BE49-F238E27FC236}">
                <a16:creationId xmlns:a16="http://schemas.microsoft.com/office/drawing/2014/main" id="{65870CC4-A440-F76A-4742-D408F8E73774}"/>
              </a:ext>
            </a:extLst>
          </p:cNvPr>
          <p:cNvGrpSpPr/>
          <p:nvPr/>
        </p:nvGrpSpPr>
        <p:grpSpPr>
          <a:xfrm>
            <a:off x="7172026" y="3162009"/>
            <a:ext cx="318322" cy="1098756"/>
            <a:chOff x="10823858" y="2464582"/>
            <a:chExt cx="373225" cy="1288267"/>
          </a:xfrm>
        </p:grpSpPr>
        <p:grpSp>
          <p:nvGrpSpPr>
            <p:cNvPr id="112" name="グループ化 111">
              <a:extLst>
                <a:ext uri="{FF2B5EF4-FFF2-40B4-BE49-F238E27FC236}">
                  <a16:creationId xmlns:a16="http://schemas.microsoft.com/office/drawing/2014/main" id="{A2993803-B950-7BD9-C7C3-4DD2B7FE9A2C}"/>
                </a:ext>
              </a:extLst>
            </p:cNvPr>
            <p:cNvGrpSpPr/>
            <p:nvPr/>
          </p:nvGrpSpPr>
          <p:grpSpPr>
            <a:xfrm rot="16200000">
              <a:off x="10366337" y="2922103"/>
              <a:ext cx="1288267" cy="373225"/>
              <a:chOff x="3530039" y="6055660"/>
              <a:chExt cx="1288267" cy="373225"/>
            </a:xfrm>
          </p:grpSpPr>
          <p:sp>
            <p:nvSpPr>
              <p:cNvPr id="120" name="正方形/長方形 119">
                <a:extLst>
                  <a:ext uri="{FF2B5EF4-FFF2-40B4-BE49-F238E27FC236}">
                    <a16:creationId xmlns:a16="http://schemas.microsoft.com/office/drawing/2014/main" id="{40747660-18ED-A64F-B90F-C54D5AD38903}"/>
                  </a:ext>
                </a:extLst>
              </p:cNvPr>
              <p:cNvSpPr/>
              <p:nvPr/>
            </p:nvSpPr>
            <p:spPr>
              <a:xfrm>
                <a:off x="3530039" y="6055660"/>
                <a:ext cx="1288267" cy="373225"/>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21" name="テキスト ボックス 120">
                <a:extLst>
                  <a:ext uri="{FF2B5EF4-FFF2-40B4-BE49-F238E27FC236}">
                    <a16:creationId xmlns:a16="http://schemas.microsoft.com/office/drawing/2014/main" id="{78F4C3C8-A56E-C67C-93DB-1262F5D3A0E6}"/>
                  </a:ext>
                </a:extLst>
              </p:cNvPr>
              <p:cNvSpPr txBox="1"/>
              <p:nvPr/>
            </p:nvSpPr>
            <p:spPr>
              <a:xfrm>
                <a:off x="3917532" y="6088385"/>
                <a:ext cx="513282"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DLL</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grpSp>
          <p:nvGrpSpPr>
            <p:cNvPr id="113" name="グループ化 112">
              <a:extLst>
                <a:ext uri="{FF2B5EF4-FFF2-40B4-BE49-F238E27FC236}">
                  <a16:creationId xmlns:a16="http://schemas.microsoft.com/office/drawing/2014/main" id="{8A057B77-2452-8FA9-894A-F61B2E757384}"/>
                </a:ext>
              </a:extLst>
            </p:cNvPr>
            <p:cNvGrpSpPr/>
            <p:nvPr/>
          </p:nvGrpSpPr>
          <p:grpSpPr>
            <a:xfrm>
              <a:off x="10825061" y="2494848"/>
              <a:ext cx="134688" cy="1227735"/>
              <a:chOff x="10825061" y="2479245"/>
              <a:chExt cx="134688" cy="1227735"/>
            </a:xfrm>
            <a:noFill/>
          </p:grpSpPr>
          <p:sp>
            <p:nvSpPr>
              <p:cNvPr id="114" name="楕円 296">
                <a:extLst>
                  <a:ext uri="{FF2B5EF4-FFF2-40B4-BE49-F238E27FC236}">
                    <a16:creationId xmlns:a16="http://schemas.microsoft.com/office/drawing/2014/main" id="{5073CF38-BC79-C129-CD58-5F86001B2472}"/>
                  </a:ext>
                </a:extLst>
              </p:cNvPr>
              <p:cNvSpPr/>
              <p:nvPr/>
            </p:nvSpPr>
            <p:spPr>
              <a:xfrm>
                <a:off x="10825061" y="2479245"/>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15" name="楕円 297">
                <a:extLst>
                  <a:ext uri="{FF2B5EF4-FFF2-40B4-BE49-F238E27FC236}">
                    <a16:creationId xmlns:a16="http://schemas.microsoft.com/office/drawing/2014/main" id="{6E3677CA-7540-BBB3-1975-DE63D90A7923}"/>
                  </a:ext>
                </a:extLst>
              </p:cNvPr>
              <p:cNvSpPr/>
              <p:nvPr/>
            </p:nvSpPr>
            <p:spPr>
              <a:xfrm>
                <a:off x="10825061" y="2697854"/>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16" name="楕円 298">
                <a:extLst>
                  <a:ext uri="{FF2B5EF4-FFF2-40B4-BE49-F238E27FC236}">
                    <a16:creationId xmlns:a16="http://schemas.microsoft.com/office/drawing/2014/main" id="{30804D8A-F59A-82D4-47DA-B817B8852F31}"/>
                  </a:ext>
                </a:extLst>
              </p:cNvPr>
              <p:cNvSpPr/>
              <p:nvPr/>
            </p:nvSpPr>
            <p:spPr>
              <a:xfrm>
                <a:off x="10825061" y="2916463"/>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17" name="楕円 299">
                <a:extLst>
                  <a:ext uri="{FF2B5EF4-FFF2-40B4-BE49-F238E27FC236}">
                    <a16:creationId xmlns:a16="http://schemas.microsoft.com/office/drawing/2014/main" id="{D61C716D-A9B8-1D48-AE6C-4C00D29CD775}"/>
                  </a:ext>
                </a:extLst>
              </p:cNvPr>
              <p:cNvSpPr/>
              <p:nvPr/>
            </p:nvSpPr>
            <p:spPr>
              <a:xfrm>
                <a:off x="10825061" y="3135072"/>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18" name="楕円 300">
                <a:extLst>
                  <a:ext uri="{FF2B5EF4-FFF2-40B4-BE49-F238E27FC236}">
                    <a16:creationId xmlns:a16="http://schemas.microsoft.com/office/drawing/2014/main" id="{DE61DAE6-9C71-C801-1056-B1801FFB5406}"/>
                  </a:ext>
                </a:extLst>
              </p:cNvPr>
              <p:cNvSpPr/>
              <p:nvPr/>
            </p:nvSpPr>
            <p:spPr>
              <a:xfrm>
                <a:off x="10825061" y="3353681"/>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119" name="楕円 301">
                <a:extLst>
                  <a:ext uri="{FF2B5EF4-FFF2-40B4-BE49-F238E27FC236}">
                    <a16:creationId xmlns:a16="http://schemas.microsoft.com/office/drawing/2014/main" id="{5210B52B-4B66-5539-9BE3-9C0393A8313C}"/>
                  </a:ext>
                </a:extLst>
              </p:cNvPr>
              <p:cNvSpPr/>
              <p:nvPr/>
            </p:nvSpPr>
            <p:spPr>
              <a:xfrm>
                <a:off x="10825061" y="3572292"/>
                <a:ext cx="134688" cy="134688"/>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grpSp>
      <p:cxnSp>
        <p:nvCxnSpPr>
          <p:cNvPr id="87" name="コネクタ: カギ線 270">
            <a:extLst>
              <a:ext uri="{FF2B5EF4-FFF2-40B4-BE49-F238E27FC236}">
                <a16:creationId xmlns:a16="http://schemas.microsoft.com/office/drawing/2014/main" id="{A467D139-3C28-30D3-CF2C-F1F4837B136D}"/>
              </a:ext>
            </a:extLst>
          </p:cNvPr>
          <p:cNvCxnSpPr>
            <a:cxnSpLocks/>
            <a:stCxn id="137" idx="3"/>
            <a:endCxn id="114" idx="2"/>
          </p:cNvCxnSpPr>
          <p:nvPr/>
        </p:nvCxnSpPr>
        <p:spPr>
          <a:xfrm>
            <a:off x="6462620" y="2792937"/>
            <a:ext cx="710431" cy="452323"/>
          </a:xfrm>
          <a:prstGeom prst="bentConnector3">
            <a:avLst>
              <a:gd name="adj1" fmla="val 76529"/>
            </a:avLst>
          </a:prstGeom>
          <a:noFill/>
          <a:ln w="19050" cap="flat" cmpd="sng" algn="ctr">
            <a:solidFill>
              <a:srgbClr val="3F3F3F">
                <a:lumMod val="50000"/>
              </a:srgbClr>
            </a:solidFill>
            <a:prstDash val="solid"/>
            <a:round/>
            <a:headEnd type="none" w="med" len="med"/>
            <a:tailEnd type="arrow" w="med" len="med"/>
          </a:ln>
          <a:effectLst/>
        </p:spPr>
      </p:cxnSp>
      <p:cxnSp>
        <p:nvCxnSpPr>
          <p:cNvPr id="88" name="コネクタ: カギ線 271">
            <a:extLst>
              <a:ext uri="{FF2B5EF4-FFF2-40B4-BE49-F238E27FC236}">
                <a16:creationId xmlns:a16="http://schemas.microsoft.com/office/drawing/2014/main" id="{28A76451-21B5-3279-58E6-8E4C2539504C}"/>
              </a:ext>
            </a:extLst>
          </p:cNvPr>
          <p:cNvCxnSpPr>
            <a:cxnSpLocks/>
            <a:stCxn id="135" idx="3"/>
            <a:endCxn id="115" idx="2"/>
          </p:cNvCxnSpPr>
          <p:nvPr/>
        </p:nvCxnSpPr>
        <p:spPr>
          <a:xfrm>
            <a:off x="6462620" y="3142504"/>
            <a:ext cx="710431" cy="289206"/>
          </a:xfrm>
          <a:prstGeom prst="bentConnector3">
            <a:avLst>
              <a:gd name="adj1" fmla="val 64256"/>
            </a:avLst>
          </a:prstGeom>
          <a:noFill/>
          <a:ln w="19050" cap="flat" cmpd="sng" algn="ctr">
            <a:solidFill>
              <a:srgbClr val="3F3F3F">
                <a:lumMod val="50000"/>
              </a:srgbClr>
            </a:solidFill>
            <a:prstDash val="solid"/>
            <a:round/>
            <a:headEnd type="none" w="med" len="med"/>
            <a:tailEnd type="arrow" w="med" len="med"/>
          </a:ln>
          <a:effectLst/>
        </p:spPr>
      </p:cxnSp>
      <p:cxnSp>
        <p:nvCxnSpPr>
          <p:cNvPr id="89" name="コネクタ: カギ線 272">
            <a:extLst>
              <a:ext uri="{FF2B5EF4-FFF2-40B4-BE49-F238E27FC236}">
                <a16:creationId xmlns:a16="http://schemas.microsoft.com/office/drawing/2014/main" id="{6F666649-4B00-6411-42C7-A4AEEC57F726}"/>
              </a:ext>
            </a:extLst>
          </p:cNvPr>
          <p:cNvCxnSpPr>
            <a:cxnSpLocks/>
            <a:stCxn id="133" idx="3"/>
            <a:endCxn id="116" idx="2"/>
          </p:cNvCxnSpPr>
          <p:nvPr/>
        </p:nvCxnSpPr>
        <p:spPr>
          <a:xfrm>
            <a:off x="6462620" y="3491828"/>
            <a:ext cx="710431" cy="126332"/>
          </a:xfrm>
          <a:prstGeom prst="bentConnector3">
            <a:avLst>
              <a:gd name="adj1" fmla="val 56632"/>
            </a:avLst>
          </a:prstGeom>
          <a:noFill/>
          <a:ln w="19050" cap="flat" cmpd="sng" algn="ctr">
            <a:solidFill>
              <a:srgbClr val="3F3F3F">
                <a:lumMod val="50000"/>
              </a:srgbClr>
            </a:solidFill>
            <a:prstDash val="solid"/>
            <a:round/>
            <a:headEnd type="none" w="med" len="med"/>
            <a:tailEnd type="arrow" w="med" len="med"/>
          </a:ln>
          <a:effectLst/>
        </p:spPr>
      </p:cxnSp>
      <p:cxnSp>
        <p:nvCxnSpPr>
          <p:cNvPr id="90" name="コネクタ: カギ線 273">
            <a:extLst>
              <a:ext uri="{FF2B5EF4-FFF2-40B4-BE49-F238E27FC236}">
                <a16:creationId xmlns:a16="http://schemas.microsoft.com/office/drawing/2014/main" id="{85A4B4AC-87E2-97CD-B065-26DAFDE201F5}"/>
              </a:ext>
            </a:extLst>
          </p:cNvPr>
          <p:cNvCxnSpPr>
            <a:cxnSpLocks/>
            <a:stCxn id="131" idx="3"/>
            <a:endCxn id="117" idx="2"/>
          </p:cNvCxnSpPr>
          <p:nvPr/>
        </p:nvCxnSpPr>
        <p:spPr>
          <a:xfrm flipV="1">
            <a:off x="6462620" y="3804611"/>
            <a:ext cx="710431" cy="130697"/>
          </a:xfrm>
          <a:prstGeom prst="bentConnector3">
            <a:avLst>
              <a:gd name="adj1" fmla="val 56404"/>
            </a:avLst>
          </a:prstGeom>
          <a:noFill/>
          <a:ln w="19050" cap="flat" cmpd="sng" algn="ctr">
            <a:solidFill>
              <a:srgbClr val="3F3F3F">
                <a:lumMod val="50000"/>
              </a:srgbClr>
            </a:solidFill>
            <a:prstDash val="solid"/>
            <a:round/>
            <a:headEnd type="none" w="med" len="med"/>
            <a:tailEnd type="arrow" w="med" len="med"/>
          </a:ln>
          <a:effectLst/>
        </p:spPr>
      </p:cxnSp>
      <p:cxnSp>
        <p:nvCxnSpPr>
          <p:cNvPr id="91" name="コネクタ: カギ線 274">
            <a:extLst>
              <a:ext uri="{FF2B5EF4-FFF2-40B4-BE49-F238E27FC236}">
                <a16:creationId xmlns:a16="http://schemas.microsoft.com/office/drawing/2014/main" id="{2BA3A491-E8E6-72C9-9656-CB4C854C1E65}"/>
              </a:ext>
            </a:extLst>
          </p:cNvPr>
          <p:cNvCxnSpPr>
            <a:cxnSpLocks/>
            <a:stCxn id="129" idx="3"/>
            <a:endCxn id="118" idx="2"/>
          </p:cNvCxnSpPr>
          <p:nvPr/>
        </p:nvCxnSpPr>
        <p:spPr>
          <a:xfrm flipV="1">
            <a:off x="6462620" y="3991062"/>
            <a:ext cx="710431" cy="293814"/>
          </a:xfrm>
          <a:prstGeom prst="bentConnector3">
            <a:avLst>
              <a:gd name="adj1" fmla="val 57775"/>
            </a:avLst>
          </a:prstGeom>
          <a:noFill/>
          <a:ln w="19050" cap="flat" cmpd="sng" algn="ctr">
            <a:solidFill>
              <a:srgbClr val="3F3F3F">
                <a:lumMod val="50000"/>
              </a:srgbClr>
            </a:solidFill>
            <a:prstDash val="solid"/>
            <a:round/>
            <a:headEnd type="none" w="med" len="med"/>
            <a:tailEnd type="arrow" w="med" len="med"/>
          </a:ln>
          <a:effectLst/>
        </p:spPr>
      </p:cxnSp>
      <p:cxnSp>
        <p:nvCxnSpPr>
          <p:cNvPr id="92" name="コネクタ: カギ線 275">
            <a:extLst>
              <a:ext uri="{FF2B5EF4-FFF2-40B4-BE49-F238E27FC236}">
                <a16:creationId xmlns:a16="http://schemas.microsoft.com/office/drawing/2014/main" id="{6E6B6DFC-A8AC-B881-B241-FB94A7E138CA}"/>
              </a:ext>
            </a:extLst>
          </p:cNvPr>
          <p:cNvCxnSpPr>
            <a:cxnSpLocks/>
            <a:stCxn id="127" idx="3"/>
            <a:endCxn id="119" idx="2"/>
          </p:cNvCxnSpPr>
          <p:nvPr/>
        </p:nvCxnSpPr>
        <p:spPr>
          <a:xfrm flipV="1">
            <a:off x="6462620" y="4177514"/>
            <a:ext cx="710431" cy="456686"/>
          </a:xfrm>
          <a:prstGeom prst="bentConnector3">
            <a:avLst>
              <a:gd name="adj1" fmla="val 76987"/>
            </a:avLst>
          </a:prstGeom>
          <a:noFill/>
          <a:ln w="19050" cap="flat" cmpd="sng" algn="ctr">
            <a:solidFill>
              <a:srgbClr val="3F3F3F">
                <a:lumMod val="50000"/>
              </a:srgbClr>
            </a:solidFill>
            <a:prstDash val="solid"/>
            <a:round/>
            <a:headEnd type="none" w="med" len="med"/>
            <a:tailEnd type="arrow" w="med" len="med"/>
          </a:ln>
          <a:effectLst/>
        </p:spPr>
      </p:cxnSp>
      <p:cxnSp>
        <p:nvCxnSpPr>
          <p:cNvPr id="93" name="コネクタ: カギ線 276">
            <a:extLst>
              <a:ext uri="{FF2B5EF4-FFF2-40B4-BE49-F238E27FC236}">
                <a16:creationId xmlns:a16="http://schemas.microsoft.com/office/drawing/2014/main" id="{A094B277-5176-B4E0-5716-0349A1DF1CE6}"/>
              </a:ext>
            </a:extLst>
          </p:cNvPr>
          <p:cNvCxnSpPr>
            <a:cxnSpLocks/>
            <a:stCxn id="120" idx="1"/>
            <a:endCxn id="143" idx="3"/>
          </p:cNvCxnSpPr>
          <p:nvPr/>
        </p:nvCxnSpPr>
        <p:spPr>
          <a:xfrm rot="5400000">
            <a:off x="5934297" y="4088195"/>
            <a:ext cx="1224321" cy="1569460"/>
          </a:xfrm>
          <a:prstGeom prst="bentConnector2">
            <a:avLst/>
          </a:prstGeom>
          <a:noFill/>
          <a:ln w="19050" cap="flat" cmpd="sng" algn="ctr">
            <a:solidFill>
              <a:srgbClr val="3F3F3F">
                <a:lumMod val="50000"/>
              </a:srgbClr>
            </a:solidFill>
            <a:prstDash val="solid"/>
            <a:round/>
            <a:headEnd type="none" w="med" len="med"/>
            <a:tailEnd type="arrow" w="med" len="med"/>
          </a:ln>
          <a:effectLst/>
        </p:spPr>
      </p:cxnSp>
      <p:sp>
        <p:nvSpPr>
          <p:cNvPr id="94" name="楕円 277">
            <a:extLst>
              <a:ext uri="{FF2B5EF4-FFF2-40B4-BE49-F238E27FC236}">
                <a16:creationId xmlns:a16="http://schemas.microsoft.com/office/drawing/2014/main" id="{E4677152-E765-966C-0EBD-A119D0A0B0D6}"/>
              </a:ext>
            </a:extLst>
          </p:cNvPr>
          <p:cNvSpPr/>
          <p:nvPr/>
        </p:nvSpPr>
        <p:spPr>
          <a:xfrm>
            <a:off x="6640045" y="3102054"/>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sp>
        <p:nvSpPr>
          <p:cNvPr id="95" name="楕円 278">
            <a:extLst>
              <a:ext uri="{FF2B5EF4-FFF2-40B4-BE49-F238E27FC236}">
                <a16:creationId xmlns:a16="http://schemas.microsoft.com/office/drawing/2014/main" id="{5F4A02F2-A12E-3F35-069E-D3EAE6BA1B1E}"/>
              </a:ext>
            </a:extLst>
          </p:cNvPr>
          <p:cNvSpPr/>
          <p:nvPr/>
        </p:nvSpPr>
        <p:spPr>
          <a:xfrm>
            <a:off x="6817836" y="4239978"/>
            <a:ext cx="95618" cy="95618"/>
          </a:xfrm>
          <a:prstGeom prst="ellipse">
            <a:avLst/>
          </a:prstGeom>
          <a:solidFill>
            <a:srgbClr val="3F3F3F">
              <a:lumMod val="50000"/>
            </a:srgbClr>
          </a:solidFill>
          <a:ln w="12700" cap="flat" cmpd="sng" algn="ctr">
            <a:solidFill>
              <a:srgbClr val="3F3F3F">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Arial"/>
              <a:ea typeface="BIZ UDPゴシック"/>
              <a:cs typeface="+mn-cs"/>
            </a:endParaRPr>
          </a:p>
        </p:txBody>
      </p:sp>
      <p:grpSp>
        <p:nvGrpSpPr>
          <p:cNvPr id="96" name="グループ化 95">
            <a:extLst>
              <a:ext uri="{FF2B5EF4-FFF2-40B4-BE49-F238E27FC236}">
                <a16:creationId xmlns:a16="http://schemas.microsoft.com/office/drawing/2014/main" id="{A5A37BDA-F922-5520-550F-7F488B24D5E1}"/>
              </a:ext>
            </a:extLst>
          </p:cNvPr>
          <p:cNvGrpSpPr/>
          <p:nvPr/>
        </p:nvGrpSpPr>
        <p:grpSpPr>
          <a:xfrm>
            <a:off x="6075183" y="1777447"/>
            <a:ext cx="1225343" cy="528945"/>
            <a:chOff x="3758867" y="5821122"/>
            <a:chExt cx="1436688" cy="620176"/>
          </a:xfrm>
        </p:grpSpPr>
        <p:sp>
          <p:nvSpPr>
            <p:cNvPr id="110" name="正方形/長方形 109">
              <a:extLst>
                <a:ext uri="{FF2B5EF4-FFF2-40B4-BE49-F238E27FC236}">
                  <a16:creationId xmlns:a16="http://schemas.microsoft.com/office/drawing/2014/main" id="{E5281B9D-F0B1-AD80-4F4A-00919AE991EA}"/>
                </a:ext>
              </a:extLst>
            </p:cNvPr>
            <p:cNvSpPr/>
            <p:nvPr/>
          </p:nvSpPr>
          <p:spPr>
            <a:xfrm>
              <a:off x="3758867" y="5821122"/>
              <a:ext cx="1436688" cy="62017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11" name="テキスト ボックス 110">
              <a:extLst>
                <a:ext uri="{FF2B5EF4-FFF2-40B4-BE49-F238E27FC236}">
                  <a16:creationId xmlns:a16="http://schemas.microsoft.com/office/drawing/2014/main" id="{991D8A2F-D3AF-C20B-ABCC-69AE49246B26}"/>
                </a:ext>
              </a:extLst>
            </p:cNvPr>
            <p:cNvSpPr txBox="1"/>
            <p:nvPr/>
          </p:nvSpPr>
          <p:spPr>
            <a:xfrm>
              <a:off x="3900020" y="5878607"/>
              <a:ext cx="1154381" cy="50520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Signal </a:t>
              </a:r>
            </a:p>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discriminator</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cxnSp>
        <p:nvCxnSpPr>
          <p:cNvPr id="97" name="コネクタ: カギ線 280">
            <a:extLst>
              <a:ext uri="{FF2B5EF4-FFF2-40B4-BE49-F238E27FC236}">
                <a16:creationId xmlns:a16="http://schemas.microsoft.com/office/drawing/2014/main" id="{75CB8224-0F9F-AB16-5C6D-3AA20A90AFDB}"/>
              </a:ext>
            </a:extLst>
          </p:cNvPr>
          <p:cNvCxnSpPr>
            <a:cxnSpLocks/>
            <a:stCxn id="135" idx="3"/>
            <a:endCxn id="110" idx="2"/>
          </p:cNvCxnSpPr>
          <p:nvPr/>
        </p:nvCxnSpPr>
        <p:spPr>
          <a:xfrm flipV="1">
            <a:off x="6462620" y="2306392"/>
            <a:ext cx="225235" cy="836112"/>
          </a:xfrm>
          <a:prstGeom prst="bentConnector2">
            <a:avLst/>
          </a:prstGeom>
          <a:noFill/>
          <a:ln w="19050" cap="flat" cmpd="sng" algn="ctr">
            <a:solidFill>
              <a:srgbClr val="3F3F3F">
                <a:lumMod val="50000"/>
              </a:srgbClr>
            </a:solidFill>
            <a:prstDash val="solid"/>
            <a:round/>
            <a:headEnd type="none" w="med" len="med"/>
            <a:tailEnd type="arrow" w="med" len="med"/>
          </a:ln>
          <a:effectLst/>
        </p:spPr>
      </p:cxnSp>
      <p:cxnSp>
        <p:nvCxnSpPr>
          <p:cNvPr id="99" name="直線矢印コネクタ 98">
            <a:extLst>
              <a:ext uri="{FF2B5EF4-FFF2-40B4-BE49-F238E27FC236}">
                <a16:creationId xmlns:a16="http://schemas.microsoft.com/office/drawing/2014/main" id="{B6ACE48D-7D4E-ACA1-C101-BF77B48B9B17}"/>
              </a:ext>
            </a:extLst>
          </p:cNvPr>
          <p:cNvCxnSpPr>
            <a:cxnSpLocks/>
            <a:stCxn id="110" idx="3"/>
            <a:endCxn id="195" idx="1"/>
          </p:cNvCxnSpPr>
          <p:nvPr/>
        </p:nvCxnSpPr>
        <p:spPr>
          <a:xfrm>
            <a:off x="7300526" y="2041920"/>
            <a:ext cx="759574"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cxnSp>
        <p:nvCxnSpPr>
          <p:cNvPr id="100" name="直線矢印コネクタ 99">
            <a:extLst>
              <a:ext uri="{FF2B5EF4-FFF2-40B4-BE49-F238E27FC236}">
                <a16:creationId xmlns:a16="http://schemas.microsoft.com/office/drawing/2014/main" id="{1A0B3694-81BB-7A92-4EDE-477F73F15BE1}"/>
              </a:ext>
            </a:extLst>
          </p:cNvPr>
          <p:cNvCxnSpPr>
            <a:cxnSpLocks/>
            <a:stCxn id="120" idx="2"/>
            <a:endCxn id="199" idx="1"/>
          </p:cNvCxnSpPr>
          <p:nvPr/>
        </p:nvCxnSpPr>
        <p:spPr>
          <a:xfrm>
            <a:off x="7490348" y="3711387"/>
            <a:ext cx="482317" cy="0"/>
          </a:xfrm>
          <a:prstGeom prst="straightConnector1">
            <a:avLst/>
          </a:prstGeom>
          <a:noFill/>
          <a:ln w="19050" cap="flat" cmpd="sng" algn="ctr">
            <a:solidFill>
              <a:srgbClr val="3F3F3F">
                <a:lumMod val="50000"/>
              </a:srgbClr>
            </a:solidFill>
            <a:prstDash val="solid"/>
            <a:round/>
            <a:headEnd type="none" w="med" len="med"/>
            <a:tailEnd type="arrow" w="med" len="med"/>
          </a:ln>
          <a:effectLst/>
        </p:spPr>
      </p:cxnSp>
      <p:sp>
        <p:nvSpPr>
          <p:cNvPr id="102" name="テキスト ボックス 101">
            <a:extLst>
              <a:ext uri="{FF2B5EF4-FFF2-40B4-BE49-F238E27FC236}">
                <a16:creationId xmlns:a16="http://schemas.microsoft.com/office/drawing/2014/main" id="{4A3BB861-7E0A-3A82-AD16-0D8A8E440FED}"/>
              </a:ext>
            </a:extLst>
          </p:cNvPr>
          <p:cNvSpPr txBox="1"/>
          <p:nvPr/>
        </p:nvSpPr>
        <p:spPr>
          <a:xfrm>
            <a:off x="4473111" y="4986683"/>
            <a:ext cx="260041"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E</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103" name="テキスト ボックス 102">
            <a:extLst>
              <a:ext uri="{FF2B5EF4-FFF2-40B4-BE49-F238E27FC236}">
                <a16:creationId xmlns:a16="http://schemas.microsoft.com/office/drawing/2014/main" id="{B8D97DBC-DCE8-9DD6-3420-F642F925B252}"/>
              </a:ext>
            </a:extLst>
          </p:cNvPr>
          <p:cNvSpPr txBox="1"/>
          <p:nvPr/>
        </p:nvSpPr>
        <p:spPr>
          <a:xfrm>
            <a:off x="4921074" y="4986683"/>
            <a:ext cx="260041"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P</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104" name="テキスト ボックス 103">
            <a:extLst>
              <a:ext uri="{FF2B5EF4-FFF2-40B4-BE49-F238E27FC236}">
                <a16:creationId xmlns:a16="http://schemas.microsoft.com/office/drawing/2014/main" id="{DC997DC3-34B5-D9CF-2528-73211DDC7C8F}"/>
              </a:ext>
            </a:extLst>
          </p:cNvPr>
          <p:cNvSpPr txBox="1"/>
          <p:nvPr/>
        </p:nvSpPr>
        <p:spPr>
          <a:xfrm>
            <a:off x="5388341" y="4986683"/>
            <a:ext cx="242266" cy="2625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L</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186" name="テキスト ボックス 185">
            <a:extLst>
              <a:ext uri="{FF2B5EF4-FFF2-40B4-BE49-F238E27FC236}">
                <a16:creationId xmlns:a16="http://schemas.microsoft.com/office/drawing/2014/main" id="{DDF0A4F2-EF3E-EE0C-24D9-C4AEC797AE74}"/>
              </a:ext>
            </a:extLst>
          </p:cNvPr>
          <p:cNvSpPr txBox="1"/>
          <p:nvPr/>
        </p:nvSpPr>
        <p:spPr>
          <a:xfrm>
            <a:off x="2638346" y="2995974"/>
            <a:ext cx="234360"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3F3F3F">
                    <a:lumMod val="50000"/>
                  </a:srgbClr>
                </a:solidFill>
                <a:effectLst/>
                <a:uLnTx/>
                <a:uFillTx/>
                <a:latin typeface="Arial"/>
                <a:ea typeface="BIZ UDPゴシック"/>
              </a:rPr>
              <a:t>I</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sp>
        <p:nvSpPr>
          <p:cNvPr id="187" name="テキスト ボックス 186">
            <a:extLst>
              <a:ext uri="{FF2B5EF4-FFF2-40B4-BE49-F238E27FC236}">
                <a16:creationId xmlns:a16="http://schemas.microsoft.com/office/drawing/2014/main" id="{687C7118-024B-79A2-006A-66BD18C4B24B}"/>
              </a:ext>
            </a:extLst>
          </p:cNvPr>
          <p:cNvSpPr txBox="1"/>
          <p:nvPr/>
        </p:nvSpPr>
        <p:spPr>
          <a:xfrm>
            <a:off x="2593735" y="4129837"/>
            <a:ext cx="324128"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kern="0" dirty="0">
                <a:solidFill>
                  <a:srgbClr val="3F3F3F">
                    <a:lumMod val="50000"/>
                  </a:srgbClr>
                </a:solidFill>
                <a:latin typeface="Arial"/>
                <a:ea typeface="BIZ UDPゴシック"/>
              </a:rPr>
              <a:t>Q</a:t>
            </a:r>
            <a:endParaRPr kumimoji="1" lang="ja-JP" altLang="en-US" sz="14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nvGrpSpPr>
          <p:cNvPr id="194" name="グループ化 193">
            <a:extLst>
              <a:ext uri="{FF2B5EF4-FFF2-40B4-BE49-F238E27FC236}">
                <a16:creationId xmlns:a16="http://schemas.microsoft.com/office/drawing/2014/main" id="{1D6D26C4-A479-8EDF-E606-2A92374DACA0}"/>
              </a:ext>
            </a:extLst>
          </p:cNvPr>
          <p:cNvGrpSpPr/>
          <p:nvPr/>
        </p:nvGrpSpPr>
        <p:grpSpPr>
          <a:xfrm>
            <a:off x="8060100" y="1777447"/>
            <a:ext cx="1225343" cy="528945"/>
            <a:chOff x="3758867" y="5821122"/>
            <a:chExt cx="1436688" cy="620176"/>
          </a:xfrm>
        </p:grpSpPr>
        <p:sp>
          <p:nvSpPr>
            <p:cNvPr id="195" name="正方形/長方形 194">
              <a:extLst>
                <a:ext uri="{FF2B5EF4-FFF2-40B4-BE49-F238E27FC236}">
                  <a16:creationId xmlns:a16="http://schemas.microsoft.com/office/drawing/2014/main" id="{3E9E850B-F471-CF8E-227E-E2AA9704D9E0}"/>
                </a:ext>
              </a:extLst>
            </p:cNvPr>
            <p:cNvSpPr/>
            <p:nvPr/>
          </p:nvSpPr>
          <p:spPr>
            <a:xfrm>
              <a:off x="3758867" y="5821122"/>
              <a:ext cx="1436688" cy="620176"/>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196" name="テキスト ボックス 195">
              <a:extLst>
                <a:ext uri="{FF2B5EF4-FFF2-40B4-BE49-F238E27FC236}">
                  <a16:creationId xmlns:a16="http://schemas.microsoft.com/office/drawing/2014/main" id="{D8A055B1-1B81-6955-8ABF-62409B3CEA6C}"/>
                </a:ext>
              </a:extLst>
            </p:cNvPr>
            <p:cNvSpPr txBox="1"/>
            <p:nvPr/>
          </p:nvSpPr>
          <p:spPr>
            <a:xfrm>
              <a:off x="3900020" y="5878607"/>
              <a:ext cx="1000263" cy="50520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Navigation</a:t>
              </a:r>
              <a:b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b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message</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grpSp>
        <p:nvGrpSpPr>
          <p:cNvPr id="198" name="グループ化 197">
            <a:extLst>
              <a:ext uri="{FF2B5EF4-FFF2-40B4-BE49-F238E27FC236}">
                <a16:creationId xmlns:a16="http://schemas.microsoft.com/office/drawing/2014/main" id="{71289871-358A-4251-DFF6-4D287677285D}"/>
              </a:ext>
            </a:extLst>
          </p:cNvPr>
          <p:cNvGrpSpPr/>
          <p:nvPr/>
        </p:nvGrpSpPr>
        <p:grpSpPr>
          <a:xfrm>
            <a:off x="7972665" y="3534782"/>
            <a:ext cx="1225343" cy="353210"/>
            <a:chOff x="3758867" y="5821123"/>
            <a:chExt cx="1436688" cy="414131"/>
          </a:xfrm>
        </p:grpSpPr>
        <p:sp>
          <p:nvSpPr>
            <p:cNvPr id="199" name="正方形/長方形 198">
              <a:extLst>
                <a:ext uri="{FF2B5EF4-FFF2-40B4-BE49-F238E27FC236}">
                  <a16:creationId xmlns:a16="http://schemas.microsoft.com/office/drawing/2014/main" id="{A98C3FD5-E94A-E852-5112-BCCE12B2620B}"/>
                </a:ext>
              </a:extLst>
            </p:cNvPr>
            <p:cNvSpPr/>
            <p:nvPr/>
          </p:nvSpPr>
          <p:spPr>
            <a:xfrm>
              <a:off x="3758867" y="5821123"/>
              <a:ext cx="1436688" cy="414131"/>
            </a:xfrm>
            <a:prstGeom prst="rect">
              <a:avLst/>
            </a:prstGeom>
            <a:noFill/>
            <a:ln w="19050" cap="flat" cmpd="sng" algn="ctr">
              <a:solidFill>
                <a:srgbClr val="3F3F3F">
                  <a:lumMod val="50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dirty="0">
                <a:ln>
                  <a:noFill/>
                </a:ln>
                <a:solidFill>
                  <a:srgbClr val="3F3F3F"/>
                </a:solidFill>
                <a:effectLst/>
                <a:uLnTx/>
                <a:uFillTx/>
                <a:latin typeface="Arial"/>
                <a:ea typeface="BIZ UDPゴシック"/>
                <a:cs typeface="+mn-cs"/>
              </a:endParaRPr>
            </a:p>
          </p:txBody>
        </p:sp>
        <p:sp>
          <p:nvSpPr>
            <p:cNvPr id="200" name="テキスト ボックス 199">
              <a:extLst>
                <a:ext uri="{FF2B5EF4-FFF2-40B4-BE49-F238E27FC236}">
                  <a16:creationId xmlns:a16="http://schemas.microsoft.com/office/drawing/2014/main" id="{8B19AAA3-94DF-B1A0-5A9D-E005F912931C}"/>
                </a:ext>
              </a:extLst>
            </p:cNvPr>
            <p:cNvSpPr txBox="1"/>
            <p:nvPr/>
          </p:nvSpPr>
          <p:spPr>
            <a:xfrm>
              <a:off x="3853973" y="5874822"/>
              <a:ext cx="1246476" cy="3067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3F3F3F">
                      <a:lumMod val="50000"/>
                    </a:srgbClr>
                  </a:solidFill>
                  <a:effectLst/>
                  <a:uLnTx/>
                  <a:uFillTx/>
                  <a:latin typeface="Arial"/>
                  <a:ea typeface="BIZ UDPゴシック"/>
                </a:rPr>
                <a:t>Pseudo range</a:t>
              </a:r>
              <a:endParaRPr kumimoji="1" lang="ja-JP" altLang="en-US" sz="1100" b="0" i="0" u="none" strike="noStrike" kern="0" cap="none" spc="0" normalizeH="0" baseline="0" noProof="0" dirty="0">
                <a:ln>
                  <a:noFill/>
                </a:ln>
                <a:solidFill>
                  <a:srgbClr val="3F3F3F">
                    <a:lumMod val="50000"/>
                  </a:srgbClr>
                </a:solidFill>
                <a:effectLst/>
                <a:uLnTx/>
                <a:uFillTx/>
                <a:latin typeface="Arial"/>
                <a:ea typeface="BIZ UDPゴシック"/>
              </a:endParaRPr>
            </a:p>
          </p:txBody>
        </p:sp>
      </p:grpSp>
    </p:spTree>
    <p:extLst>
      <p:ext uri="{BB962C8B-B14F-4D97-AF65-F5344CB8AC3E}">
        <p14:creationId xmlns:p14="http://schemas.microsoft.com/office/powerpoint/2010/main" val="4179346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E7AFF-EEBF-3D7C-D685-1C1E71F62B69}"/>
            </a:ext>
          </a:extLst>
        </p:cNvPr>
        <p:cNvGrpSpPr/>
        <p:nvPr/>
      </p:nvGrpSpPr>
      <p:grpSpPr>
        <a:xfrm>
          <a:off x="0" y="0"/>
          <a:ext cx="0" cy="0"/>
          <a:chOff x="0" y="0"/>
          <a:chExt cx="0" cy="0"/>
        </a:xfrm>
      </p:grpSpPr>
      <p:sp>
        <p:nvSpPr>
          <p:cNvPr id="4" name="コンテンツ プレースホルダー 3">
            <a:extLst>
              <a:ext uri="{FF2B5EF4-FFF2-40B4-BE49-F238E27FC236}">
                <a16:creationId xmlns:a16="http://schemas.microsoft.com/office/drawing/2014/main" id="{446A949D-308F-22FF-69C5-60650BA99C4A}"/>
              </a:ext>
            </a:extLst>
          </p:cNvPr>
          <p:cNvSpPr>
            <a:spLocks noGrp="1"/>
          </p:cNvSpPr>
          <p:nvPr>
            <p:ph type="body" sz="quarter" idx="13"/>
          </p:nvPr>
        </p:nvSpPr>
        <p:spPr>
          <a:solidFill>
            <a:schemeClr val="tx1">
              <a:lumMod val="90000"/>
              <a:lumOff val="10000"/>
            </a:schemeClr>
          </a:solidFill>
        </p:spPr>
        <p:txBody>
          <a:bodyPr/>
          <a:lstStyle/>
          <a:p>
            <a:pPr marL="342900" indent="-342900"/>
            <a:r>
              <a:rPr lang="en-US" altLang="ja-JP" dirty="0"/>
              <a:t>50 bps</a:t>
            </a:r>
            <a:r>
              <a:rPr lang="ja-JP" altLang="en-US" dirty="0"/>
              <a:t>の航法メッセージ</a:t>
            </a:r>
            <a:endParaRPr lang="en-US" altLang="ja-JP" dirty="0"/>
          </a:p>
          <a:p>
            <a:pPr marL="342900" indent="-342900"/>
            <a:r>
              <a:rPr lang="en-US" altLang="ja-JP" dirty="0"/>
              <a:t>1.023 MHz</a:t>
            </a:r>
            <a:r>
              <a:rPr lang="ja-JP" altLang="en-US" dirty="0"/>
              <a:t>の拡散符号</a:t>
            </a:r>
            <a:endParaRPr lang="en-US" altLang="ja-JP" dirty="0"/>
          </a:p>
          <a:p>
            <a:pPr marL="342900" indent="-342900"/>
            <a:r>
              <a:rPr lang="en-US" altLang="ja-JP" dirty="0"/>
              <a:t>1575.42 MHz</a:t>
            </a:r>
            <a:r>
              <a:rPr lang="ja-JP" altLang="en-US" dirty="0"/>
              <a:t>のキャリア信号</a:t>
            </a:r>
            <a:endParaRPr lang="en-US" altLang="ja-JP" dirty="0"/>
          </a:p>
          <a:p>
            <a:pPr marL="0" indent="0">
              <a:buNone/>
            </a:pPr>
            <a:endParaRPr kumimoji="1" lang="ja-JP" altLang="en-US" dirty="0"/>
          </a:p>
        </p:txBody>
      </p:sp>
      <p:sp>
        <p:nvSpPr>
          <p:cNvPr id="3" name="タイトル 2">
            <a:extLst>
              <a:ext uri="{FF2B5EF4-FFF2-40B4-BE49-F238E27FC236}">
                <a16:creationId xmlns:a16="http://schemas.microsoft.com/office/drawing/2014/main" id="{AB88FD48-730C-5D28-5F5E-A0B1FF9F94FE}"/>
              </a:ext>
            </a:extLst>
          </p:cNvPr>
          <p:cNvSpPr>
            <a:spLocks noGrp="1"/>
          </p:cNvSpPr>
          <p:nvPr>
            <p:ph type="title"/>
          </p:nvPr>
        </p:nvSpPr>
        <p:spPr/>
        <p:txBody>
          <a:bodyPr/>
          <a:lstStyle/>
          <a:p>
            <a:r>
              <a:rPr kumimoji="1" lang="en-US" altLang="ja-JP" dirty="0"/>
              <a:t>GPS</a:t>
            </a:r>
            <a:r>
              <a:rPr kumimoji="1" lang="ja-JP" altLang="en-US" dirty="0"/>
              <a:t>の信号構成</a:t>
            </a:r>
          </a:p>
        </p:txBody>
      </p:sp>
      <p:sp>
        <p:nvSpPr>
          <p:cNvPr id="6" name="スライド番号プレースホルダー 5">
            <a:extLst>
              <a:ext uri="{FF2B5EF4-FFF2-40B4-BE49-F238E27FC236}">
                <a16:creationId xmlns:a16="http://schemas.microsoft.com/office/drawing/2014/main" id="{952AE9C0-DC07-17C4-8575-4E2CAB56A0DA}"/>
              </a:ext>
            </a:extLst>
          </p:cNvPr>
          <p:cNvSpPr>
            <a:spLocks noGrp="1"/>
          </p:cNvSpPr>
          <p:nvPr>
            <p:ph type="sldNum" sz="quarter" idx="15"/>
          </p:nvPr>
        </p:nvSpPr>
        <p:spPr/>
        <p:txBody>
          <a:bodyPr/>
          <a:lstStyle/>
          <a:p>
            <a:pPr rtl="0"/>
            <a:fld id="{CC43B8D3-9A08-F84C-9DD4-44948BA52D4B}" type="slidenum">
              <a:rPr lang="en-US" altLang="ja-JP" noProof="0" smtClean="0"/>
              <a:t>22</a:t>
            </a:fld>
            <a:endParaRPr lang="ja-JP" altLang="en-US" noProof="0" dirty="0"/>
          </a:p>
        </p:txBody>
      </p:sp>
      <p:grpSp>
        <p:nvGrpSpPr>
          <p:cNvPr id="160" name="グループ化 159">
            <a:extLst>
              <a:ext uri="{FF2B5EF4-FFF2-40B4-BE49-F238E27FC236}">
                <a16:creationId xmlns:a16="http://schemas.microsoft.com/office/drawing/2014/main" id="{8F90A400-9A57-2B6A-65D9-0E96281BB987}"/>
              </a:ext>
            </a:extLst>
          </p:cNvPr>
          <p:cNvGrpSpPr/>
          <p:nvPr/>
        </p:nvGrpSpPr>
        <p:grpSpPr>
          <a:xfrm>
            <a:off x="-3444524" y="1697987"/>
            <a:ext cx="14160492" cy="5464813"/>
            <a:chOff x="-3444524" y="1697987"/>
            <a:chExt cx="14160492" cy="5464813"/>
          </a:xfrm>
        </p:grpSpPr>
        <p:sp>
          <p:nvSpPr>
            <p:cNvPr id="2" name="テキスト ボックス 1">
              <a:extLst>
                <a:ext uri="{FF2B5EF4-FFF2-40B4-BE49-F238E27FC236}">
                  <a16:creationId xmlns:a16="http://schemas.microsoft.com/office/drawing/2014/main" id="{02131FF9-7AA0-0976-30BA-028FB065FC0D}"/>
                </a:ext>
              </a:extLst>
            </p:cNvPr>
            <p:cNvSpPr txBox="1"/>
            <p:nvPr/>
          </p:nvSpPr>
          <p:spPr>
            <a:xfrm>
              <a:off x="-3444524" y="2654516"/>
              <a:ext cx="1271502" cy="646331"/>
            </a:xfrm>
            <a:prstGeom prst="rect">
              <a:avLst/>
            </a:prstGeom>
            <a:solidFill>
              <a:sysClr val="window" lastClr="FFFFFF"/>
            </a:solidFill>
            <a:ln w="28575" cap="flat" cmpd="sng" algn="ctr">
              <a:solidFill>
                <a:sysClr val="windowText" lastClr="000000"/>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10.23 MHz</a:t>
              </a: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800" b="0" i="0" u="none" strike="noStrike" kern="0" cap="none" spc="0" normalizeH="0" baseline="0" noProof="0" dirty="0">
                  <a:ln>
                    <a:noFill/>
                  </a:ln>
                  <a:solidFill>
                    <a:prstClr val="black"/>
                  </a:solidFill>
                  <a:effectLst/>
                  <a:uLnTx/>
                  <a:uFillTx/>
                  <a:latin typeface="Segoe UI"/>
                  <a:ea typeface="游ゴシック"/>
                  <a:cs typeface="+mn-cs"/>
                </a:rPr>
                <a:t>基準信号</a:t>
              </a:r>
            </a:p>
          </p:txBody>
        </p:sp>
        <p:sp>
          <p:nvSpPr>
            <p:cNvPr id="5" name="テキスト ボックス 4">
              <a:extLst>
                <a:ext uri="{FF2B5EF4-FFF2-40B4-BE49-F238E27FC236}">
                  <a16:creationId xmlns:a16="http://schemas.microsoft.com/office/drawing/2014/main" id="{66833B9D-66D1-183D-1B5D-7ADC69707C65}"/>
                </a:ext>
              </a:extLst>
            </p:cNvPr>
            <p:cNvSpPr txBox="1"/>
            <p:nvPr/>
          </p:nvSpPr>
          <p:spPr>
            <a:xfrm>
              <a:off x="-926706" y="2793016"/>
              <a:ext cx="665567" cy="369332"/>
            </a:xfrm>
            <a:prstGeom prst="rect">
              <a:avLst/>
            </a:prstGeom>
            <a:solidFill>
              <a:sysClr val="window" lastClr="FFFFFF"/>
            </a:solidFill>
            <a:ln w="28575" cap="flat" cmpd="sng" algn="ctr">
              <a:solidFill>
                <a:sysClr val="windowText" lastClr="000000"/>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x154</a:t>
              </a:r>
              <a:endParaRPr kumimoji="0" lang="ja-JP" altLang="en-US" sz="1800" b="0" i="0" u="none" strike="noStrike" kern="0" cap="none" spc="0" normalizeH="0" baseline="0" noProof="0" dirty="0">
                <a:ln>
                  <a:noFill/>
                </a:ln>
                <a:solidFill>
                  <a:prstClr val="black"/>
                </a:solidFill>
                <a:effectLst/>
                <a:uLnTx/>
                <a:uFillTx/>
                <a:latin typeface="Segoe UI"/>
                <a:ea typeface="游ゴシック"/>
                <a:cs typeface="+mn-cs"/>
              </a:endParaRPr>
            </a:p>
          </p:txBody>
        </p:sp>
        <p:sp>
          <p:nvSpPr>
            <p:cNvPr id="11" name="テキスト ボックス 10">
              <a:extLst>
                <a:ext uri="{FF2B5EF4-FFF2-40B4-BE49-F238E27FC236}">
                  <a16:creationId xmlns:a16="http://schemas.microsoft.com/office/drawing/2014/main" id="{627541F5-253F-11B5-E292-B136A653CBB7}"/>
                </a:ext>
              </a:extLst>
            </p:cNvPr>
            <p:cNvSpPr txBox="1"/>
            <p:nvPr/>
          </p:nvSpPr>
          <p:spPr>
            <a:xfrm>
              <a:off x="-926706" y="4211859"/>
              <a:ext cx="755335" cy="369332"/>
            </a:xfrm>
            <a:prstGeom prst="rect">
              <a:avLst/>
            </a:prstGeom>
            <a:solidFill>
              <a:sysClr val="window" lastClr="FFFFFF"/>
            </a:solidFill>
            <a:ln w="28575" cap="flat" cmpd="sng" algn="ctr">
              <a:solidFill>
                <a:sysClr val="windowText" lastClr="000000"/>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x1/10</a:t>
              </a:r>
              <a:endParaRPr kumimoji="0" lang="ja-JP" altLang="en-US" sz="1800" b="0" i="0" u="none" strike="noStrike" kern="0" cap="none" spc="0" normalizeH="0" baseline="0" noProof="0" dirty="0">
                <a:ln>
                  <a:noFill/>
                </a:ln>
                <a:solidFill>
                  <a:prstClr val="black"/>
                </a:solidFill>
                <a:effectLst/>
                <a:uLnTx/>
                <a:uFillTx/>
                <a:latin typeface="Segoe UI"/>
                <a:ea typeface="游ゴシック"/>
                <a:cs typeface="+mn-cs"/>
              </a:endParaRPr>
            </a:p>
          </p:txBody>
        </p:sp>
        <p:sp>
          <p:nvSpPr>
            <p:cNvPr id="12" name="テキスト ボックス 11">
              <a:extLst>
                <a:ext uri="{FF2B5EF4-FFF2-40B4-BE49-F238E27FC236}">
                  <a16:creationId xmlns:a16="http://schemas.microsoft.com/office/drawing/2014/main" id="{3DFFBB3B-7E4E-6726-C226-78B52AFD89AC}"/>
                </a:ext>
              </a:extLst>
            </p:cNvPr>
            <p:cNvSpPr txBox="1"/>
            <p:nvPr/>
          </p:nvSpPr>
          <p:spPr>
            <a:xfrm>
              <a:off x="-926706" y="5703333"/>
              <a:ext cx="1255472" cy="369332"/>
            </a:xfrm>
            <a:prstGeom prst="rect">
              <a:avLst/>
            </a:prstGeom>
            <a:solidFill>
              <a:sysClr val="window" lastClr="FFFFFF"/>
            </a:solidFill>
            <a:ln w="28575" cap="flat" cmpd="sng" algn="ctr">
              <a:solidFill>
                <a:sysClr val="windowText" lastClr="000000"/>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x1/204600</a:t>
              </a:r>
              <a:endParaRPr kumimoji="0" lang="ja-JP" altLang="en-US" sz="1800" b="0" i="0" u="none" strike="noStrike" kern="0" cap="none" spc="0" normalizeH="0" baseline="0" noProof="0" dirty="0">
                <a:ln>
                  <a:noFill/>
                </a:ln>
                <a:solidFill>
                  <a:prstClr val="black"/>
                </a:solidFill>
                <a:effectLst/>
                <a:uLnTx/>
                <a:uFillTx/>
                <a:latin typeface="Segoe UI"/>
                <a:ea typeface="游ゴシック"/>
                <a:cs typeface="+mn-cs"/>
              </a:endParaRPr>
            </a:p>
          </p:txBody>
        </p:sp>
        <p:sp>
          <p:nvSpPr>
            <p:cNvPr id="13" name="フローチャート: 和接合 12">
              <a:extLst>
                <a:ext uri="{FF2B5EF4-FFF2-40B4-BE49-F238E27FC236}">
                  <a16:creationId xmlns:a16="http://schemas.microsoft.com/office/drawing/2014/main" id="{26898338-504F-7502-B9CB-FFA3021B868B}"/>
                </a:ext>
              </a:extLst>
            </p:cNvPr>
            <p:cNvSpPr/>
            <p:nvPr/>
          </p:nvSpPr>
          <p:spPr>
            <a:xfrm>
              <a:off x="3346705" y="2802288"/>
              <a:ext cx="308088" cy="308088"/>
            </a:xfrm>
            <a:prstGeom prst="flowChartSummingJunction">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Segoe UI"/>
                <a:ea typeface="游ゴシック"/>
                <a:cs typeface="+mn-cs"/>
              </a:endParaRPr>
            </a:p>
          </p:txBody>
        </p:sp>
        <p:cxnSp>
          <p:nvCxnSpPr>
            <p:cNvPr id="14" name="直線矢印コネクタ 13">
              <a:extLst>
                <a:ext uri="{FF2B5EF4-FFF2-40B4-BE49-F238E27FC236}">
                  <a16:creationId xmlns:a16="http://schemas.microsoft.com/office/drawing/2014/main" id="{B022CDEB-F10A-85D0-DC31-A7381796799A}"/>
                </a:ext>
              </a:extLst>
            </p:cNvPr>
            <p:cNvCxnSpPr>
              <a:cxnSpLocks/>
              <a:stCxn id="2" idx="3"/>
              <a:endCxn id="5" idx="1"/>
            </p:cNvCxnSpPr>
            <p:nvPr/>
          </p:nvCxnSpPr>
          <p:spPr>
            <a:xfrm>
              <a:off x="-2173022" y="2977682"/>
              <a:ext cx="1246316" cy="0"/>
            </a:xfrm>
            <a:prstGeom prst="straightConnector1">
              <a:avLst/>
            </a:prstGeom>
            <a:noFill/>
            <a:ln w="19050" cap="flat" cmpd="sng" algn="ctr">
              <a:solidFill>
                <a:sysClr val="windowText" lastClr="000000"/>
              </a:solidFill>
              <a:prstDash val="solid"/>
              <a:miter lim="800000"/>
              <a:tailEnd type="triangle"/>
            </a:ln>
            <a:effectLst/>
          </p:spPr>
        </p:cxnSp>
        <p:cxnSp>
          <p:nvCxnSpPr>
            <p:cNvPr id="15" name="コネクタ: カギ線 9">
              <a:extLst>
                <a:ext uri="{FF2B5EF4-FFF2-40B4-BE49-F238E27FC236}">
                  <a16:creationId xmlns:a16="http://schemas.microsoft.com/office/drawing/2014/main" id="{3705ABCC-5E88-3638-151B-D6EF4EF34CF7}"/>
                </a:ext>
              </a:extLst>
            </p:cNvPr>
            <p:cNvCxnSpPr>
              <a:endCxn id="11" idx="1"/>
            </p:cNvCxnSpPr>
            <p:nvPr/>
          </p:nvCxnSpPr>
          <p:spPr>
            <a:xfrm rot="16200000" flipH="1">
              <a:off x="-1947707" y="3375524"/>
              <a:ext cx="1418844" cy="623158"/>
            </a:xfrm>
            <a:prstGeom prst="bentConnector2">
              <a:avLst/>
            </a:prstGeom>
            <a:noFill/>
            <a:ln w="19050" cap="flat" cmpd="sng" algn="ctr">
              <a:solidFill>
                <a:sysClr val="windowText" lastClr="000000"/>
              </a:solidFill>
              <a:prstDash val="solid"/>
              <a:miter lim="800000"/>
              <a:tailEnd type="triangle"/>
            </a:ln>
            <a:effectLst/>
          </p:spPr>
        </p:cxnSp>
        <p:cxnSp>
          <p:nvCxnSpPr>
            <p:cNvPr id="16" name="コネクタ: カギ線 10">
              <a:extLst>
                <a:ext uri="{FF2B5EF4-FFF2-40B4-BE49-F238E27FC236}">
                  <a16:creationId xmlns:a16="http://schemas.microsoft.com/office/drawing/2014/main" id="{5FF2E320-B086-1C86-57D7-5DBBA5137784}"/>
                </a:ext>
              </a:extLst>
            </p:cNvPr>
            <p:cNvCxnSpPr>
              <a:endCxn id="12" idx="1"/>
            </p:cNvCxnSpPr>
            <p:nvPr/>
          </p:nvCxnSpPr>
          <p:spPr>
            <a:xfrm rot="16200000" flipH="1">
              <a:off x="-1984022" y="4830683"/>
              <a:ext cx="1491474" cy="623158"/>
            </a:xfrm>
            <a:prstGeom prst="bentConnector2">
              <a:avLst/>
            </a:prstGeom>
            <a:noFill/>
            <a:ln w="19050" cap="flat" cmpd="sng" algn="ctr">
              <a:solidFill>
                <a:sysClr val="windowText" lastClr="000000"/>
              </a:solidFill>
              <a:prstDash val="solid"/>
              <a:miter lim="800000"/>
              <a:tailEnd type="triangle"/>
            </a:ln>
            <a:effectLst/>
          </p:spPr>
        </p:cxnSp>
        <p:cxnSp>
          <p:nvCxnSpPr>
            <p:cNvPr id="17" name="直線矢印コネクタ 16">
              <a:extLst>
                <a:ext uri="{FF2B5EF4-FFF2-40B4-BE49-F238E27FC236}">
                  <a16:creationId xmlns:a16="http://schemas.microsoft.com/office/drawing/2014/main" id="{11D0DED1-4EAD-6EB3-5123-128FA05F0077}"/>
                </a:ext>
              </a:extLst>
            </p:cNvPr>
            <p:cNvCxnSpPr>
              <a:cxnSpLocks/>
              <a:stCxn id="5" idx="3"/>
            </p:cNvCxnSpPr>
            <p:nvPr/>
          </p:nvCxnSpPr>
          <p:spPr>
            <a:xfrm>
              <a:off x="-261139" y="2977682"/>
              <a:ext cx="812174" cy="0"/>
            </a:xfrm>
            <a:prstGeom prst="straightConnector1">
              <a:avLst/>
            </a:prstGeom>
            <a:noFill/>
            <a:ln w="19050" cap="flat" cmpd="sng" algn="ctr">
              <a:solidFill>
                <a:sysClr val="windowText" lastClr="000000"/>
              </a:solidFill>
              <a:prstDash val="solid"/>
              <a:miter lim="800000"/>
              <a:tailEnd type="triangle"/>
            </a:ln>
            <a:effectLst/>
          </p:spPr>
        </p:cxnSp>
        <p:cxnSp>
          <p:nvCxnSpPr>
            <p:cNvPr id="18" name="直線矢印コネクタ 17">
              <a:extLst>
                <a:ext uri="{FF2B5EF4-FFF2-40B4-BE49-F238E27FC236}">
                  <a16:creationId xmlns:a16="http://schemas.microsoft.com/office/drawing/2014/main" id="{A2C61FD4-D5DF-207C-3010-87888AD19AD4}"/>
                </a:ext>
              </a:extLst>
            </p:cNvPr>
            <p:cNvCxnSpPr>
              <a:cxnSpLocks/>
              <a:stCxn id="11" idx="3"/>
            </p:cNvCxnSpPr>
            <p:nvPr/>
          </p:nvCxnSpPr>
          <p:spPr>
            <a:xfrm>
              <a:off x="-171371" y="4396525"/>
              <a:ext cx="722406" cy="0"/>
            </a:xfrm>
            <a:prstGeom prst="straightConnector1">
              <a:avLst/>
            </a:prstGeom>
            <a:noFill/>
            <a:ln w="19050" cap="flat" cmpd="sng" algn="ctr">
              <a:solidFill>
                <a:sysClr val="windowText" lastClr="000000"/>
              </a:solidFill>
              <a:prstDash val="solid"/>
              <a:miter lim="800000"/>
              <a:tailEnd type="triangle"/>
            </a:ln>
            <a:effectLst/>
          </p:spPr>
        </p:cxnSp>
        <p:cxnSp>
          <p:nvCxnSpPr>
            <p:cNvPr id="19" name="直線矢印コネクタ 18">
              <a:extLst>
                <a:ext uri="{FF2B5EF4-FFF2-40B4-BE49-F238E27FC236}">
                  <a16:creationId xmlns:a16="http://schemas.microsoft.com/office/drawing/2014/main" id="{A12040D3-37D3-B6C0-F97E-492E82126982}"/>
                </a:ext>
              </a:extLst>
            </p:cNvPr>
            <p:cNvCxnSpPr>
              <a:cxnSpLocks/>
              <a:stCxn id="12" idx="3"/>
            </p:cNvCxnSpPr>
            <p:nvPr/>
          </p:nvCxnSpPr>
          <p:spPr>
            <a:xfrm>
              <a:off x="328766" y="5887999"/>
              <a:ext cx="222269" cy="0"/>
            </a:xfrm>
            <a:prstGeom prst="straightConnector1">
              <a:avLst/>
            </a:prstGeom>
            <a:noFill/>
            <a:ln w="19050" cap="flat" cmpd="sng" algn="ctr">
              <a:solidFill>
                <a:sysClr val="windowText" lastClr="000000"/>
              </a:solidFill>
              <a:prstDash val="solid"/>
              <a:miter lim="800000"/>
              <a:tailEnd type="triangle"/>
            </a:ln>
            <a:effectLst/>
          </p:spPr>
        </p:cxnSp>
        <p:sp>
          <p:nvSpPr>
            <p:cNvPr id="20" name="フリーフォーム: 図形 14">
              <a:extLst>
                <a:ext uri="{FF2B5EF4-FFF2-40B4-BE49-F238E27FC236}">
                  <a16:creationId xmlns:a16="http://schemas.microsoft.com/office/drawing/2014/main" id="{376CCE94-ADEA-63C6-0FA8-C9A184B5C1CE}"/>
                </a:ext>
              </a:extLst>
            </p:cNvPr>
            <p:cNvSpPr/>
            <p:nvPr/>
          </p:nvSpPr>
          <p:spPr>
            <a:xfrm>
              <a:off x="673946" y="2779243"/>
              <a:ext cx="1448873" cy="354179"/>
            </a:xfrm>
            <a:custGeom>
              <a:avLst/>
              <a:gdLst>
                <a:gd name="connsiteX0" fmla="*/ 0 w 1448873"/>
                <a:gd name="connsiteY0" fmla="*/ 334850 h 354179"/>
                <a:gd name="connsiteX1" fmla="*/ 141667 w 1448873"/>
                <a:gd name="connsiteY1" fmla="*/ 0 h 354179"/>
                <a:gd name="connsiteX2" fmla="*/ 289775 w 1448873"/>
                <a:gd name="connsiteY2" fmla="*/ 334850 h 354179"/>
                <a:gd name="connsiteX3" fmla="*/ 399245 w 1448873"/>
                <a:gd name="connsiteY3" fmla="*/ 25758 h 354179"/>
                <a:gd name="connsiteX4" fmla="*/ 534473 w 1448873"/>
                <a:gd name="connsiteY4" fmla="*/ 347729 h 354179"/>
                <a:gd name="connsiteX5" fmla="*/ 637504 w 1448873"/>
                <a:gd name="connsiteY5" fmla="*/ 12879 h 354179"/>
                <a:gd name="connsiteX6" fmla="*/ 753414 w 1448873"/>
                <a:gd name="connsiteY6" fmla="*/ 341290 h 354179"/>
                <a:gd name="connsiteX7" fmla="*/ 856445 w 1448873"/>
                <a:gd name="connsiteY7" fmla="*/ 19318 h 354179"/>
                <a:gd name="connsiteX8" fmla="*/ 953036 w 1448873"/>
                <a:gd name="connsiteY8" fmla="*/ 334850 h 354179"/>
                <a:gd name="connsiteX9" fmla="*/ 1056067 w 1448873"/>
                <a:gd name="connsiteY9" fmla="*/ 19318 h 354179"/>
                <a:gd name="connsiteX10" fmla="*/ 1171977 w 1448873"/>
                <a:gd name="connsiteY10" fmla="*/ 341290 h 354179"/>
                <a:gd name="connsiteX11" fmla="*/ 1236372 w 1448873"/>
                <a:gd name="connsiteY11" fmla="*/ 32197 h 354179"/>
                <a:gd name="connsiteX12" fmla="*/ 1365160 w 1448873"/>
                <a:gd name="connsiteY12" fmla="*/ 354169 h 354179"/>
                <a:gd name="connsiteX13" fmla="*/ 1448873 w 1448873"/>
                <a:gd name="connsiteY13" fmla="*/ 19318 h 35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48873" h="354179">
                  <a:moveTo>
                    <a:pt x="0" y="334850"/>
                  </a:moveTo>
                  <a:cubicBezTo>
                    <a:pt x="46685" y="167425"/>
                    <a:pt x="93371" y="0"/>
                    <a:pt x="141667" y="0"/>
                  </a:cubicBezTo>
                  <a:cubicBezTo>
                    <a:pt x="189963" y="0"/>
                    <a:pt x="246845" y="330557"/>
                    <a:pt x="289775" y="334850"/>
                  </a:cubicBezTo>
                  <a:cubicBezTo>
                    <a:pt x="332705" y="339143"/>
                    <a:pt x="358462" y="23612"/>
                    <a:pt x="399245" y="25758"/>
                  </a:cubicBezTo>
                  <a:cubicBezTo>
                    <a:pt x="440028" y="27904"/>
                    <a:pt x="494763" y="349875"/>
                    <a:pt x="534473" y="347729"/>
                  </a:cubicBezTo>
                  <a:cubicBezTo>
                    <a:pt x="574183" y="345583"/>
                    <a:pt x="601014" y="13952"/>
                    <a:pt x="637504" y="12879"/>
                  </a:cubicBezTo>
                  <a:cubicBezTo>
                    <a:pt x="673994" y="11806"/>
                    <a:pt x="716924" y="340217"/>
                    <a:pt x="753414" y="341290"/>
                  </a:cubicBezTo>
                  <a:cubicBezTo>
                    <a:pt x="789904" y="342363"/>
                    <a:pt x="823175" y="20391"/>
                    <a:pt x="856445" y="19318"/>
                  </a:cubicBezTo>
                  <a:cubicBezTo>
                    <a:pt x="889715" y="18245"/>
                    <a:pt x="919766" y="334850"/>
                    <a:pt x="953036" y="334850"/>
                  </a:cubicBezTo>
                  <a:cubicBezTo>
                    <a:pt x="986306" y="334850"/>
                    <a:pt x="1019577" y="18245"/>
                    <a:pt x="1056067" y="19318"/>
                  </a:cubicBezTo>
                  <a:cubicBezTo>
                    <a:pt x="1092557" y="20391"/>
                    <a:pt x="1141926" y="339144"/>
                    <a:pt x="1171977" y="341290"/>
                  </a:cubicBezTo>
                  <a:cubicBezTo>
                    <a:pt x="1202028" y="343437"/>
                    <a:pt x="1204175" y="30051"/>
                    <a:pt x="1236372" y="32197"/>
                  </a:cubicBezTo>
                  <a:cubicBezTo>
                    <a:pt x="1268569" y="34343"/>
                    <a:pt x="1329743" y="356315"/>
                    <a:pt x="1365160" y="354169"/>
                  </a:cubicBezTo>
                  <a:cubicBezTo>
                    <a:pt x="1400577" y="352023"/>
                    <a:pt x="1424725" y="185670"/>
                    <a:pt x="1448873" y="19318"/>
                  </a:cubicBezTo>
                </a:path>
              </a:pathLst>
            </a:cu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Segoe UI"/>
                <a:ea typeface="游ゴシック"/>
                <a:cs typeface="+mn-cs"/>
              </a:endParaRPr>
            </a:p>
          </p:txBody>
        </p:sp>
        <p:sp>
          <p:nvSpPr>
            <p:cNvPr id="21" name="テキスト ボックス 20">
              <a:extLst>
                <a:ext uri="{FF2B5EF4-FFF2-40B4-BE49-F238E27FC236}">
                  <a16:creationId xmlns:a16="http://schemas.microsoft.com/office/drawing/2014/main" id="{678893F6-6F42-0FC7-C8AF-AC00971077B5}"/>
                </a:ext>
              </a:extLst>
            </p:cNvPr>
            <p:cNvSpPr txBox="1"/>
            <p:nvPr/>
          </p:nvSpPr>
          <p:spPr>
            <a:xfrm>
              <a:off x="105735" y="3162347"/>
              <a:ext cx="2553520" cy="369332"/>
            </a:xfrm>
            <a:prstGeom prst="rect">
              <a:avLst/>
            </a:prstGeom>
            <a:noFill/>
          </p:spPr>
          <p:txBody>
            <a:bodyPr wrap="none" rtlCol="0">
              <a:spAutoFit/>
            </a:bodyPr>
            <a:lstStyle/>
            <a:p>
              <a:r>
                <a:rPr lang="en-US" altLang="ja-JP" dirty="0">
                  <a:solidFill>
                    <a:prstClr val="black"/>
                  </a:solidFill>
                  <a:latin typeface="Segoe UI"/>
                  <a:ea typeface="游ゴシック"/>
                </a:rPr>
                <a:t>L1 Carrier:</a:t>
              </a:r>
              <a:r>
                <a:rPr lang="ja-JP" altLang="en-US" dirty="0">
                  <a:solidFill>
                    <a:prstClr val="black"/>
                  </a:solidFill>
                  <a:latin typeface="Segoe UI"/>
                  <a:ea typeface="游ゴシック"/>
                </a:rPr>
                <a:t> </a:t>
              </a:r>
              <a:r>
                <a:rPr lang="en-US" altLang="ja-JP" dirty="0">
                  <a:solidFill>
                    <a:prstClr val="black"/>
                  </a:solidFill>
                  <a:latin typeface="Segoe UI"/>
                  <a:ea typeface="游ゴシック"/>
                </a:rPr>
                <a:t>1575.42MHz</a:t>
              </a:r>
              <a:endParaRPr lang="ja-JP" altLang="en-US" dirty="0">
                <a:solidFill>
                  <a:prstClr val="black"/>
                </a:solidFill>
                <a:latin typeface="Segoe UI"/>
                <a:ea typeface="游ゴシック"/>
              </a:endParaRPr>
            </a:p>
          </p:txBody>
        </p:sp>
        <p:grpSp>
          <p:nvGrpSpPr>
            <p:cNvPr id="22" name="グループ化 21">
              <a:extLst>
                <a:ext uri="{FF2B5EF4-FFF2-40B4-BE49-F238E27FC236}">
                  <a16:creationId xmlns:a16="http://schemas.microsoft.com/office/drawing/2014/main" id="{E5D7F0C7-D2F6-6657-7CF8-718BEB69F42E}"/>
                </a:ext>
              </a:extLst>
            </p:cNvPr>
            <p:cNvGrpSpPr/>
            <p:nvPr/>
          </p:nvGrpSpPr>
          <p:grpSpPr>
            <a:xfrm>
              <a:off x="658300" y="4211859"/>
              <a:ext cx="1465140" cy="314528"/>
              <a:chOff x="4456995" y="3115686"/>
              <a:chExt cx="1465140" cy="314528"/>
            </a:xfrm>
          </p:grpSpPr>
          <p:cxnSp>
            <p:nvCxnSpPr>
              <p:cNvPr id="23" name="直線コネクタ 22">
                <a:extLst>
                  <a:ext uri="{FF2B5EF4-FFF2-40B4-BE49-F238E27FC236}">
                    <a16:creationId xmlns:a16="http://schemas.microsoft.com/office/drawing/2014/main" id="{16541ECE-226E-F085-2C34-84092B1DE478}"/>
                  </a:ext>
                </a:extLst>
              </p:cNvPr>
              <p:cNvCxnSpPr>
                <a:cxnSpLocks/>
              </p:cNvCxnSpPr>
              <p:nvPr/>
            </p:nvCxnSpPr>
            <p:spPr>
              <a:xfrm flipV="1">
                <a:off x="4456995" y="3115686"/>
                <a:ext cx="0" cy="313314"/>
              </a:xfrm>
              <a:prstGeom prst="line">
                <a:avLst/>
              </a:prstGeom>
              <a:noFill/>
              <a:ln w="19050" cap="flat" cmpd="sng" algn="ctr">
                <a:solidFill>
                  <a:srgbClr val="4472C4"/>
                </a:solidFill>
                <a:prstDash val="solid"/>
                <a:miter lim="800000"/>
              </a:ln>
              <a:effectLst/>
            </p:spPr>
          </p:cxnSp>
          <p:cxnSp>
            <p:nvCxnSpPr>
              <p:cNvPr id="24" name="直線コネクタ 23">
                <a:extLst>
                  <a:ext uri="{FF2B5EF4-FFF2-40B4-BE49-F238E27FC236}">
                    <a16:creationId xmlns:a16="http://schemas.microsoft.com/office/drawing/2014/main" id="{CE90F483-089A-3B08-2281-6B99637CD7A0}"/>
                  </a:ext>
                </a:extLst>
              </p:cNvPr>
              <p:cNvCxnSpPr/>
              <p:nvPr/>
            </p:nvCxnSpPr>
            <p:spPr>
              <a:xfrm>
                <a:off x="4456995" y="3115686"/>
                <a:ext cx="211597" cy="0"/>
              </a:xfrm>
              <a:prstGeom prst="line">
                <a:avLst/>
              </a:prstGeom>
              <a:noFill/>
              <a:ln w="19050" cap="flat" cmpd="sng" algn="ctr">
                <a:solidFill>
                  <a:srgbClr val="4472C4"/>
                </a:solidFill>
                <a:prstDash val="solid"/>
                <a:miter lim="800000"/>
              </a:ln>
              <a:effectLst/>
            </p:spPr>
          </p:cxnSp>
          <p:cxnSp>
            <p:nvCxnSpPr>
              <p:cNvPr id="25" name="直線コネクタ 24">
                <a:extLst>
                  <a:ext uri="{FF2B5EF4-FFF2-40B4-BE49-F238E27FC236}">
                    <a16:creationId xmlns:a16="http://schemas.microsoft.com/office/drawing/2014/main" id="{E49107E9-922F-9365-AC66-077761CA1558}"/>
                  </a:ext>
                </a:extLst>
              </p:cNvPr>
              <p:cNvCxnSpPr/>
              <p:nvPr/>
            </p:nvCxnSpPr>
            <p:spPr>
              <a:xfrm>
                <a:off x="4668592" y="3115686"/>
                <a:ext cx="0" cy="313314"/>
              </a:xfrm>
              <a:prstGeom prst="line">
                <a:avLst/>
              </a:prstGeom>
              <a:noFill/>
              <a:ln w="19050" cap="flat" cmpd="sng" algn="ctr">
                <a:solidFill>
                  <a:srgbClr val="4472C4"/>
                </a:solidFill>
                <a:prstDash val="solid"/>
                <a:miter lim="800000"/>
              </a:ln>
              <a:effectLst/>
            </p:spPr>
          </p:cxnSp>
          <p:cxnSp>
            <p:nvCxnSpPr>
              <p:cNvPr id="26" name="直線コネクタ 25">
                <a:extLst>
                  <a:ext uri="{FF2B5EF4-FFF2-40B4-BE49-F238E27FC236}">
                    <a16:creationId xmlns:a16="http://schemas.microsoft.com/office/drawing/2014/main" id="{DA93F456-6FEF-B3C9-69DD-53B04541333C}"/>
                  </a:ext>
                </a:extLst>
              </p:cNvPr>
              <p:cNvCxnSpPr>
                <a:cxnSpLocks/>
              </p:cNvCxnSpPr>
              <p:nvPr/>
            </p:nvCxnSpPr>
            <p:spPr>
              <a:xfrm>
                <a:off x="4668592" y="3429000"/>
                <a:ext cx="128788" cy="0"/>
              </a:xfrm>
              <a:prstGeom prst="line">
                <a:avLst/>
              </a:prstGeom>
              <a:noFill/>
              <a:ln w="19050" cap="flat" cmpd="sng" algn="ctr">
                <a:solidFill>
                  <a:srgbClr val="4472C4"/>
                </a:solidFill>
                <a:prstDash val="solid"/>
                <a:miter lim="800000"/>
              </a:ln>
              <a:effectLst/>
            </p:spPr>
          </p:cxnSp>
          <p:cxnSp>
            <p:nvCxnSpPr>
              <p:cNvPr id="27" name="直線コネクタ 26">
                <a:extLst>
                  <a:ext uri="{FF2B5EF4-FFF2-40B4-BE49-F238E27FC236}">
                    <a16:creationId xmlns:a16="http://schemas.microsoft.com/office/drawing/2014/main" id="{67871DCB-529F-F067-F991-752D5A10D0B2}"/>
                  </a:ext>
                </a:extLst>
              </p:cNvPr>
              <p:cNvCxnSpPr>
                <a:cxnSpLocks/>
              </p:cNvCxnSpPr>
              <p:nvPr/>
            </p:nvCxnSpPr>
            <p:spPr>
              <a:xfrm flipV="1">
                <a:off x="4797380" y="3115686"/>
                <a:ext cx="0" cy="313314"/>
              </a:xfrm>
              <a:prstGeom prst="line">
                <a:avLst/>
              </a:prstGeom>
              <a:noFill/>
              <a:ln w="19050" cap="flat" cmpd="sng" algn="ctr">
                <a:solidFill>
                  <a:srgbClr val="4472C4"/>
                </a:solidFill>
                <a:prstDash val="solid"/>
                <a:miter lim="800000"/>
              </a:ln>
              <a:effectLst/>
            </p:spPr>
          </p:cxnSp>
          <p:cxnSp>
            <p:nvCxnSpPr>
              <p:cNvPr id="28" name="直線コネクタ 27">
                <a:extLst>
                  <a:ext uri="{FF2B5EF4-FFF2-40B4-BE49-F238E27FC236}">
                    <a16:creationId xmlns:a16="http://schemas.microsoft.com/office/drawing/2014/main" id="{89BE68BE-EF1A-6BDD-ACB7-763E808CF6D6}"/>
                  </a:ext>
                </a:extLst>
              </p:cNvPr>
              <p:cNvCxnSpPr>
                <a:cxnSpLocks/>
              </p:cNvCxnSpPr>
              <p:nvPr/>
            </p:nvCxnSpPr>
            <p:spPr>
              <a:xfrm>
                <a:off x="4797380" y="3115686"/>
                <a:ext cx="328412" cy="0"/>
              </a:xfrm>
              <a:prstGeom prst="line">
                <a:avLst/>
              </a:prstGeom>
              <a:noFill/>
              <a:ln w="19050" cap="flat" cmpd="sng" algn="ctr">
                <a:solidFill>
                  <a:srgbClr val="4472C4"/>
                </a:solidFill>
                <a:prstDash val="solid"/>
                <a:miter lim="800000"/>
              </a:ln>
              <a:effectLst/>
            </p:spPr>
          </p:cxnSp>
          <p:cxnSp>
            <p:nvCxnSpPr>
              <p:cNvPr id="29" name="直線コネクタ 28">
                <a:extLst>
                  <a:ext uri="{FF2B5EF4-FFF2-40B4-BE49-F238E27FC236}">
                    <a16:creationId xmlns:a16="http://schemas.microsoft.com/office/drawing/2014/main" id="{18A9BDF9-978F-F2C0-86B4-B495532D7933}"/>
                  </a:ext>
                </a:extLst>
              </p:cNvPr>
              <p:cNvCxnSpPr>
                <a:cxnSpLocks/>
              </p:cNvCxnSpPr>
              <p:nvPr/>
            </p:nvCxnSpPr>
            <p:spPr>
              <a:xfrm flipV="1">
                <a:off x="5124550" y="3116900"/>
                <a:ext cx="0" cy="313314"/>
              </a:xfrm>
              <a:prstGeom prst="line">
                <a:avLst/>
              </a:prstGeom>
              <a:noFill/>
              <a:ln w="19050" cap="flat" cmpd="sng" algn="ctr">
                <a:solidFill>
                  <a:srgbClr val="4472C4"/>
                </a:solidFill>
                <a:prstDash val="solid"/>
                <a:miter lim="800000"/>
              </a:ln>
              <a:effectLst/>
            </p:spPr>
          </p:cxnSp>
          <p:cxnSp>
            <p:nvCxnSpPr>
              <p:cNvPr id="30" name="直線コネクタ 29">
                <a:extLst>
                  <a:ext uri="{FF2B5EF4-FFF2-40B4-BE49-F238E27FC236}">
                    <a16:creationId xmlns:a16="http://schemas.microsoft.com/office/drawing/2014/main" id="{5FAC1C63-3FE1-BF6E-2CE1-3AE9BE01B59B}"/>
                  </a:ext>
                </a:extLst>
              </p:cNvPr>
              <p:cNvCxnSpPr/>
              <p:nvPr/>
            </p:nvCxnSpPr>
            <p:spPr>
              <a:xfrm>
                <a:off x="5124550" y="3429000"/>
                <a:ext cx="211597" cy="0"/>
              </a:xfrm>
              <a:prstGeom prst="line">
                <a:avLst/>
              </a:prstGeom>
              <a:noFill/>
              <a:ln w="19050" cap="flat" cmpd="sng" algn="ctr">
                <a:solidFill>
                  <a:srgbClr val="4472C4"/>
                </a:solidFill>
                <a:prstDash val="solid"/>
                <a:miter lim="800000"/>
              </a:ln>
              <a:effectLst/>
            </p:spPr>
          </p:cxnSp>
          <p:cxnSp>
            <p:nvCxnSpPr>
              <p:cNvPr id="31" name="直線コネクタ 30">
                <a:extLst>
                  <a:ext uri="{FF2B5EF4-FFF2-40B4-BE49-F238E27FC236}">
                    <a16:creationId xmlns:a16="http://schemas.microsoft.com/office/drawing/2014/main" id="{8BB879E6-15C4-B4A6-75BA-D0F31CCFF411}"/>
                  </a:ext>
                </a:extLst>
              </p:cNvPr>
              <p:cNvCxnSpPr>
                <a:cxnSpLocks/>
              </p:cNvCxnSpPr>
              <p:nvPr/>
            </p:nvCxnSpPr>
            <p:spPr>
              <a:xfrm flipV="1">
                <a:off x="5336147" y="3115686"/>
                <a:ext cx="0" cy="313314"/>
              </a:xfrm>
              <a:prstGeom prst="line">
                <a:avLst/>
              </a:prstGeom>
              <a:noFill/>
              <a:ln w="19050" cap="flat" cmpd="sng" algn="ctr">
                <a:solidFill>
                  <a:srgbClr val="4472C4"/>
                </a:solidFill>
                <a:prstDash val="solid"/>
                <a:miter lim="800000"/>
              </a:ln>
              <a:effectLst/>
            </p:spPr>
          </p:cxnSp>
          <p:cxnSp>
            <p:nvCxnSpPr>
              <p:cNvPr id="32" name="直線コネクタ 31">
                <a:extLst>
                  <a:ext uri="{FF2B5EF4-FFF2-40B4-BE49-F238E27FC236}">
                    <a16:creationId xmlns:a16="http://schemas.microsoft.com/office/drawing/2014/main" id="{BBCE4672-97F0-44FD-DC38-915BC7A4FCC3}"/>
                  </a:ext>
                </a:extLst>
              </p:cNvPr>
              <p:cNvCxnSpPr>
                <a:cxnSpLocks/>
              </p:cNvCxnSpPr>
              <p:nvPr/>
            </p:nvCxnSpPr>
            <p:spPr>
              <a:xfrm>
                <a:off x="5336147" y="3115686"/>
                <a:ext cx="128788" cy="0"/>
              </a:xfrm>
              <a:prstGeom prst="line">
                <a:avLst/>
              </a:prstGeom>
              <a:noFill/>
              <a:ln w="19050" cap="flat" cmpd="sng" algn="ctr">
                <a:solidFill>
                  <a:srgbClr val="4472C4"/>
                </a:solidFill>
                <a:prstDash val="solid"/>
                <a:miter lim="800000"/>
              </a:ln>
              <a:effectLst/>
            </p:spPr>
          </p:cxnSp>
          <p:cxnSp>
            <p:nvCxnSpPr>
              <p:cNvPr id="33" name="直線コネクタ 32">
                <a:extLst>
                  <a:ext uri="{FF2B5EF4-FFF2-40B4-BE49-F238E27FC236}">
                    <a16:creationId xmlns:a16="http://schemas.microsoft.com/office/drawing/2014/main" id="{FC478B40-05DD-6046-D90B-AF8F00D6B310}"/>
                  </a:ext>
                </a:extLst>
              </p:cNvPr>
              <p:cNvCxnSpPr/>
              <p:nvPr/>
            </p:nvCxnSpPr>
            <p:spPr>
              <a:xfrm>
                <a:off x="5464935" y="3115686"/>
                <a:ext cx="0" cy="313314"/>
              </a:xfrm>
              <a:prstGeom prst="line">
                <a:avLst/>
              </a:prstGeom>
              <a:noFill/>
              <a:ln w="19050" cap="flat" cmpd="sng" algn="ctr">
                <a:solidFill>
                  <a:srgbClr val="4472C4"/>
                </a:solidFill>
                <a:prstDash val="solid"/>
                <a:miter lim="800000"/>
              </a:ln>
              <a:effectLst/>
            </p:spPr>
          </p:cxnSp>
          <p:cxnSp>
            <p:nvCxnSpPr>
              <p:cNvPr id="34" name="直線コネクタ 33">
                <a:extLst>
                  <a:ext uri="{FF2B5EF4-FFF2-40B4-BE49-F238E27FC236}">
                    <a16:creationId xmlns:a16="http://schemas.microsoft.com/office/drawing/2014/main" id="{82C3236E-843E-69EE-3147-4051356578FD}"/>
                  </a:ext>
                </a:extLst>
              </p:cNvPr>
              <p:cNvCxnSpPr>
                <a:cxnSpLocks/>
              </p:cNvCxnSpPr>
              <p:nvPr/>
            </p:nvCxnSpPr>
            <p:spPr>
              <a:xfrm>
                <a:off x="5464935" y="3429000"/>
                <a:ext cx="128788" cy="0"/>
              </a:xfrm>
              <a:prstGeom prst="line">
                <a:avLst/>
              </a:prstGeom>
              <a:noFill/>
              <a:ln w="19050" cap="flat" cmpd="sng" algn="ctr">
                <a:solidFill>
                  <a:srgbClr val="4472C4"/>
                </a:solidFill>
                <a:prstDash val="solid"/>
                <a:miter lim="800000"/>
              </a:ln>
              <a:effectLst/>
            </p:spPr>
          </p:cxnSp>
          <p:cxnSp>
            <p:nvCxnSpPr>
              <p:cNvPr id="35" name="直線コネクタ 34">
                <a:extLst>
                  <a:ext uri="{FF2B5EF4-FFF2-40B4-BE49-F238E27FC236}">
                    <a16:creationId xmlns:a16="http://schemas.microsoft.com/office/drawing/2014/main" id="{4C0E0B32-7A36-FF8F-0951-B0A156410BFA}"/>
                  </a:ext>
                </a:extLst>
              </p:cNvPr>
              <p:cNvCxnSpPr>
                <a:cxnSpLocks/>
              </p:cNvCxnSpPr>
              <p:nvPr/>
            </p:nvCxnSpPr>
            <p:spPr>
              <a:xfrm flipV="1">
                <a:off x="5593723" y="3115686"/>
                <a:ext cx="0" cy="313314"/>
              </a:xfrm>
              <a:prstGeom prst="line">
                <a:avLst/>
              </a:prstGeom>
              <a:noFill/>
              <a:ln w="19050" cap="flat" cmpd="sng" algn="ctr">
                <a:solidFill>
                  <a:srgbClr val="4472C4"/>
                </a:solidFill>
                <a:prstDash val="solid"/>
                <a:miter lim="800000"/>
              </a:ln>
              <a:effectLst/>
            </p:spPr>
          </p:cxnSp>
          <p:cxnSp>
            <p:nvCxnSpPr>
              <p:cNvPr id="36" name="直線コネクタ 35">
                <a:extLst>
                  <a:ext uri="{FF2B5EF4-FFF2-40B4-BE49-F238E27FC236}">
                    <a16:creationId xmlns:a16="http://schemas.microsoft.com/office/drawing/2014/main" id="{DA9754F9-39B0-C650-A752-B6D8D078F888}"/>
                  </a:ext>
                </a:extLst>
              </p:cNvPr>
              <p:cNvCxnSpPr>
                <a:cxnSpLocks/>
              </p:cNvCxnSpPr>
              <p:nvPr/>
            </p:nvCxnSpPr>
            <p:spPr>
              <a:xfrm>
                <a:off x="5593723" y="3115686"/>
                <a:ext cx="328412" cy="0"/>
              </a:xfrm>
              <a:prstGeom prst="line">
                <a:avLst/>
              </a:prstGeom>
              <a:noFill/>
              <a:ln w="19050" cap="flat" cmpd="sng" algn="ctr">
                <a:solidFill>
                  <a:srgbClr val="4472C4"/>
                </a:solidFill>
                <a:prstDash val="solid"/>
                <a:miter lim="800000"/>
              </a:ln>
              <a:effectLst/>
            </p:spPr>
          </p:cxnSp>
          <p:cxnSp>
            <p:nvCxnSpPr>
              <p:cNvPr id="37" name="直線コネクタ 36">
                <a:extLst>
                  <a:ext uri="{FF2B5EF4-FFF2-40B4-BE49-F238E27FC236}">
                    <a16:creationId xmlns:a16="http://schemas.microsoft.com/office/drawing/2014/main" id="{EE5651BC-404E-6971-BE30-D25409FBDEEF}"/>
                  </a:ext>
                </a:extLst>
              </p:cNvPr>
              <p:cNvCxnSpPr>
                <a:cxnSpLocks/>
              </p:cNvCxnSpPr>
              <p:nvPr/>
            </p:nvCxnSpPr>
            <p:spPr>
              <a:xfrm flipV="1">
                <a:off x="5920893" y="3116900"/>
                <a:ext cx="0" cy="313314"/>
              </a:xfrm>
              <a:prstGeom prst="line">
                <a:avLst/>
              </a:prstGeom>
              <a:noFill/>
              <a:ln w="19050" cap="flat" cmpd="sng" algn="ctr">
                <a:solidFill>
                  <a:srgbClr val="4472C4"/>
                </a:solidFill>
                <a:prstDash val="solid"/>
                <a:miter lim="800000"/>
              </a:ln>
              <a:effectLst/>
            </p:spPr>
          </p:cxnSp>
        </p:grpSp>
        <p:sp>
          <p:nvSpPr>
            <p:cNvPr id="38" name="テキスト ボックス 37">
              <a:extLst>
                <a:ext uri="{FF2B5EF4-FFF2-40B4-BE49-F238E27FC236}">
                  <a16:creationId xmlns:a16="http://schemas.microsoft.com/office/drawing/2014/main" id="{324744C7-317E-7BFF-CCAF-AB2E7A529166}"/>
                </a:ext>
              </a:extLst>
            </p:cNvPr>
            <p:cNvSpPr txBox="1"/>
            <p:nvPr/>
          </p:nvSpPr>
          <p:spPr>
            <a:xfrm>
              <a:off x="141559" y="4588264"/>
              <a:ext cx="2326278" cy="369332"/>
            </a:xfrm>
            <a:prstGeom prst="rect">
              <a:avLst/>
            </a:prstGeom>
            <a:noFill/>
          </p:spPr>
          <p:txBody>
            <a:bodyPr wrap="none" rtlCol="0">
              <a:spAutoFit/>
            </a:bodyPr>
            <a:lstStyle/>
            <a:p>
              <a:r>
                <a:rPr lang="en-US" altLang="ja-JP" dirty="0">
                  <a:solidFill>
                    <a:prstClr val="black"/>
                  </a:solidFill>
                  <a:latin typeface="Segoe UI"/>
                  <a:ea typeface="游ゴシック"/>
                </a:rPr>
                <a:t>C/A code: 1.023 MHz</a:t>
              </a:r>
              <a:endParaRPr lang="ja-JP" altLang="en-US" dirty="0">
                <a:solidFill>
                  <a:prstClr val="black"/>
                </a:solidFill>
                <a:latin typeface="Segoe UI"/>
                <a:ea typeface="游ゴシック"/>
              </a:endParaRPr>
            </a:p>
          </p:txBody>
        </p:sp>
        <p:sp>
          <p:nvSpPr>
            <p:cNvPr id="39" name="テキスト ボックス 38">
              <a:extLst>
                <a:ext uri="{FF2B5EF4-FFF2-40B4-BE49-F238E27FC236}">
                  <a16:creationId xmlns:a16="http://schemas.microsoft.com/office/drawing/2014/main" id="{AA1A0A60-DF04-14C0-DF18-F35799EB7F20}"/>
                </a:ext>
              </a:extLst>
            </p:cNvPr>
            <p:cNvSpPr txBox="1"/>
            <p:nvPr/>
          </p:nvSpPr>
          <p:spPr>
            <a:xfrm>
              <a:off x="560103" y="3515585"/>
              <a:ext cx="877163" cy="369332"/>
            </a:xfrm>
            <a:prstGeom prst="rect">
              <a:avLst/>
            </a:prstGeom>
            <a:noFill/>
          </p:spPr>
          <p:txBody>
            <a:bodyPr wrap="none" rtlCol="0">
              <a:spAutoFit/>
            </a:bodyPr>
            <a:lstStyle/>
            <a:p>
              <a:r>
                <a:rPr lang="ja-JP" altLang="en-US" dirty="0">
                  <a:solidFill>
                    <a:prstClr val="black"/>
                  </a:solidFill>
                  <a:latin typeface="Segoe UI"/>
                  <a:ea typeface="游ゴシック"/>
                </a:rPr>
                <a:t>搬送波</a:t>
              </a:r>
            </a:p>
          </p:txBody>
        </p:sp>
        <p:sp>
          <p:nvSpPr>
            <p:cNvPr id="40" name="テキスト ボックス 39">
              <a:extLst>
                <a:ext uri="{FF2B5EF4-FFF2-40B4-BE49-F238E27FC236}">
                  <a16:creationId xmlns:a16="http://schemas.microsoft.com/office/drawing/2014/main" id="{375C3FA2-B5C3-D32E-2449-CB7C58F7E7D8}"/>
                </a:ext>
              </a:extLst>
            </p:cNvPr>
            <p:cNvSpPr txBox="1"/>
            <p:nvPr/>
          </p:nvSpPr>
          <p:spPr>
            <a:xfrm>
              <a:off x="586183" y="4957596"/>
              <a:ext cx="2031325" cy="369332"/>
            </a:xfrm>
            <a:prstGeom prst="rect">
              <a:avLst/>
            </a:prstGeom>
            <a:noFill/>
          </p:spPr>
          <p:txBody>
            <a:bodyPr wrap="none" rtlCol="0">
              <a:spAutoFit/>
            </a:bodyPr>
            <a:lstStyle/>
            <a:p>
              <a:r>
                <a:rPr lang="ja-JP" altLang="en-US" dirty="0">
                  <a:solidFill>
                    <a:prstClr val="black"/>
                  </a:solidFill>
                  <a:latin typeface="Segoe UI"/>
                  <a:ea typeface="游ゴシック"/>
                </a:rPr>
                <a:t>疑似ランダム符号</a:t>
              </a:r>
            </a:p>
          </p:txBody>
        </p:sp>
        <p:grpSp>
          <p:nvGrpSpPr>
            <p:cNvPr id="41" name="グループ化 40">
              <a:extLst>
                <a:ext uri="{FF2B5EF4-FFF2-40B4-BE49-F238E27FC236}">
                  <a16:creationId xmlns:a16="http://schemas.microsoft.com/office/drawing/2014/main" id="{507C2004-8067-1A34-6CBD-F91A7B9BD411}"/>
                </a:ext>
              </a:extLst>
            </p:cNvPr>
            <p:cNvGrpSpPr/>
            <p:nvPr/>
          </p:nvGrpSpPr>
          <p:grpSpPr>
            <a:xfrm flipH="1" flipV="1">
              <a:off x="676544" y="5719504"/>
              <a:ext cx="1465140" cy="314528"/>
              <a:chOff x="4475239" y="4623331"/>
              <a:chExt cx="1465140" cy="314528"/>
            </a:xfrm>
          </p:grpSpPr>
          <p:cxnSp>
            <p:nvCxnSpPr>
              <p:cNvPr id="42" name="直線コネクタ 41">
                <a:extLst>
                  <a:ext uri="{FF2B5EF4-FFF2-40B4-BE49-F238E27FC236}">
                    <a16:creationId xmlns:a16="http://schemas.microsoft.com/office/drawing/2014/main" id="{FA3F2DBE-77CB-336F-C8F1-F82AE8735AE0}"/>
                  </a:ext>
                </a:extLst>
              </p:cNvPr>
              <p:cNvCxnSpPr>
                <a:cxnSpLocks/>
              </p:cNvCxnSpPr>
              <p:nvPr/>
            </p:nvCxnSpPr>
            <p:spPr>
              <a:xfrm flipV="1">
                <a:off x="4475239" y="4623331"/>
                <a:ext cx="0" cy="313314"/>
              </a:xfrm>
              <a:prstGeom prst="line">
                <a:avLst/>
              </a:prstGeom>
              <a:noFill/>
              <a:ln w="19050" cap="flat" cmpd="sng" algn="ctr">
                <a:solidFill>
                  <a:srgbClr val="4472C4"/>
                </a:solidFill>
                <a:prstDash val="solid"/>
                <a:miter lim="800000"/>
              </a:ln>
              <a:effectLst/>
            </p:spPr>
          </p:cxnSp>
          <p:cxnSp>
            <p:nvCxnSpPr>
              <p:cNvPr id="43" name="直線コネクタ 42">
                <a:extLst>
                  <a:ext uri="{FF2B5EF4-FFF2-40B4-BE49-F238E27FC236}">
                    <a16:creationId xmlns:a16="http://schemas.microsoft.com/office/drawing/2014/main" id="{DE87E3D5-7122-6EC6-B2D8-F4A72EE6EBFF}"/>
                  </a:ext>
                </a:extLst>
              </p:cNvPr>
              <p:cNvCxnSpPr/>
              <p:nvPr/>
            </p:nvCxnSpPr>
            <p:spPr>
              <a:xfrm>
                <a:off x="4475239" y="4623331"/>
                <a:ext cx="211597" cy="0"/>
              </a:xfrm>
              <a:prstGeom prst="line">
                <a:avLst/>
              </a:prstGeom>
              <a:noFill/>
              <a:ln w="19050" cap="flat" cmpd="sng" algn="ctr">
                <a:solidFill>
                  <a:srgbClr val="4472C4"/>
                </a:solidFill>
                <a:prstDash val="solid"/>
                <a:miter lim="800000"/>
              </a:ln>
              <a:effectLst/>
            </p:spPr>
          </p:cxnSp>
          <p:cxnSp>
            <p:nvCxnSpPr>
              <p:cNvPr id="44" name="直線コネクタ 43">
                <a:extLst>
                  <a:ext uri="{FF2B5EF4-FFF2-40B4-BE49-F238E27FC236}">
                    <a16:creationId xmlns:a16="http://schemas.microsoft.com/office/drawing/2014/main" id="{40953E73-1787-7E0A-68AD-49CFDC6C4124}"/>
                  </a:ext>
                </a:extLst>
              </p:cNvPr>
              <p:cNvCxnSpPr/>
              <p:nvPr/>
            </p:nvCxnSpPr>
            <p:spPr>
              <a:xfrm>
                <a:off x="4686836" y="4623331"/>
                <a:ext cx="0" cy="313314"/>
              </a:xfrm>
              <a:prstGeom prst="line">
                <a:avLst/>
              </a:prstGeom>
              <a:noFill/>
              <a:ln w="19050" cap="flat" cmpd="sng" algn="ctr">
                <a:solidFill>
                  <a:srgbClr val="4472C4"/>
                </a:solidFill>
                <a:prstDash val="solid"/>
                <a:miter lim="800000"/>
              </a:ln>
              <a:effectLst/>
            </p:spPr>
          </p:cxnSp>
          <p:cxnSp>
            <p:nvCxnSpPr>
              <p:cNvPr id="45" name="直線コネクタ 44">
                <a:extLst>
                  <a:ext uri="{FF2B5EF4-FFF2-40B4-BE49-F238E27FC236}">
                    <a16:creationId xmlns:a16="http://schemas.microsoft.com/office/drawing/2014/main" id="{F8C10075-E07E-3629-1F62-894E16A1A8F2}"/>
                  </a:ext>
                </a:extLst>
              </p:cNvPr>
              <p:cNvCxnSpPr>
                <a:cxnSpLocks/>
              </p:cNvCxnSpPr>
              <p:nvPr/>
            </p:nvCxnSpPr>
            <p:spPr>
              <a:xfrm>
                <a:off x="4686836" y="4936645"/>
                <a:ext cx="128788" cy="0"/>
              </a:xfrm>
              <a:prstGeom prst="line">
                <a:avLst/>
              </a:prstGeom>
              <a:noFill/>
              <a:ln w="19050" cap="flat" cmpd="sng" algn="ctr">
                <a:solidFill>
                  <a:srgbClr val="4472C4"/>
                </a:solidFill>
                <a:prstDash val="solid"/>
                <a:miter lim="800000"/>
              </a:ln>
              <a:effectLst/>
            </p:spPr>
          </p:cxnSp>
          <p:cxnSp>
            <p:nvCxnSpPr>
              <p:cNvPr id="46" name="直線コネクタ 45">
                <a:extLst>
                  <a:ext uri="{FF2B5EF4-FFF2-40B4-BE49-F238E27FC236}">
                    <a16:creationId xmlns:a16="http://schemas.microsoft.com/office/drawing/2014/main" id="{B7F8136F-7083-CF88-38D0-B431E8C40528}"/>
                  </a:ext>
                </a:extLst>
              </p:cNvPr>
              <p:cNvCxnSpPr>
                <a:cxnSpLocks/>
              </p:cNvCxnSpPr>
              <p:nvPr/>
            </p:nvCxnSpPr>
            <p:spPr>
              <a:xfrm flipV="1">
                <a:off x="4815624" y="4623331"/>
                <a:ext cx="0" cy="313314"/>
              </a:xfrm>
              <a:prstGeom prst="line">
                <a:avLst/>
              </a:prstGeom>
              <a:noFill/>
              <a:ln w="19050" cap="flat" cmpd="sng" algn="ctr">
                <a:solidFill>
                  <a:srgbClr val="4472C4"/>
                </a:solidFill>
                <a:prstDash val="solid"/>
                <a:miter lim="800000"/>
              </a:ln>
              <a:effectLst/>
            </p:spPr>
          </p:cxnSp>
          <p:cxnSp>
            <p:nvCxnSpPr>
              <p:cNvPr id="47" name="直線コネクタ 46">
                <a:extLst>
                  <a:ext uri="{FF2B5EF4-FFF2-40B4-BE49-F238E27FC236}">
                    <a16:creationId xmlns:a16="http://schemas.microsoft.com/office/drawing/2014/main" id="{C161B63C-4E15-6733-5926-089F09AE4ED8}"/>
                  </a:ext>
                </a:extLst>
              </p:cNvPr>
              <p:cNvCxnSpPr>
                <a:cxnSpLocks/>
              </p:cNvCxnSpPr>
              <p:nvPr/>
            </p:nvCxnSpPr>
            <p:spPr>
              <a:xfrm>
                <a:off x="4815624" y="4623331"/>
                <a:ext cx="328412" cy="0"/>
              </a:xfrm>
              <a:prstGeom prst="line">
                <a:avLst/>
              </a:prstGeom>
              <a:noFill/>
              <a:ln w="19050" cap="flat" cmpd="sng" algn="ctr">
                <a:solidFill>
                  <a:srgbClr val="4472C4"/>
                </a:solidFill>
                <a:prstDash val="solid"/>
                <a:miter lim="800000"/>
              </a:ln>
              <a:effectLst/>
            </p:spPr>
          </p:cxnSp>
          <p:cxnSp>
            <p:nvCxnSpPr>
              <p:cNvPr id="48" name="直線コネクタ 47">
                <a:extLst>
                  <a:ext uri="{FF2B5EF4-FFF2-40B4-BE49-F238E27FC236}">
                    <a16:creationId xmlns:a16="http://schemas.microsoft.com/office/drawing/2014/main" id="{CCE03709-87B7-F265-319A-5D23A599360F}"/>
                  </a:ext>
                </a:extLst>
              </p:cNvPr>
              <p:cNvCxnSpPr>
                <a:cxnSpLocks/>
              </p:cNvCxnSpPr>
              <p:nvPr/>
            </p:nvCxnSpPr>
            <p:spPr>
              <a:xfrm flipV="1">
                <a:off x="5142794" y="4624545"/>
                <a:ext cx="0" cy="313314"/>
              </a:xfrm>
              <a:prstGeom prst="line">
                <a:avLst/>
              </a:prstGeom>
              <a:noFill/>
              <a:ln w="19050" cap="flat" cmpd="sng" algn="ctr">
                <a:solidFill>
                  <a:srgbClr val="4472C4"/>
                </a:solidFill>
                <a:prstDash val="solid"/>
                <a:miter lim="800000"/>
              </a:ln>
              <a:effectLst/>
            </p:spPr>
          </p:cxnSp>
          <p:cxnSp>
            <p:nvCxnSpPr>
              <p:cNvPr id="49" name="直線コネクタ 48">
                <a:extLst>
                  <a:ext uri="{FF2B5EF4-FFF2-40B4-BE49-F238E27FC236}">
                    <a16:creationId xmlns:a16="http://schemas.microsoft.com/office/drawing/2014/main" id="{DCAD949B-F0BD-3BF9-7FFA-7F79862751EB}"/>
                  </a:ext>
                </a:extLst>
              </p:cNvPr>
              <p:cNvCxnSpPr/>
              <p:nvPr/>
            </p:nvCxnSpPr>
            <p:spPr>
              <a:xfrm>
                <a:off x="5142794" y="4936645"/>
                <a:ext cx="211597" cy="0"/>
              </a:xfrm>
              <a:prstGeom prst="line">
                <a:avLst/>
              </a:prstGeom>
              <a:noFill/>
              <a:ln w="19050" cap="flat" cmpd="sng" algn="ctr">
                <a:solidFill>
                  <a:srgbClr val="4472C4"/>
                </a:solidFill>
                <a:prstDash val="solid"/>
                <a:miter lim="800000"/>
              </a:ln>
              <a:effectLst/>
            </p:spPr>
          </p:cxnSp>
          <p:cxnSp>
            <p:nvCxnSpPr>
              <p:cNvPr id="50" name="直線コネクタ 49">
                <a:extLst>
                  <a:ext uri="{FF2B5EF4-FFF2-40B4-BE49-F238E27FC236}">
                    <a16:creationId xmlns:a16="http://schemas.microsoft.com/office/drawing/2014/main" id="{732754DD-C96F-F5AB-B6B2-4B35849962E4}"/>
                  </a:ext>
                </a:extLst>
              </p:cNvPr>
              <p:cNvCxnSpPr>
                <a:cxnSpLocks/>
              </p:cNvCxnSpPr>
              <p:nvPr/>
            </p:nvCxnSpPr>
            <p:spPr>
              <a:xfrm flipV="1">
                <a:off x="5354391" y="4623331"/>
                <a:ext cx="0" cy="313314"/>
              </a:xfrm>
              <a:prstGeom prst="line">
                <a:avLst/>
              </a:prstGeom>
              <a:noFill/>
              <a:ln w="19050" cap="flat" cmpd="sng" algn="ctr">
                <a:solidFill>
                  <a:srgbClr val="4472C4"/>
                </a:solidFill>
                <a:prstDash val="solid"/>
                <a:miter lim="800000"/>
              </a:ln>
              <a:effectLst/>
            </p:spPr>
          </p:cxnSp>
          <p:cxnSp>
            <p:nvCxnSpPr>
              <p:cNvPr id="51" name="直線コネクタ 50">
                <a:extLst>
                  <a:ext uri="{FF2B5EF4-FFF2-40B4-BE49-F238E27FC236}">
                    <a16:creationId xmlns:a16="http://schemas.microsoft.com/office/drawing/2014/main" id="{C39473DC-E186-C8A5-2ADB-BB194379CF98}"/>
                  </a:ext>
                </a:extLst>
              </p:cNvPr>
              <p:cNvCxnSpPr>
                <a:cxnSpLocks/>
              </p:cNvCxnSpPr>
              <p:nvPr/>
            </p:nvCxnSpPr>
            <p:spPr>
              <a:xfrm>
                <a:off x="5354391" y="4623331"/>
                <a:ext cx="128788" cy="0"/>
              </a:xfrm>
              <a:prstGeom prst="line">
                <a:avLst/>
              </a:prstGeom>
              <a:noFill/>
              <a:ln w="19050" cap="flat" cmpd="sng" algn="ctr">
                <a:solidFill>
                  <a:srgbClr val="4472C4"/>
                </a:solidFill>
                <a:prstDash val="solid"/>
                <a:miter lim="800000"/>
              </a:ln>
              <a:effectLst/>
            </p:spPr>
          </p:cxnSp>
          <p:cxnSp>
            <p:nvCxnSpPr>
              <p:cNvPr id="52" name="直線コネクタ 51">
                <a:extLst>
                  <a:ext uri="{FF2B5EF4-FFF2-40B4-BE49-F238E27FC236}">
                    <a16:creationId xmlns:a16="http://schemas.microsoft.com/office/drawing/2014/main" id="{6883FEB0-476F-34C4-9E32-769C4BD24FCF}"/>
                  </a:ext>
                </a:extLst>
              </p:cNvPr>
              <p:cNvCxnSpPr/>
              <p:nvPr/>
            </p:nvCxnSpPr>
            <p:spPr>
              <a:xfrm>
                <a:off x="5483179" y="4623331"/>
                <a:ext cx="0" cy="313314"/>
              </a:xfrm>
              <a:prstGeom prst="line">
                <a:avLst/>
              </a:prstGeom>
              <a:noFill/>
              <a:ln w="19050" cap="flat" cmpd="sng" algn="ctr">
                <a:solidFill>
                  <a:srgbClr val="4472C4"/>
                </a:solidFill>
                <a:prstDash val="solid"/>
                <a:miter lim="800000"/>
              </a:ln>
              <a:effectLst/>
            </p:spPr>
          </p:cxnSp>
          <p:cxnSp>
            <p:nvCxnSpPr>
              <p:cNvPr id="53" name="直線コネクタ 52">
                <a:extLst>
                  <a:ext uri="{FF2B5EF4-FFF2-40B4-BE49-F238E27FC236}">
                    <a16:creationId xmlns:a16="http://schemas.microsoft.com/office/drawing/2014/main" id="{85F2D5A5-D052-4858-E8A7-F861C4FF7445}"/>
                  </a:ext>
                </a:extLst>
              </p:cNvPr>
              <p:cNvCxnSpPr>
                <a:cxnSpLocks/>
              </p:cNvCxnSpPr>
              <p:nvPr/>
            </p:nvCxnSpPr>
            <p:spPr>
              <a:xfrm>
                <a:off x="5483179" y="4936645"/>
                <a:ext cx="128788" cy="0"/>
              </a:xfrm>
              <a:prstGeom prst="line">
                <a:avLst/>
              </a:prstGeom>
              <a:noFill/>
              <a:ln w="19050" cap="flat" cmpd="sng" algn="ctr">
                <a:solidFill>
                  <a:srgbClr val="4472C4"/>
                </a:solidFill>
                <a:prstDash val="solid"/>
                <a:miter lim="800000"/>
              </a:ln>
              <a:effectLst/>
            </p:spPr>
          </p:cxnSp>
          <p:cxnSp>
            <p:nvCxnSpPr>
              <p:cNvPr id="54" name="直線コネクタ 53">
                <a:extLst>
                  <a:ext uri="{FF2B5EF4-FFF2-40B4-BE49-F238E27FC236}">
                    <a16:creationId xmlns:a16="http://schemas.microsoft.com/office/drawing/2014/main" id="{FC52F23D-94F6-5B94-BAB8-B777DA438F31}"/>
                  </a:ext>
                </a:extLst>
              </p:cNvPr>
              <p:cNvCxnSpPr>
                <a:cxnSpLocks/>
              </p:cNvCxnSpPr>
              <p:nvPr/>
            </p:nvCxnSpPr>
            <p:spPr>
              <a:xfrm flipV="1">
                <a:off x="5611967" y="4623331"/>
                <a:ext cx="0" cy="313314"/>
              </a:xfrm>
              <a:prstGeom prst="line">
                <a:avLst/>
              </a:prstGeom>
              <a:noFill/>
              <a:ln w="19050" cap="flat" cmpd="sng" algn="ctr">
                <a:solidFill>
                  <a:srgbClr val="4472C4"/>
                </a:solidFill>
                <a:prstDash val="solid"/>
                <a:miter lim="800000"/>
              </a:ln>
              <a:effectLst/>
            </p:spPr>
          </p:cxnSp>
          <p:cxnSp>
            <p:nvCxnSpPr>
              <p:cNvPr id="55" name="直線コネクタ 54">
                <a:extLst>
                  <a:ext uri="{FF2B5EF4-FFF2-40B4-BE49-F238E27FC236}">
                    <a16:creationId xmlns:a16="http://schemas.microsoft.com/office/drawing/2014/main" id="{B15DB22A-084B-B693-B7EB-CBDD0628424A}"/>
                  </a:ext>
                </a:extLst>
              </p:cNvPr>
              <p:cNvCxnSpPr>
                <a:cxnSpLocks/>
              </p:cNvCxnSpPr>
              <p:nvPr/>
            </p:nvCxnSpPr>
            <p:spPr>
              <a:xfrm>
                <a:off x="5611967" y="4623331"/>
                <a:ext cx="328412" cy="0"/>
              </a:xfrm>
              <a:prstGeom prst="line">
                <a:avLst/>
              </a:prstGeom>
              <a:noFill/>
              <a:ln w="19050" cap="flat" cmpd="sng" algn="ctr">
                <a:solidFill>
                  <a:srgbClr val="4472C4"/>
                </a:solidFill>
                <a:prstDash val="solid"/>
                <a:miter lim="800000"/>
              </a:ln>
              <a:effectLst/>
            </p:spPr>
          </p:cxnSp>
          <p:cxnSp>
            <p:nvCxnSpPr>
              <p:cNvPr id="56" name="直線コネクタ 55">
                <a:extLst>
                  <a:ext uri="{FF2B5EF4-FFF2-40B4-BE49-F238E27FC236}">
                    <a16:creationId xmlns:a16="http://schemas.microsoft.com/office/drawing/2014/main" id="{A01D8B8E-A6FA-0920-CC9D-4741F8F8F2C2}"/>
                  </a:ext>
                </a:extLst>
              </p:cNvPr>
              <p:cNvCxnSpPr>
                <a:cxnSpLocks/>
              </p:cNvCxnSpPr>
              <p:nvPr/>
            </p:nvCxnSpPr>
            <p:spPr>
              <a:xfrm flipV="1">
                <a:off x="5939137" y="4624545"/>
                <a:ext cx="0" cy="313314"/>
              </a:xfrm>
              <a:prstGeom prst="line">
                <a:avLst/>
              </a:prstGeom>
              <a:noFill/>
              <a:ln w="19050" cap="flat" cmpd="sng" algn="ctr">
                <a:solidFill>
                  <a:srgbClr val="4472C4"/>
                </a:solidFill>
                <a:prstDash val="solid"/>
                <a:miter lim="800000"/>
              </a:ln>
              <a:effectLst/>
            </p:spPr>
          </p:cxnSp>
        </p:grpSp>
        <p:sp>
          <p:nvSpPr>
            <p:cNvPr id="57" name="テキスト ボックス 56">
              <a:extLst>
                <a:ext uri="{FF2B5EF4-FFF2-40B4-BE49-F238E27FC236}">
                  <a16:creationId xmlns:a16="http://schemas.microsoft.com/office/drawing/2014/main" id="{A041C2FD-17F2-3AC4-15A6-EE77DFC2DA49}"/>
                </a:ext>
              </a:extLst>
            </p:cNvPr>
            <p:cNvSpPr txBox="1"/>
            <p:nvPr/>
          </p:nvSpPr>
          <p:spPr>
            <a:xfrm>
              <a:off x="199491" y="6160252"/>
              <a:ext cx="2626040" cy="369332"/>
            </a:xfrm>
            <a:prstGeom prst="rect">
              <a:avLst/>
            </a:prstGeom>
            <a:noFill/>
          </p:spPr>
          <p:txBody>
            <a:bodyPr wrap="none" rtlCol="0">
              <a:spAutoFit/>
            </a:bodyPr>
            <a:lstStyle/>
            <a:p>
              <a:r>
                <a:rPr lang="en-US" altLang="ja-JP" dirty="0">
                  <a:solidFill>
                    <a:prstClr val="black"/>
                  </a:solidFill>
                  <a:latin typeface="Segoe UI"/>
                  <a:ea typeface="游ゴシック"/>
                </a:rPr>
                <a:t>Navigation Data:</a:t>
              </a:r>
              <a:r>
                <a:rPr lang="ja-JP" altLang="en-US" dirty="0">
                  <a:solidFill>
                    <a:prstClr val="black"/>
                  </a:solidFill>
                  <a:latin typeface="Segoe UI"/>
                  <a:ea typeface="游ゴシック"/>
                </a:rPr>
                <a:t> </a:t>
              </a:r>
              <a:r>
                <a:rPr lang="en-US" altLang="ja-JP" dirty="0">
                  <a:solidFill>
                    <a:prstClr val="black"/>
                  </a:solidFill>
                  <a:latin typeface="Segoe UI"/>
                  <a:ea typeface="游ゴシック"/>
                </a:rPr>
                <a:t>50 bps</a:t>
              </a:r>
              <a:endParaRPr lang="ja-JP" altLang="en-US" dirty="0">
                <a:solidFill>
                  <a:prstClr val="black"/>
                </a:solidFill>
                <a:latin typeface="Segoe UI"/>
                <a:ea typeface="游ゴシック"/>
              </a:endParaRPr>
            </a:p>
          </p:txBody>
        </p:sp>
        <p:sp>
          <p:nvSpPr>
            <p:cNvPr id="58" name="テキスト ボックス 57">
              <a:extLst>
                <a:ext uri="{FF2B5EF4-FFF2-40B4-BE49-F238E27FC236}">
                  <a16:creationId xmlns:a16="http://schemas.microsoft.com/office/drawing/2014/main" id="{95C50752-51DC-1EB2-7F2D-239DBC134794}"/>
                </a:ext>
              </a:extLst>
            </p:cNvPr>
            <p:cNvSpPr txBox="1"/>
            <p:nvPr/>
          </p:nvSpPr>
          <p:spPr>
            <a:xfrm>
              <a:off x="658300" y="6488668"/>
              <a:ext cx="1338828" cy="369332"/>
            </a:xfrm>
            <a:prstGeom prst="rect">
              <a:avLst/>
            </a:prstGeom>
            <a:noFill/>
          </p:spPr>
          <p:txBody>
            <a:bodyPr wrap="none" rtlCol="0">
              <a:spAutoFit/>
            </a:bodyPr>
            <a:lstStyle/>
            <a:p>
              <a:r>
                <a:rPr lang="ja-JP" altLang="en-US" dirty="0">
                  <a:solidFill>
                    <a:prstClr val="black"/>
                  </a:solidFill>
                  <a:latin typeface="Segoe UI"/>
                  <a:ea typeface="游ゴシック"/>
                </a:rPr>
                <a:t>航法データ</a:t>
              </a:r>
            </a:p>
          </p:txBody>
        </p:sp>
        <p:sp>
          <p:nvSpPr>
            <p:cNvPr id="59" name="フローチャート: 論理和 58">
              <a:extLst>
                <a:ext uri="{FF2B5EF4-FFF2-40B4-BE49-F238E27FC236}">
                  <a16:creationId xmlns:a16="http://schemas.microsoft.com/office/drawing/2014/main" id="{BB65598D-0810-5F7E-F0C4-0BEBC8CA08E1}"/>
                </a:ext>
              </a:extLst>
            </p:cNvPr>
            <p:cNvSpPr/>
            <p:nvPr/>
          </p:nvSpPr>
          <p:spPr>
            <a:xfrm>
              <a:off x="2788386" y="4218277"/>
              <a:ext cx="308088" cy="308088"/>
            </a:xfrm>
            <a:prstGeom prst="flowChartOr">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Segoe UI"/>
                <a:ea typeface="游ゴシック"/>
                <a:cs typeface="+mn-cs"/>
              </a:endParaRPr>
            </a:p>
          </p:txBody>
        </p:sp>
        <p:cxnSp>
          <p:nvCxnSpPr>
            <p:cNvPr id="60" name="直線矢印コネクタ 59">
              <a:extLst>
                <a:ext uri="{FF2B5EF4-FFF2-40B4-BE49-F238E27FC236}">
                  <a16:creationId xmlns:a16="http://schemas.microsoft.com/office/drawing/2014/main" id="{FAEEC74E-383B-7071-26A6-62C79D375D73}"/>
                </a:ext>
              </a:extLst>
            </p:cNvPr>
            <p:cNvCxnSpPr>
              <a:cxnSpLocks/>
            </p:cNvCxnSpPr>
            <p:nvPr/>
          </p:nvCxnSpPr>
          <p:spPr>
            <a:xfrm>
              <a:off x="2260815" y="4375681"/>
              <a:ext cx="527571" cy="3805"/>
            </a:xfrm>
            <a:prstGeom prst="straightConnector1">
              <a:avLst/>
            </a:prstGeom>
            <a:noFill/>
            <a:ln w="57150" cap="flat" cmpd="sng" algn="ctr">
              <a:solidFill>
                <a:srgbClr val="ED7D31"/>
              </a:solidFill>
              <a:prstDash val="solid"/>
              <a:miter lim="800000"/>
              <a:tailEnd type="triangle"/>
            </a:ln>
            <a:effectLst/>
          </p:spPr>
        </p:cxnSp>
        <p:cxnSp>
          <p:nvCxnSpPr>
            <p:cNvPr id="61" name="直線矢印コネクタ 60">
              <a:extLst>
                <a:ext uri="{FF2B5EF4-FFF2-40B4-BE49-F238E27FC236}">
                  <a16:creationId xmlns:a16="http://schemas.microsoft.com/office/drawing/2014/main" id="{30FA8B7E-98C4-5390-B9F4-956E1041209C}"/>
                </a:ext>
              </a:extLst>
            </p:cNvPr>
            <p:cNvCxnSpPr>
              <a:cxnSpLocks/>
            </p:cNvCxnSpPr>
            <p:nvPr/>
          </p:nvCxnSpPr>
          <p:spPr>
            <a:xfrm>
              <a:off x="2260815" y="5877820"/>
              <a:ext cx="679712" cy="1902"/>
            </a:xfrm>
            <a:prstGeom prst="straightConnector1">
              <a:avLst/>
            </a:prstGeom>
            <a:noFill/>
            <a:ln w="57150" cap="flat" cmpd="sng" algn="ctr">
              <a:solidFill>
                <a:srgbClr val="ED7D31"/>
              </a:solidFill>
              <a:prstDash val="solid"/>
              <a:miter lim="800000"/>
              <a:headEnd type="none" w="med" len="med"/>
              <a:tailEnd type="none" w="med" len="med"/>
            </a:ln>
            <a:effectLst/>
          </p:spPr>
        </p:cxnSp>
        <p:cxnSp>
          <p:nvCxnSpPr>
            <p:cNvPr id="62" name="直線矢印コネクタ 61">
              <a:extLst>
                <a:ext uri="{FF2B5EF4-FFF2-40B4-BE49-F238E27FC236}">
                  <a16:creationId xmlns:a16="http://schemas.microsoft.com/office/drawing/2014/main" id="{40523C0A-7953-CE7A-E2FF-986F8ECB6C80}"/>
                </a:ext>
              </a:extLst>
            </p:cNvPr>
            <p:cNvCxnSpPr>
              <a:cxnSpLocks/>
            </p:cNvCxnSpPr>
            <p:nvPr/>
          </p:nvCxnSpPr>
          <p:spPr>
            <a:xfrm flipV="1">
              <a:off x="2940527" y="4549068"/>
              <a:ext cx="1903" cy="1338931"/>
            </a:xfrm>
            <a:prstGeom prst="straightConnector1">
              <a:avLst/>
            </a:prstGeom>
            <a:noFill/>
            <a:ln w="57150" cap="flat" cmpd="sng" algn="ctr">
              <a:solidFill>
                <a:srgbClr val="ED7D31"/>
              </a:solidFill>
              <a:prstDash val="solid"/>
              <a:miter lim="800000"/>
              <a:tailEnd type="triangle"/>
            </a:ln>
            <a:effectLst/>
          </p:spPr>
        </p:cxnSp>
        <p:cxnSp>
          <p:nvCxnSpPr>
            <p:cNvPr id="63" name="コネクタ: カギ線 56">
              <a:extLst>
                <a:ext uri="{FF2B5EF4-FFF2-40B4-BE49-F238E27FC236}">
                  <a16:creationId xmlns:a16="http://schemas.microsoft.com/office/drawing/2014/main" id="{9A6E7259-CF22-0A56-F54A-3373FB78DD23}"/>
                </a:ext>
              </a:extLst>
            </p:cNvPr>
            <p:cNvCxnSpPr>
              <a:stCxn id="59" idx="6"/>
              <a:endCxn id="13" idx="4"/>
            </p:cNvCxnSpPr>
            <p:nvPr/>
          </p:nvCxnSpPr>
          <p:spPr>
            <a:xfrm flipV="1">
              <a:off x="3096474" y="3110376"/>
              <a:ext cx="404275" cy="1261945"/>
            </a:xfrm>
            <a:prstGeom prst="bentConnector2">
              <a:avLst/>
            </a:prstGeom>
            <a:noFill/>
            <a:ln w="57150" cap="flat" cmpd="sng" algn="ctr">
              <a:solidFill>
                <a:srgbClr val="ED7D31"/>
              </a:solidFill>
              <a:prstDash val="solid"/>
              <a:miter lim="800000"/>
              <a:tailEnd type="triangle"/>
            </a:ln>
            <a:effectLst/>
          </p:spPr>
        </p:cxnSp>
        <p:cxnSp>
          <p:nvCxnSpPr>
            <p:cNvPr id="64" name="直線矢印コネクタ 63">
              <a:extLst>
                <a:ext uri="{FF2B5EF4-FFF2-40B4-BE49-F238E27FC236}">
                  <a16:creationId xmlns:a16="http://schemas.microsoft.com/office/drawing/2014/main" id="{4E2D7917-A90D-9E9B-B3BF-C7475DFBFD4F}"/>
                </a:ext>
              </a:extLst>
            </p:cNvPr>
            <p:cNvCxnSpPr>
              <a:cxnSpLocks/>
            </p:cNvCxnSpPr>
            <p:nvPr/>
          </p:nvCxnSpPr>
          <p:spPr>
            <a:xfrm>
              <a:off x="2245730" y="2952527"/>
              <a:ext cx="1089083" cy="1903"/>
            </a:xfrm>
            <a:prstGeom prst="straightConnector1">
              <a:avLst/>
            </a:prstGeom>
            <a:noFill/>
            <a:ln w="57150" cap="flat" cmpd="sng" algn="ctr">
              <a:solidFill>
                <a:srgbClr val="ED7D31"/>
              </a:solidFill>
              <a:prstDash val="solid"/>
              <a:miter lim="800000"/>
              <a:tailEnd type="triangle"/>
            </a:ln>
            <a:effectLst/>
          </p:spPr>
        </p:cxnSp>
        <p:sp>
          <p:nvSpPr>
            <p:cNvPr id="66" name="テキスト ボックス 65">
              <a:extLst>
                <a:ext uri="{FF2B5EF4-FFF2-40B4-BE49-F238E27FC236}">
                  <a16:creationId xmlns:a16="http://schemas.microsoft.com/office/drawing/2014/main" id="{964F9432-9C70-D131-B1E1-4ABC31DAF1CB}"/>
                </a:ext>
              </a:extLst>
            </p:cNvPr>
            <p:cNvSpPr txBox="1"/>
            <p:nvPr/>
          </p:nvSpPr>
          <p:spPr>
            <a:xfrm>
              <a:off x="3677533" y="3300847"/>
              <a:ext cx="1548822" cy="369332"/>
            </a:xfrm>
            <a:prstGeom prst="rect">
              <a:avLst/>
            </a:prstGeom>
            <a:noFill/>
          </p:spPr>
          <p:txBody>
            <a:bodyPr wrap="none" rtlCol="0">
              <a:spAutoFit/>
            </a:bodyPr>
            <a:lstStyle/>
            <a:p>
              <a:r>
                <a:rPr lang="en-US" altLang="ja-JP" dirty="0">
                  <a:solidFill>
                    <a:prstClr val="black"/>
                  </a:solidFill>
                  <a:latin typeface="Segoe UI"/>
                  <a:ea typeface="游ゴシック"/>
                </a:rPr>
                <a:t>GPS L1 signal</a:t>
              </a:r>
              <a:endParaRPr lang="ja-JP" altLang="en-US" dirty="0">
                <a:solidFill>
                  <a:prstClr val="black"/>
                </a:solidFill>
                <a:latin typeface="Segoe UI"/>
                <a:ea typeface="游ゴシック"/>
              </a:endParaRPr>
            </a:p>
          </p:txBody>
        </p:sp>
        <p:sp>
          <p:nvSpPr>
            <p:cNvPr id="67" name="テキスト ボックス 66">
              <a:extLst>
                <a:ext uri="{FF2B5EF4-FFF2-40B4-BE49-F238E27FC236}">
                  <a16:creationId xmlns:a16="http://schemas.microsoft.com/office/drawing/2014/main" id="{89A7B692-01B4-7470-D8E5-E0A332A3F668}"/>
                </a:ext>
              </a:extLst>
            </p:cNvPr>
            <p:cNvSpPr txBox="1"/>
            <p:nvPr/>
          </p:nvSpPr>
          <p:spPr>
            <a:xfrm>
              <a:off x="2971621" y="4479363"/>
              <a:ext cx="1569660" cy="369332"/>
            </a:xfrm>
            <a:prstGeom prst="rect">
              <a:avLst/>
            </a:prstGeom>
            <a:noFill/>
          </p:spPr>
          <p:txBody>
            <a:bodyPr wrap="none" rtlCol="0">
              <a:spAutoFit/>
            </a:bodyPr>
            <a:lstStyle/>
            <a:p>
              <a:r>
                <a:rPr lang="ja-JP" altLang="en-US" dirty="0">
                  <a:solidFill>
                    <a:prstClr val="black"/>
                  </a:solidFill>
                  <a:latin typeface="Segoe UI"/>
                  <a:ea typeface="游ゴシック"/>
                </a:rPr>
                <a:t>モジュロ演算</a:t>
              </a:r>
            </a:p>
          </p:txBody>
        </p:sp>
        <p:sp>
          <p:nvSpPr>
            <p:cNvPr id="68" name="テキスト ボックス 67">
              <a:extLst>
                <a:ext uri="{FF2B5EF4-FFF2-40B4-BE49-F238E27FC236}">
                  <a16:creationId xmlns:a16="http://schemas.microsoft.com/office/drawing/2014/main" id="{E74E7FF4-82BD-3072-E796-3AA076476844}"/>
                </a:ext>
              </a:extLst>
            </p:cNvPr>
            <p:cNvSpPr txBox="1"/>
            <p:nvPr/>
          </p:nvSpPr>
          <p:spPr>
            <a:xfrm>
              <a:off x="3147928" y="2394611"/>
              <a:ext cx="705642" cy="369332"/>
            </a:xfrm>
            <a:prstGeom prst="rect">
              <a:avLst/>
            </a:prstGeom>
            <a:noFill/>
          </p:spPr>
          <p:txBody>
            <a:bodyPr wrap="none" rtlCol="0">
              <a:spAutoFit/>
            </a:bodyPr>
            <a:lstStyle/>
            <a:p>
              <a:r>
                <a:rPr lang="en-US" altLang="ja-JP" dirty="0">
                  <a:solidFill>
                    <a:prstClr val="black"/>
                  </a:solidFill>
                  <a:latin typeface="Segoe UI"/>
                  <a:ea typeface="游ゴシック"/>
                </a:rPr>
                <a:t>BPSK</a:t>
              </a:r>
              <a:endParaRPr lang="ja-JP" altLang="en-US" dirty="0">
                <a:solidFill>
                  <a:prstClr val="black"/>
                </a:solidFill>
                <a:latin typeface="Segoe UI"/>
                <a:ea typeface="游ゴシック"/>
              </a:endParaRPr>
            </a:p>
          </p:txBody>
        </p:sp>
        <p:sp>
          <p:nvSpPr>
            <p:cNvPr id="8" name="フローチャート: 和接合 7">
              <a:extLst>
                <a:ext uri="{FF2B5EF4-FFF2-40B4-BE49-F238E27FC236}">
                  <a16:creationId xmlns:a16="http://schemas.microsoft.com/office/drawing/2014/main" id="{D8DC24D4-3AAD-9D54-E0CA-700A1B8AA915}"/>
                </a:ext>
              </a:extLst>
            </p:cNvPr>
            <p:cNvSpPr/>
            <p:nvPr/>
          </p:nvSpPr>
          <p:spPr>
            <a:xfrm>
              <a:off x="6823056" y="2832369"/>
              <a:ext cx="308088" cy="308088"/>
            </a:xfrm>
            <a:prstGeom prst="flowChartSummingJunction">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Segoe UI"/>
                <a:ea typeface="游ゴシック"/>
                <a:cs typeface="+mn-cs"/>
              </a:endParaRPr>
            </a:p>
          </p:txBody>
        </p:sp>
        <p:sp>
          <p:nvSpPr>
            <p:cNvPr id="9" name="フリーフォーム: 図形 8">
              <a:extLst>
                <a:ext uri="{FF2B5EF4-FFF2-40B4-BE49-F238E27FC236}">
                  <a16:creationId xmlns:a16="http://schemas.microsoft.com/office/drawing/2014/main" id="{0417727D-554F-9E50-CD0C-29FE490CDDB6}"/>
                </a:ext>
              </a:extLst>
            </p:cNvPr>
            <p:cNvSpPr/>
            <p:nvPr/>
          </p:nvSpPr>
          <p:spPr>
            <a:xfrm rot="21137506">
              <a:off x="3679264" y="2559742"/>
              <a:ext cx="2528150" cy="499324"/>
            </a:xfrm>
            <a:custGeom>
              <a:avLst/>
              <a:gdLst>
                <a:gd name="csX0" fmla="*/ 0 w 1824566"/>
                <a:gd name="csY0" fmla="*/ 230782 h 499324"/>
                <a:gd name="csX1" fmla="*/ 448733 w 1824566"/>
                <a:gd name="csY1" fmla="*/ 36048 h 499324"/>
                <a:gd name="csX2" fmla="*/ 582083 w 1824566"/>
                <a:gd name="csY2" fmla="*/ 455148 h 499324"/>
                <a:gd name="csX3" fmla="*/ 1123950 w 1824566"/>
                <a:gd name="csY3" fmla="*/ 65 h 499324"/>
                <a:gd name="csX4" fmla="*/ 1397000 w 1824566"/>
                <a:gd name="csY4" fmla="*/ 493248 h 499324"/>
                <a:gd name="csX5" fmla="*/ 1682750 w 1824566"/>
                <a:gd name="csY5" fmla="*/ 273115 h 499324"/>
                <a:gd name="csX6" fmla="*/ 1824566 w 1824566"/>
                <a:gd name="csY6" fmla="*/ 241365 h 49932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824566" h="499324">
                  <a:moveTo>
                    <a:pt x="0" y="230782"/>
                  </a:moveTo>
                  <a:cubicBezTo>
                    <a:pt x="175859" y="114718"/>
                    <a:pt x="351719" y="-1346"/>
                    <a:pt x="448733" y="36048"/>
                  </a:cubicBezTo>
                  <a:cubicBezTo>
                    <a:pt x="545747" y="73442"/>
                    <a:pt x="469547" y="461145"/>
                    <a:pt x="582083" y="455148"/>
                  </a:cubicBezTo>
                  <a:cubicBezTo>
                    <a:pt x="694619" y="449151"/>
                    <a:pt x="988131" y="-6285"/>
                    <a:pt x="1123950" y="65"/>
                  </a:cubicBezTo>
                  <a:cubicBezTo>
                    <a:pt x="1259769" y="6415"/>
                    <a:pt x="1303867" y="447740"/>
                    <a:pt x="1397000" y="493248"/>
                  </a:cubicBezTo>
                  <a:cubicBezTo>
                    <a:pt x="1490133" y="538756"/>
                    <a:pt x="1611489" y="315095"/>
                    <a:pt x="1682750" y="273115"/>
                  </a:cubicBezTo>
                  <a:cubicBezTo>
                    <a:pt x="1754011" y="231135"/>
                    <a:pt x="1789288" y="236250"/>
                    <a:pt x="1824566" y="241365"/>
                  </a:cubicBezTo>
                </a:path>
              </a:pathLst>
            </a:custGeom>
            <a:noFill/>
            <a:ln w="76200">
              <a:solidFill>
                <a:srgbClr val="ED7D31"/>
              </a:solidFill>
              <a:prstDash val="sysDot"/>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フローチャート: 論理和 68">
              <a:extLst>
                <a:ext uri="{FF2B5EF4-FFF2-40B4-BE49-F238E27FC236}">
                  <a16:creationId xmlns:a16="http://schemas.microsoft.com/office/drawing/2014/main" id="{924CAB2F-715E-318C-2B39-128C51F98495}"/>
                </a:ext>
              </a:extLst>
            </p:cNvPr>
            <p:cNvSpPr/>
            <p:nvPr/>
          </p:nvSpPr>
          <p:spPr>
            <a:xfrm>
              <a:off x="8462277" y="2832369"/>
              <a:ext cx="308088" cy="308088"/>
            </a:xfrm>
            <a:prstGeom prst="flowChartOr">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Segoe UI"/>
                <a:ea typeface="游ゴシック"/>
                <a:cs typeface="+mn-cs"/>
              </a:endParaRPr>
            </a:p>
          </p:txBody>
        </p:sp>
        <p:sp>
          <p:nvSpPr>
            <p:cNvPr id="73" name="楕円 72">
              <a:extLst>
                <a:ext uri="{FF2B5EF4-FFF2-40B4-BE49-F238E27FC236}">
                  <a16:creationId xmlns:a16="http://schemas.microsoft.com/office/drawing/2014/main" id="{3E878BB7-2582-BE06-C541-5186751D7EE1}"/>
                </a:ext>
              </a:extLst>
            </p:cNvPr>
            <p:cNvSpPr/>
            <p:nvPr/>
          </p:nvSpPr>
          <p:spPr>
            <a:xfrm>
              <a:off x="1721634" y="2250388"/>
              <a:ext cx="18000" cy="18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75" name="コネクタ: カギ線 74">
              <a:extLst>
                <a:ext uri="{FF2B5EF4-FFF2-40B4-BE49-F238E27FC236}">
                  <a16:creationId xmlns:a16="http://schemas.microsoft.com/office/drawing/2014/main" id="{85CDBF67-CAAC-5E65-0D89-2F5EC231B0A2}"/>
                </a:ext>
              </a:extLst>
            </p:cNvPr>
            <p:cNvCxnSpPr>
              <a:cxnSpLocks/>
              <a:stCxn id="73" idx="0"/>
              <a:endCxn id="120" idx="1"/>
            </p:cNvCxnSpPr>
            <p:nvPr/>
          </p:nvCxnSpPr>
          <p:spPr>
            <a:xfrm rot="5400000" flipH="1" flipV="1">
              <a:off x="3798700" y="-46912"/>
              <a:ext cx="229235" cy="4365366"/>
            </a:xfrm>
            <a:prstGeom prst="bentConnector2">
              <a:avLst/>
            </a:prstGeom>
            <a:ln w="1905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9" name="直線コネクタ 78">
              <a:extLst>
                <a:ext uri="{FF2B5EF4-FFF2-40B4-BE49-F238E27FC236}">
                  <a16:creationId xmlns:a16="http://schemas.microsoft.com/office/drawing/2014/main" id="{5DD61876-034E-320A-DB3D-07E5EC2F4B00}"/>
                </a:ext>
              </a:extLst>
            </p:cNvPr>
            <p:cNvCxnSpPr>
              <a:cxnSpLocks/>
              <a:stCxn id="20" idx="9"/>
              <a:endCxn id="73" idx="4"/>
            </p:cNvCxnSpPr>
            <p:nvPr/>
          </p:nvCxnSpPr>
          <p:spPr>
            <a:xfrm flipV="1">
              <a:off x="1730013" y="2268388"/>
              <a:ext cx="621" cy="53017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4" name="直線矢印コネクタ 83">
              <a:extLst>
                <a:ext uri="{FF2B5EF4-FFF2-40B4-BE49-F238E27FC236}">
                  <a16:creationId xmlns:a16="http://schemas.microsoft.com/office/drawing/2014/main" id="{4277CFAC-0FD8-268A-4FB5-A9F7B4F36E0C}"/>
                </a:ext>
              </a:extLst>
            </p:cNvPr>
            <p:cNvCxnSpPr>
              <a:cxnSpLocks/>
              <a:stCxn id="8" idx="6"/>
              <a:endCxn id="69" idx="2"/>
            </p:cNvCxnSpPr>
            <p:nvPr/>
          </p:nvCxnSpPr>
          <p:spPr>
            <a:xfrm>
              <a:off x="7131144" y="2986413"/>
              <a:ext cx="1331133" cy="0"/>
            </a:xfrm>
            <a:prstGeom prst="straightConnector1">
              <a:avLst/>
            </a:prstGeom>
            <a:noFill/>
            <a:ln w="57150" cap="flat" cmpd="sng" algn="ctr">
              <a:solidFill>
                <a:srgbClr val="ED7D31"/>
              </a:solidFill>
              <a:prstDash val="solid"/>
              <a:miter lim="800000"/>
              <a:tailEnd type="triangle"/>
            </a:ln>
            <a:effectLst/>
          </p:spPr>
        </p:cxnSp>
        <p:sp>
          <p:nvSpPr>
            <p:cNvPr id="93" name="楕円 92">
              <a:extLst>
                <a:ext uri="{FF2B5EF4-FFF2-40B4-BE49-F238E27FC236}">
                  <a16:creationId xmlns:a16="http://schemas.microsoft.com/office/drawing/2014/main" id="{E544BC0B-0BA9-895B-C3F3-0C5B54A89AF6}"/>
                </a:ext>
              </a:extLst>
            </p:cNvPr>
            <p:cNvSpPr/>
            <p:nvPr/>
          </p:nvSpPr>
          <p:spPr>
            <a:xfrm>
              <a:off x="1721634" y="3963499"/>
              <a:ext cx="18000" cy="18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95" name="直線コネクタ 94">
              <a:extLst>
                <a:ext uri="{FF2B5EF4-FFF2-40B4-BE49-F238E27FC236}">
                  <a16:creationId xmlns:a16="http://schemas.microsoft.com/office/drawing/2014/main" id="{BA220A06-E093-7442-7A84-CF3341724E32}"/>
                </a:ext>
              </a:extLst>
            </p:cNvPr>
            <p:cNvCxnSpPr>
              <a:cxnSpLocks/>
              <a:endCxn id="93" idx="4"/>
            </p:cNvCxnSpPr>
            <p:nvPr/>
          </p:nvCxnSpPr>
          <p:spPr>
            <a:xfrm flipV="1">
              <a:off x="1730634" y="3981499"/>
              <a:ext cx="0" cy="23036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1" name="コネクタ: カギ線 100">
              <a:extLst>
                <a:ext uri="{FF2B5EF4-FFF2-40B4-BE49-F238E27FC236}">
                  <a16:creationId xmlns:a16="http://schemas.microsoft.com/office/drawing/2014/main" id="{7FFFE556-D069-45FF-3D3C-0F2109520361}"/>
                </a:ext>
              </a:extLst>
            </p:cNvPr>
            <p:cNvCxnSpPr>
              <a:cxnSpLocks/>
              <a:stCxn id="93" idx="0"/>
              <a:endCxn id="146" idx="1"/>
            </p:cNvCxnSpPr>
            <p:nvPr/>
          </p:nvCxnSpPr>
          <p:spPr>
            <a:xfrm rot="5400000" flipH="1" flipV="1">
              <a:off x="4611976" y="1013771"/>
              <a:ext cx="68386" cy="5831070"/>
            </a:xfrm>
            <a:prstGeom prst="bentConnector2">
              <a:avLst/>
            </a:prstGeom>
            <a:ln w="1905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6" name="直線矢印コネクタ 105">
              <a:extLst>
                <a:ext uri="{FF2B5EF4-FFF2-40B4-BE49-F238E27FC236}">
                  <a16:creationId xmlns:a16="http://schemas.microsoft.com/office/drawing/2014/main" id="{8EB52E0D-DB05-89A6-5DEC-83EF1B061D89}"/>
                </a:ext>
              </a:extLst>
            </p:cNvPr>
            <p:cNvCxnSpPr>
              <a:cxnSpLocks/>
              <a:stCxn id="69" idx="6"/>
            </p:cNvCxnSpPr>
            <p:nvPr/>
          </p:nvCxnSpPr>
          <p:spPr>
            <a:xfrm>
              <a:off x="8770365" y="2986413"/>
              <a:ext cx="593579" cy="0"/>
            </a:xfrm>
            <a:prstGeom prst="straightConnector1">
              <a:avLst/>
            </a:prstGeom>
            <a:noFill/>
            <a:ln w="57150" cap="flat" cmpd="sng" algn="ctr">
              <a:solidFill>
                <a:srgbClr val="ED7D31"/>
              </a:solidFill>
              <a:prstDash val="solid"/>
              <a:miter lim="800000"/>
              <a:tailEnd type="triangle"/>
            </a:ln>
            <a:effectLst/>
          </p:spPr>
        </p:cxnSp>
        <p:sp>
          <p:nvSpPr>
            <p:cNvPr id="111" name="テキスト ボックス 110">
              <a:extLst>
                <a:ext uri="{FF2B5EF4-FFF2-40B4-BE49-F238E27FC236}">
                  <a16:creationId xmlns:a16="http://schemas.microsoft.com/office/drawing/2014/main" id="{BFCE4A5A-5260-B5BD-174C-161AE0559C45}"/>
                </a:ext>
              </a:extLst>
            </p:cNvPr>
            <p:cNvSpPr txBox="1"/>
            <p:nvPr/>
          </p:nvSpPr>
          <p:spPr>
            <a:xfrm>
              <a:off x="9377140" y="2813919"/>
              <a:ext cx="1338828" cy="369332"/>
            </a:xfrm>
            <a:prstGeom prst="rect">
              <a:avLst/>
            </a:prstGeom>
            <a:noFill/>
          </p:spPr>
          <p:txBody>
            <a:bodyPr wrap="none" rtlCol="0">
              <a:spAutoFit/>
            </a:bodyPr>
            <a:lstStyle/>
            <a:p>
              <a:r>
                <a:rPr lang="ja-JP" altLang="en-US" dirty="0">
                  <a:solidFill>
                    <a:prstClr val="black"/>
                  </a:solidFill>
                  <a:latin typeface="Segoe UI"/>
                  <a:ea typeface="游ゴシック"/>
                </a:rPr>
                <a:t>航法データ</a:t>
              </a:r>
            </a:p>
          </p:txBody>
        </p:sp>
        <p:cxnSp>
          <p:nvCxnSpPr>
            <p:cNvPr id="117" name="直線コネクタ 116">
              <a:extLst>
                <a:ext uri="{FF2B5EF4-FFF2-40B4-BE49-F238E27FC236}">
                  <a16:creationId xmlns:a16="http://schemas.microsoft.com/office/drawing/2014/main" id="{8F33AC6A-F22D-1D45-D0E9-DDFFE4F777E5}"/>
                </a:ext>
              </a:extLst>
            </p:cNvPr>
            <p:cNvCxnSpPr/>
            <p:nvPr/>
          </p:nvCxnSpPr>
          <p:spPr>
            <a:xfrm>
              <a:off x="5552017" y="1732280"/>
              <a:ext cx="0" cy="5430520"/>
            </a:xfrm>
            <a:prstGeom prst="line">
              <a:avLst/>
            </a:prstGeom>
            <a:ln w="19050"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0" name="テキスト ボックス 119">
              <a:extLst>
                <a:ext uri="{FF2B5EF4-FFF2-40B4-BE49-F238E27FC236}">
                  <a16:creationId xmlns:a16="http://schemas.microsoft.com/office/drawing/2014/main" id="{D22BEF39-3D11-B903-311B-70A8529A88E2}"/>
                </a:ext>
              </a:extLst>
            </p:cNvPr>
            <p:cNvSpPr txBox="1"/>
            <p:nvPr/>
          </p:nvSpPr>
          <p:spPr>
            <a:xfrm>
              <a:off x="6096000" y="1697987"/>
              <a:ext cx="1761066" cy="646331"/>
            </a:xfrm>
            <a:prstGeom prst="rect">
              <a:avLst/>
            </a:prstGeom>
            <a:solidFill>
              <a:sysClr val="window" lastClr="FFFFFF"/>
            </a:solidFill>
            <a:ln w="28575" cap="flat" cmpd="sng" algn="ctr">
              <a:solidFill>
                <a:sysClr val="windowText" lastClr="000000"/>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Carrier replica</a:t>
              </a:r>
              <a:b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b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generator</a:t>
              </a:r>
              <a:endParaRPr kumimoji="0" lang="ja-JP" altLang="en-US" sz="1800" b="0" i="0" u="none" strike="noStrike" kern="0" cap="none" spc="0" normalizeH="0" baseline="0" noProof="0" dirty="0">
                <a:ln>
                  <a:noFill/>
                </a:ln>
                <a:solidFill>
                  <a:prstClr val="black"/>
                </a:solidFill>
                <a:effectLst/>
                <a:uLnTx/>
                <a:uFillTx/>
                <a:latin typeface="Segoe UI"/>
                <a:ea typeface="游ゴシック"/>
                <a:cs typeface="+mn-cs"/>
              </a:endParaRPr>
            </a:p>
          </p:txBody>
        </p:sp>
        <p:cxnSp>
          <p:nvCxnSpPr>
            <p:cNvPr id="122" name="直線矢印コネクタ 121">
              <a:extLst>
                <a:ext uri="{FF2B5EF4-FFF2-40B4-BE49-F238E27FC236}">
                  <a16:creationId xmlns:a16="http://schemas.microsoft.com/office/drawing/2014/main" id="{33BA863A-8262-37D3-60F1-5FD31E9A4A9F}"/>
                </a:ext>
              </a:extLst>
            </p:cNvPr>
            <p:cNvCxnSpPr>
              <a:cxnSpLocks/>
              <a:stCxn id="120" idx="2"/>
              <a:endCxn id="8" idx="0"/>
            </p:cNvCxnSpPr>
            <p:nvPr/>
          </p:nvCxnSpPr>
          <p:spPr>
            <a:xfrm>
              <a:off x="6976533" y="2344318"/>
              <a:ext cx="567" cy="488051"/>
            </a:xfrm>
            <a:prstGeom prst="straightConnector1">
              <a:avLst/>
            </a:prstGeom>
            <a:noFill/>
            <a:ln w="57150" cap="flat" cmpd="sng" algn="ctr">
              <a:solidFill>
                <a:srgbClr val="ED7D31"/>
              </a:solidFill>
              <a:prstDash val="solid"/>
              <a:miter lim="800000"/>
              <a:tailEnd type="triangle"/>
            </a:ln>
            <a:effectLst/>
          </p:spPr>
        </p:cxnSp>
        <p:sp>
          <p:nvSpPr>
            <p:cNvPr id="146" name="テキスト ボックス 145">
              <a:extLst>
                <a:ext uri="{FF2B5EF4-FFF2-40B4-BE49-F238E27FC236}">
                  <a16:creationId xmlns:a16="http://schemas.microsoft.com/office/drawing/2014/main" id="{A2C89A34-0E87-3611-9C67-D08CD6F3D092}"/>
                </a:ext>
              </a:extLst>
            </p:cNvPr>
            <p:cNvSpPr txBox="1"/>
            <p:nvPr/>
          </p:nvSpPr>
          <p:spPr>
            <a:xfrm>
              <a:off x="7561704" y="3571947"/>
              <a:ext cx="2116853" cy="646331"/>
            </a:xfrm>
            <a:prstGeom prst="rect">
              <a:avLst/>
            </a:prstGeom>
            <a:solidFill>
              <a:sysClr val="window" lastClr="FFFFFF"/>
            </a:solidFill>
            <a:ln w="28575" cap="flat" cmpd="sng" algn="ctr">
              <a:solidFill>
                <a:sysClr val="windowText" lastClr="000000"/>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dirty="0">
                  <a:ln>
                    <a:noFill/>
                  </a:ln>
                  <a:solidFill>
                    <a:prstClr val="black"/>
                  </a:solidFill>
                  <a:effectLst/>
                  <a:uLnTx/>
                  <a:uFillTx/>
                  <a:latin typeface="Segoe UI"/>
                  <a:ea typeface="游ゴシック"/>
                  <a:cs typeface="+mn-cs"/>
                </a:rPr>
                <a:t>C/A code replica generator</a:t>
              </a:r>
              <a:endParaRPr kumimoji="0" lang="ja-JP" altLang="en-US" sz="1800" b="0" i="0" u="none" strike="noStrike" kern="0" cap="none" spc="0" normalizeH="0" baseline="0" noProof="0" dirty="0">
                <a:ln>
                  <a:noFill/>
                </a:ln>
                <a:solidFill>
                  <a:prstClr val="black"/>
                </a:solidFill>
                <a:effectLst/>
                <a:uLnTx/>
                <a:uFillTx/>
                <a:latin typeface="Segoe UI"/>
                <a:ea typeface="游ゴシック"/>
                <a:cs typeface="+mn-cs"/>
              </a:endParaRPr>
            </a:p>
          </p:txBody>
        </p:sp>
        <p:cxnSp>
          <p:nvCxnSpPr>
            <p:cNvPr id="149" name="直線矢印コネクタ 148">
              <a:extLst>
                <a:ext uri="{FF2B5EF4-FFF2-40B4-BE49-F238E27FC236}">
                  <a16:creationId xmlns:a16="http://schemas.microsoft.com/office/drawing/2014/main" id="{E286EB13-E391-DA48-CB8E-C30E4E70A1FC}"/>
                </a:ext>
              </a:extLst>
            </p:cNvPr>
            <p:cNvCxnSpPr>
              <a:cxnSpLocks/>
              <a:stCxn id="146" idx="0"/>
              <a:endCxn id="69" idx="4"/>
            </p:cNvCxnSpPr>
            <p:nvPr/>
          </p:nvCxnSpPr>
          <p:spPr>
            <a:xfrm flipH="1" flipV="1">
              <a:off x="8616321" y="3140457"/>
              <a:ext cx="3810" cy="431490"/>
            </a:xfrm>
            <a:prstGeom prst="straightConnector1">
              <a:avLst/>
            </a:prstGeom>
            <a:noFill/>
            <a:ln w="57150" cap="flat" cmpd="sng" algn="ctr">
              <a:solidFill>
                <a:srgbClr val="ED7D31"/>
              </a:solidFill>
              <a:prstDash val="solid"/>
              <a:miter lim="800000"/>
              <a:tailEnd type="triangle"/>
            </a:ln>
            <a:effectLst/>
          </p:spPr>
        </p:cxnSp>
        <p:sp>
          <p:nvSpPr>
            <p:cNvPr id="153" name="矢印: 右 152">
              <a:extLst>
                <a:ext uri="{FF2B5EF4-FFF2-40B4-BE49-F238E27FC236}">
                  <a16:creationId xmlns:a16="http://schemas.microsoft.com/office/drawing/2014/main" id="{8CA38DA7-BB8B-BAF5-F0B8-F890828F44E9}"/>
                </a:ext>
              </a:extLst>
            </p:cNvPr>
            <p:cNvSpPr/>
            <p:nvPr/>
          </p:nvSpPr>
          <p:spPr>
            <a:xfrm>
              <a:off x="5773136" y="6287268"/>
              <a:ext cx="603757" cy="484632"/>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54" name="テキスト ボックス 153">
              <a:extLst>
                <a:ext uri="{FF2B5EF4-FFF2-40B4-BE49-F238E27FC236}">
                  <a16:creationId xmlns:a16="http://schemas.microsoft.com/office/drawing/2014/main" id="{BF73393A-B495-4D51-138E-7D4F54CBFF20}"/>
                </a:ext>
              </a:extLst>
            </p:cNvPr>
            <p:cNvSpPr txBox="1"/>
            <p:nvPr/>
          </p:nvSpPr>
          <p:spPr>
            <a:xfrm>
              <a:off x="5636432" y="5941814"/>
              <a:ext cx="877163" cy="369332"/>
            </a:xfrm>
            <a:prstGeom prst="rect">
              <a:avLst/>
            </a:prstGeom>
            <a:noFill/>
          </p:spPr>
          <p:txBody>
            <a:bodyPr wrap="none" rtlCol="0">
              <a:spAutoFit/>
            </a:bodyPr>
            <a:lstStyle/>
            <a:p>
              <a:r>
                <a:rPr kumimoji="1" lang="ja-JP" altLang="en-US" dirty="0"/>
                <a:t>受信器</a:t>
              </a:r>
              <a:endParaRPr lang="ja-JP" altLang="en-US" dirty="0"/>
            </a:p>
          </p:txBody>
        </p:sp>
        <p:sp>
          <p:nvSpPr>
            <p:cNvPr id="155" name="矢印: 右 154">
              <a:extLst>
                <a:ext uri="{FF2B5EF4-FFF2-40B4-BE49-F238E27FC236}">
                  <a16:creationId xmlns:a16="http://schemas.microsoft.com/office/drawing/2014/main" id="{0C06E552-6439-FBE8-46A9-901147709155}"/>
                </a:ext>
              </a:extLst>
            </p:cNvPr>
            <p:cNvSpPr/>
            <p:nvPr/>
          </p:nvSpPr>
          <p:spPr>
            <a:xfrm flipH="1">
              <a:off x="4744771" y="6287268"/>
              <a:ext cx="603757" cy="484632"/>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56" name="テキスト ボックス 155">
              <a:extLst>
                <a:ext uri="{FF2B5EF4-FFF2-40B4-BE49-F238E27FC236}">
                  <a16:creationId xmlns:a16="http://schemas.microsoft.com/office/drawing/2014/main" id="{C5B4B683-AEAF-5420-4F67-A0163D6EBFB3}"/>
                </a:ext>
              </a:extLst>
            </p:cNvPr>
            <p:cNvSpPr txBox="1"/>
            <p:nvPr/>
          </p:nvSpPr>
          <p:spPr>
            <a:xfrm>
              <a:off x="4700016" y="5941814"/>
              <a:ext cx="646331" cy="369332"/>
            </a:xfrm>
            <a:prstGeom prst="rect">
              <a:avLst/>
            </a:prstGeom>
            <a:noFill/>
          </p:spPr>
          <p:txBody>
            <a:bodyPr wrap="none" rtlCol="0">
              <a:spAutoFit/>
            </a:bodyPr>
            <a:lstStyle/>
            <a:p>
              <a:r>
                <a:rPr kumimoji="1" lang="ja-JP" altLang="en-US" dirty="0"/>
                <a:t>衛星</a:t>
              </a:r>
              <a:endParaRPr lang="ja-JP" altLang="en-US" dirty="0"/>
            </a:p>
          </p:txBody>
        </p:sp>
        <p:sp>
          <p:nvSpPr>
            <p:cNvPr id="157" name="二等辺三角形 156">
              <a:extLst>
                <a:ext uri="{FF2B5EF4-FFF2-40B4-BE49-F238E27FC236}">
                  <a16:creationId xmlns:a16="http://schemas.microsoft.com/office/drawing/2014/main" id="{A76EBA9F-CA5C-9E67-6F29-C507CD9EB591}"/>
                </a:ext>
              </a:extLst>
            </p:cNvPr>
            <p:cNvSpPr/>
            <p:nvPr/>
          </p:nvSpPr>
          <p:spPr>
            <a:xfrm flipV="1">
              <a:off x="6303686" y="2580113"/>
              <a:ext cx="387096" cy="233806"/>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159" name="コネクタ: カギ線 158">
              <a:extLst>
                <a:ext uri="{FF2B5EF4-FFF2-40B4-BE49-F238E27FC236}">
                  <a16:creationId xmlns:a16="http://schemas.microsoft.com/office/drawing/2014/main" id="{8ADFC681-CD76-A528-B5C5-708B0C448079}"/>
                </a:ext>
              </a:extLst>
            </p:cNvPr>
            <p:cNvCxnSpPr>
              <a:stCxn id="157" idx="0"/>
              <a:endCxn id="8" idx="2"/>
            </p:cNvCxnSpPr>
            <p:nvPr/>
          </p:nvCxnSpPr>
          <p:spPr>
            <a:xfrm rot="16200000" flipH="1">
              <a:off x="6573898" y="2737255"/>
              <a:ext cx="172494" cy="325822"/>
            </a:xfrm>
            <a:prstGeom prst="bentConnector2">
              <a:avLst/>
            </a:prstGeom>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351651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89DEC38-59F5-E709-0ACC-7A5172E73677}"/>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7E1366C7-A812-8908-E4ED-B84564E5C039}"/>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557CB46-FDE3-08D7-2B76-AAE764E33CD3}"/>
              </a:ext>
            </a:extLst>
          </p:cNvPr>
          <p:cNvSpPr>
            <a:spLocks noGrp="1"/>
          </p:cNvSpPr>
          <p:nvPr>
            <p:ph type="sldNum" sz="quarter" idx="15"/>
          </p:nvPr>
        </p:nvSpPr>
        <p:spPr/>
        <p:txBody>
          <a:bodyPr/>
          <a:lstStyle/>
          <a:p>
            <a:fld id="{CC43B8D3-9A08-F84C-9DD4-44948BA52D4B}" type="slidenum">
              <a:rPr lang="en-US" altLang="ja-JP" smtClean="0"/>
              <a:pPr/>
              <a:t>23</a:t>
            </a:fld>
            <a:endParaRPr lang="ja-JP" altLang="en-US" b="1"/>
          </a:p>
        </p:txBody>
      </p:sp>
      <p:grpSp>
        <p:nvGrpSpPr>
          <p:cNvPr id="58" name="グループ化 57">
            <a:extLst>
              <a:ext uri="{FF2B5EF4-FFF2-40B4-BE49-F238E27FC236}">
                <a16:creationId xmlns:a16="http://schemas.microsoft.com/office/drawing/2014/main" id="{C5B2EE9B-0953-1EC1-1191-73CAFC1D72D7}"/>
              </a:ext>
            </a:extLst>
          </p:cNvPr>
          <p:cNvGrpSpPr/>
          <p:nvPr/>
        </p:nvGrpSpPr>
        <p:grpSpPr>
          <a:xfrm>
            <a:off x="2122819" y="1833723"/>
            <a:ext cx="4646986" cy="2852997"/>
            <a:chOff x="2730372" y="2075023"/>
            <a:chExt cx="4646986" cy="2852997"/>
          </a:xfrm>
        </p:grpSpPr>
        <p:cxnSp>
          <p:nvCxnSpPr>
            <p:cNvPr id="6" name="直線矢印コネクタ 5">
              <a:extLst>
                <a:ext uri="{FF2B5EF4-FFF2-40B4-BE49-F238E27FC236}">
                  <a16:creationId xmlns:a16="http://schemas.microsoft.com/office/drawing/2014/main" id="{A572B7FA-2F43-17E5-2D1A-DE16E0BDCBC8}"/>
                </a:ext>
              </a:extLst>
            </p:cNvPr>
            <p:cNvCxnSpPr/>
            <p:nvPr/>
          </p:nvCxnSpPr>
          <p:spPr>
            <a:xfrm>
              <a:off x="2937933" y="4224866"/>
              <a:ext cx="4411133"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直線矢印コネクタ 6">
              <a:extLst>
                <a:ext uri="{FF2B5EF4-FFF2-40B4-BE49-F238E27FC236}">
                  <a16:creationId xmlns:a16="http://schemas.microsoft.com/office/drawing/2014/main" id="{EF64C79F-B33C-B998-0500-81B6BFFB99EC}"/>
                </a:ext>
              </a:extLst>
            </p:cNvPr>
            <p:cNvCxnSpPr>
              <a:cxnSpLocks/>
            </p:cNvCxnSpPr>
            <p:nvPr/>
          </p:nvCxnSpPr>
          <p:spPr>
            <a:xfrm flipV="1">
              <a:off x="3177070" y="2075023"/>
              <a:ext cx="0" cy="235196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グループ化 17">
              <a:extLst>
                <a:ext uri="{FF2B5EF4-FFF2-40B4-BE49-F238E27FC236}">
                  <a16:creationId xmlns:a16="http://schemas.microsoft.com/office/drawing/2014/main" id="{08FDC5E2-B9D3-59BC-F87E-F0DA7CFD0F31}"/>
                </a:ext>
              </a:extLst>
            </p:cNvPr>
            <p:cNvGrpSpPr/>
            <p:nvPr/>
          </p:nvGrpSpPr>
          <p:grpSpPr>
            <a:xfrm>
              <a:off x="3594698" y="4130355"/>
              <a:ext cx="3483905" cy="121499"/>
              <a:chOff x="3540783" y="3961019"/>
              <a:chExt cx="2689110" cy="527694"/>
            </a:xfrm>
          </p:grpSpPr>
          <p:cxnSp>
            <p:nvCxnSpPr>
              <p:cNvPr id="10" name="直線コネクタ 9">
                <a:extLst>
                  <a:ext uri="{FF2B5EF4-FFF2-40B4-BE49-F238E27FC236}">
                    <a16:creationId xmlns:a16="http://schemas.microsoft.com/office/drawing/2014/main" id="{313A034F-83E2-7FBA-6E2E-035314974AE5}"/>
                  </a:ext>
                </a:extLst>
              </p:cNvPr>
              <p:cNvCxnSpPr>
                <a:cxnSpLocks/>
              </p:cNvCxnSpPr>
              <p:nvPr/>
            </p:nvCxnSpPr>
            <p:spPr>
              <a:xfrm>
                <a:off x="354078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1" name="直線コネクタ 10">
                <a:extLst>
                  <a:ext uri="{FF2B5EF4-FFF2-40B4-BE49-F238E27FC236}">
                    <a16:creationId xmlns:a16="http://schemas.microsoft.com/office/drawing/2014/main" id="{B41574BB-D34D-A616-D5AF-7CF33C9E51D2}"/>
                  </a:ext>
                </a:extLst>
              </p:cNvPr>
              <p:cNvCxnSpPr>
                <a:cxnSpLocks/>
              </p:cNvCxnSpPr>
              <p:nvPr/>
            </p:nvCxnSpPr>
            <p:spPr>
              <a:xfrm>
                <a:off x="398896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2" name="直線コネクタ 11">
                <a:extLst>
                  <a:ext uri="{FF2B5EF4-FFF2-40B4-BE49-F238E27FC236}">
                    <a16:creationId xmlns:a16="http://schemas.microsoft.com/office/drawing/2014/main" id="{72DB24AA-3D17-6137-FDC7-9386F0DB572B}"/>
                  </a:ext>
                </a:extLst>
              </p:cNvPr>
              <p:cNvCxnSpPr>
                <a:cxnSpLocks/>
              </p:cNvCxnSpPr>
              <p:nvPr/>
            </p:nvCxnSpPr>
            <p:spPr>
              <a:xfrm>
                <a:off x="443715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3" name="直線コネクタ 12">
                <a:extLst>
                  <a:ext uri="{FF2B5EF4-FFF2-40B4-BE49-F238E27FC236}">
                    <a16:creationId xmlns:a16="http://schemas.microsoft.com/office/drawing/2014/main" id="{50D936D3-D54B-F728-4DAF-C41D0C65F371}"/>
                  </a:ext>
                </a:extLst>
              </p:cNvPr>
              <p:cNvCxnSpPr>
                <a:cxnSpLocks/>
              </p:cNvCxnSpPr>
              <p:nvPr/>
            </p:nvCxnSpPr>
            <p:spPr>
              <a:xfrm>
                <a:off x="488533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4" name="直線コネクタ 13">
                <a:extLst>
                  <a:ext uri="{FF2B5EF4-FFF2-40B4-BE49-F238E27FC236}">
                    <a16:creationId xmlns:a16="http://schemas.microsoft.com/office/drawing/2014/main" id="{1DA63B7F-3E59-5F19-0EE3-120A7B19C865}"/>
                  </a:ext>
                </a:extLst>
              </p:cNvPr>
              <p:cNvCxnSpPr>
                <a:cxnSpLocks/>
              </p:cNvCxnSpPr>
              <p:nvPr/>
            </p:nvCxnSpPr>
            <p:spPr>
              <a:xfrm>
                <a:off x="533352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5" name="直線コネクタ 14">
                <a:extLst>
                  <a:ext uri="{FF2B5EF4-FFF2-40B4-BE49-F238E27FC236}">
                    <a16:creationId xmlns:a16="http://schemas.microsoft.com/office/drawing/2014/main" id="{4D5AECB7-87FC-E31F-068D-FAC7C1334227}"/>
                  </a:ext>
                </a:extLst>
              </p:cNvPr>
              <p:cNvCxnSpPr>
                <a:cxnSpLocks/>
              </p:cNvCxnSpPr>
              <p:nvPr/>
            </p:nvCxnSpPr>
            <p:spPr>
              <a:xfrm>
                <a:off x="578170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6" name="直線コネクタ 15">
                <a:extLst>
                  <a:ext uri="{FF2B5EF4-FFF2-40B4-BE49-F238E27FC236}">
                    <a16:creationId xmlns:a16="http://schemas.microsoft.com/office/drawing/2014/main" id="{00A0E7DD-109C-D101-F7DA-E9A19F0BBD08}"/>
                  </a:ext>
                </a:extLst>
              </p:cNvPr>
              <p:cNvCxnSpPr>
                <a:cxnSpLocks/>
              </p:cNvCxnSpPr>
              <p:nvPr/>
            </p:nvCxnSpPr>
            <p:spPr>
              <a:xfrm>
                <a:off x="6229893" y="3961019"/>
                <a:ext cx="0" cy="527694"/>
              </a:xfrm>
              <a:prstGeom prst="line">
                <a:avLst/>
              </a:prstGeom>
            </p:spPr>
            <p:style>
              <a:lnRef idx="3">
                <a:schemeClr val="dk1"/>
              </a:lnRef>
              <a:fillRef idx="0">
                <a:schemeClr val="dk1"/>
              </a:fillRef>
              <a:effectRef idx="2">
                <a:schemeClr val="dk1"/>
              </a:effectRef>
              <a:fontRef idx="minor">
                <a:schemeClr val="tx1"/>
              </a:fontRef>
            </p:style>
          </p:cxnSp>
        </p:grpSp>
        <p:sp>
          <p:nvSpPr>
            <p:cNvPr id="19" name="テキスト ボックス 18">
              <a:extLst>
                <a:ext uri="{FF2B5EF4-FFF2-40B4-BE49-F238E27FC236}">
                  <a16:creationId xmlns:a16="http://schemas.microsoft.com/office/drawing/2014/main" id="{E5922CC7-C88E-6764-B8BC-6AC9B2C7E5C2}"/>
                </a:ext>
              </a:extLst>
            </p:cNvPr>
            <p:cNvSpPr txBox="1"/>
            <p:nvPr/>
          </p:nvSpPr>
          <p:spPr>
            <a:xfrm>
              <a:off x="5201838" y="4319378"/>
              <a:ext cx="269626" cy="276999"/>
            </a:xfrm>
            <a:prstGeom prst="rect">
              <a:avLst/>
            </a:prstGeom>
            <a:noFill/>
          </p:spPr>
          <p:txBody>
            <a:bodyPr wrap="none" rtlCol="0">
              <a:spAutoFit/>
            </a:bodyPr>
            <a:lstStyle/>
            <a:p>
              <a:r>
                <a:rPr kumimoji="1" lang="en-US" altLang="ja-JP" sz="1200" dirty="0"/>
                <a:t>0</a:t>
              </a:r>
              <a:endParaRPr kumimoji="1" lang="ja-JP" altLang="en-US" sz="1200" dirty="0"/>
            </a:p>
          </p:txBody>
        </p:sp>
        <p:sp>
          <p:nvSpPr>
            <p:cNvPr id="20" name="テキスト ボックス 19">
              <a:extLst>
                <a:ext uri="{FF2B5EF4-FFF2-40B4-BE49-F238E27FC236}">
                  <a16:creationId xmlns:a16="http://schemas.microsoft.com/office/drawing/2014/main" id="{3046924F-12A7-589A-4C75-49E16A585C08}"/>
                </a:ext>
              </a:extLst>
            </p:cNvPr>
            <p:cNvSpPr txBox="1"/>
            <p:nvPr/>
          </p:nvSpPr>
          <p:spPr>
            <a:xfrm>
              <a:off x="4488939" y="4319378"/>
              <a:ext cx="534121"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21" name="テキスト ボックス 20">
              <a:extLst>
                <a:ext uri="{FF2B5EF4-FFF2-40B4-BE49-F238E27FC236}">
                  <a16:creationId xmlns:a16="http://schemas.microsoft.com/office/drawing/2014/main" id="{744A02DA-CB16-3CEA-DE97-BC7608C67AE5}"/>
                </a:ext>
              </a:extLst>
            </p:cNvPr>
            <p:cNvSpPr txBox="1"/>
            <p:nvPr/>
          </p:nvSpPr>
          <p:spPr>
            <a:xfrm>
              <a:off x="3953974" y="4319378"/>
              <a:ext cx="449162"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22" name="テキスト ボックス 21">
              <a:extLst>
                <a:ext uri="{FF2B5EF4-FFF2-40B4-BE49-F238E27FC236}">
                  <a16:creationId xmlns:a16="http://schemas.microsoft.com/office/drawing/2014/main" id="{4458A09E-624D-C9C7-00D8-3980D34A2FAA}"/>
                </a:ext>
              </a:extLst>
            </p:cNvPr>
            <p:cNvSpPr txBox="1"/>
            <p:nvPr/>
          </p:nvSpPr>
          <p:spPr>
            <a:xfrm>
              <a:off x="3327637" y="4319377"/>
              <a:ext cx="534121"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23" name="テキスト ボックス 22">
              <a:extLst>
                <a:ext uri="{FF2B5EF4-FFF2-40B4-BE49-F238E27FC236}">
                  <a16:creationId xmlns:a16="http://schemas.microsoft.com/office/drawing/2014/main" id="{5BB242EE-7F6E-07B6-1161-B2A8FC957412}"/>
                </a:ext>
              </a:extLst>
            </p:cNvPr>
            <p:cNvSpPr txBox="1"/>
            <p:nvPr/>
          </p:nvSpPr>
          <p:spPr>
            <a:xfrm>
              <a:off x="5631004" y="4319378"/>
              <a:ext cx="572593"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24" name="テキスト ボックス 23">
              <a:extLst>
                <a:ext uri="{FF2B5EF4-FFF2-40B4-BE49-F238E27FC236}">
                  <a16:creationId xmlns:a16="http://schemas.microsoft.com/office/drawing/2014/main" id="{B0CD8449-C5A8-FB41-7B45-2F89DA2CC442}"/>
                </a:ext>
              </a:extLst>
            </p:cNvPr>
            <p:cNvSpPr txBox="1"/>
            <p:nvPr/>
          </p:nvSpPr>
          <p:spPr>
            <a:xfrm>
              <a:off x="6254135" y="4319378"/>
              <a:ext cx="487634"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25" name="テキスト ボックス 24">
              <a:extLst>
                <a:ext uri="{FF2B5EF4-FFF2-40B4-BE49-F238E27FC236}">
                  <a16:creationId xmlns:a16="http://schemas.microsoft.com/office/drawing/2014/main" id="{2B0AF3BA-DF7E-55FF-C0D6-31EDD08868DA}"/>
                </a:ext>
              </a:extLst>
            </p:cNvPr>
            <p:cNvSpPr txBox="1"/>
            <p:nvPr/>
          </p:nvSpPr>
          <p:spPr>
            <a:xfrm>
              <a:off x="6792306" y="4319377"/>
              <a:ext cx="572593"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26" name="楕円 25">
              <a:extLst>
                <a:ext uri="{FF2B5EF4-FFF2-40B4-BE49-F238E27FC236}">
                  <a16:creationId xmlns:a16="http://schemas.microsoft.com/office/drawing/2014/main" id="{2D522CEE-CA5C-E146-41DD-02C029F92F55}"/>
                </a:ext>
              </a:extLst>
            </p:cNvPr>
            <p:cNvSpPr/>
            <p:nvPr/>
          </p:nvSpPr>
          <p:spPr>
            <a:xfrm>
              <a:off x="5294317" y="2262717"/>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E3B659C4-84C3-1754-3D86-14BF2ED2F466}"/>
                </a:ext>
              </a:extLst>
            </p:cNvPr>
            <p:cNvSpPr/>
            <p:nvPr/>
          </p:nvSpPr>
          <p:spPr>
            <a:xfrm>
              <a:off x="4713666" y="2765778"/>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F1994DB4-BACE-56BF-4CBC-CB252B7131CB}"/>
                </a:ext>
              </a:extLst>
            </p:cNvPr>
            <p:cNvSpPr/>
            <p:nvPr/>
          </p:nvSpPr>
          <p:spPr>
            <a:xfrm>
              <a:off x="4133015" y="3268839"/>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C0F6271B-188B-6ACD-56E0-519FD4282DBE}"/>
                </a:ext>
              </a:extLst>
            </p:cNvPr>
            <p:cNvSpPr/>
            <p:nvPr/>
          </p:nvSpPr>
          <p:spPr>
            <a:xfrm>
              <a:off x="3552364" y="3771900"/>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504C570A-5C3F-E1B7-751B-F1CA3E060036}"/>
                </a:ext>
              </a:extLst>
            </p:cNvPr>
            <p:cNvSpPr/>
            <p:nvPr/>
          </p:nvSpPr>
          <p:spPr>
            <a:xfrm>
              <a:off x="5874968" y="2765778"/>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8AC88764-2138-E2F1-F438-E91997495B1E}"/>
                </a:ext>
              </a:extLst>
            </p:cNvPr>
            <p:cNvSpPr/>
            <p:nvPr/>
          </p:nvSpPr>
          <p:spPr>
            <a:xfrm>
              <a:off x="6455619" y="3268839"/>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DD8BA333-DA9E-F67D-E8EE-6F50E3813D05}"/>
                </a:ext>
              </a:extLst>
            </p:cNvPr>
            <p:cNvSpPr/>
            <p:nvPr/>
          </p:nvSpPr>
          <p:spPr>
            <a:xfrm>
              <a:off x="7036269" y="3771900"/>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34" name="直線コネクタ 33">
              <a:extLst>
                <a:ext uri="{FF2B5EF4-FFF2-40B4-BE49-F238E27FC236}">
                  <a16:creationId xmlns:a16="http://schemas.microsoft.com/office/drawing/2014/main" id="{FE5801C2-6358-2E31-EA49-29D750003CC9}"/>
                </a:ext>
              </a:extLst>
            </p:cNvPr>
            <p:cNvCxnSpPr>
              <a:cxnSpLocks/>
              <a:endCxn id="28" idx="3"/>
            </p:cNvCxnSpPr>
            <p:nvPr/>
          </p:nvCxnSpPr>
          <p:spPr>
            <a:xfrm flipV="1">
              <a:off x="3280833" y="3341106"/>
              <a:ext cx="864581" cy="73576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直線コネクタ 34">
              <a:extLst>
                <a:ext uri="{FF2B5EF4-FFF2-40B4-BE49-F238E27FC236}">
                  <a16:creationId xmlns:a16="http://schemas.microsoft.com/office/drawing/2014/main" id="{24D7A0DD-A7B3-FE56-3AF0-DF2F4FAD9CE0}"/>
                </a:ext>
              </a:extLst>
            </p:cNvPr>
            <p:cNvCxnSpPr>
              <a:cxnSpLocks/>
              <a:stCxn id="28" idx="7"/>
              <a:endCxn id="27" idx="3"/>
            </p:cNvCxnSpPr>
            <p:nvPr/>
          </p:nvCxnSpPr>
          <p:spPr>
            <a:xfrm flipV="1">
              <a:off x="4205282" y="2838045"/>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9" name="直線コネクタ 38">
              <a:extLst>
                <a:ext uri="{FF2B5EF4-FFF2-40B4-BE49-F238E27FC236}">
                  <a16:creationId xmlns:a16="http://schemas.microsoft.com/office/drawing/2014/main" id="{B78CE266-9283-4223-E877-FC04D6987027}"/>
                </a:ext>
              </a:extLst>
            </p:cNvPr>
            <p:cNvCxnSpPr>
              <a:cxnSpLocks/>
              <a:stCxn id="27" idx="7"/>
              <a:endCxn id="26" idx="3"/>
            </p:cNvCxnSpPr>
            <p:nvPr/>
          </p:nvCxnSpPr>
          <p:spPr>
            <a:xfrm flipV="1">
              <a:off x="4785933" y="2334984"/>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直線コネクタ 41">
              <a:extLst>
                <a:ext uri="{FF2B5EF4-FFF2-40B4-BE49-F238E27FC236}">
                  <a16:creationId xmlns:a16="http://schemas.microsoft.com/office/drawing/2014/main" id="{D3FC9A24-90D5-455D-8B66-8ABECBBB48D1}"/>
                </a:ext>
              </a:extLst>
            </p:cNvPr>
            <p:cNvCxnSpPr>
              <a:cxnSpLocks/>
              <a:stCxn id="30" idx="1"/>
              <a:endCxn id="26" idx="5"/>
            </p:cNvCxnSpPr>
            <p:nvPr/>
          </p:nvCxnSpPr>
          <p:spPr>
            <a:xfrm flipH="1" flipV="1">
              <a:off x="5366584" y="2334984"/>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直線コネクタ 45">
              <a:extLst>
                <a:ext uri="{FF2B5EF4-FFF2-40B4-BE49-F238E27FC236}">
                  <a16:creationId xmlns:a16="http://schemas.microsoft.com/office/drawing/2014/main" id="{11354C8D-4745-58A5-6599-4EFC43C52C45}"/>
                </a:ext>
              </a:extLst>
            </p:cNvPr>
            <p:cNvCxnSpPr>
              <a:cxnSpLocks/>
              <a:stCxn id="31" idx="1"/>
              <a:endCxn id="30" idx="5"/>
            </p:cNvCxnSpPr>
            <p:nvPr/>
          </p:nvCxnSpPr>
          <p:spPr>
            <a:xfrm flipH="1" flipV="1">
              <a:off x="5947235" y="2838045"/>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0" name="直線コネクタ 49">
              <a:extLst>
                <a:ext uri="{FF2B5EF4-FFF2-40B4-BE49-F238E27FC236}">
                  <a16:creationId xmlns:a16="http://schemas.microsoft.com/office/drawing/2014/main" id="{B9C37444-55D8-667B-CF31-663F80252AEB}"/>
                </a:ext>
              </a:extLst>
            </p:cNvPr>
            <p:cNvCxnSpPr>
              <a:cxnSpLocks/>
              <a:endCxn id="31" idx="5"/>
            </p:cNvCxnSpPr>
            <p:nvPr/>
          </p:nvCxnSpPr>
          <p:spPr>
            <a:xfrm flipH="1" flipV="1">
              <a:off x="6527886" y="3341106"/>
              <a:ext cx="849472" cy="72291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5" name="直線コネクタ 54">
              <a:extLst>
                <a:ext uri="{FF2B5EF4-FFF2-40B4-BE49-F238E27FC236}">
                  <a16:creationId xmlns:a16="http://schemas.microsoft.com/office/drawing/2014/main" id="{160BB382-923C-BD13-3CB2-4C668A024042}"/>
                </a:ext>
              </a:extLst>
            </p:cNvPr>
            <p:cNvCxnSpPr/>
            <p:nvPr/>
          </p:nvCxnSpPr>
          <p:spPr>
            <a:xfrm flipV="1">
              <a:off x="5336650" y="2105025"/>
              <a:ext cx="0" cy="2086079"/>
            </a:xfrm>
            <a:prstGeom prst="line">
              <a:avLst/>
            </a:prstGeom>
            <a:ln w="19050"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6" name="テキスト ボックス 55">
              <a:extLst>
                <a:ext uri="{FF2B5EF4-FFF2-40B4-BE49-F238E27FC236}">
                  <a16:creationId xmlns:a16="http://schemas.microsoft.com/office/drawing/2014/main" id="{0F77647E-5E68-CD27-71B7-46012E683BE2}"/>
                </a:ext>
              </a:extLst>
            </p:cNvPr>
            <p:cNvSpPr txBox="1"/>
            <p:nvPr/>
          </p:nvSpPr>
          <p:spPr>
            <a:xfrm>
              <a:off x="4798332" y="4620243"/>
              <a:ext cx="1082348" cy="307777"/>
            </a:xfrm>
            <a:prstGeom prst="rect">
              <a:avLst/>
            </a:prstGeom>
            <a:noFill/>
          </p:spPr>
          <p:txBody>
            <a:bodyPr wrap="none" rtlCol="0">
              <a:spAutoFit/>
            </a:bodyPr>
            <a:lstStyle/>
            <a:p>
              <a:r>
                <a:rPr kumimoji="1" lang="ja-JP" altLang="en-US" sz="1400" dirty="0"/>
                <a:t>コード遅延</a:t>
              </a:r>
              <a:endParaRPr lang="ja-JP" altLang="en-US" sz="1400" dirty="0"/>
            </a:p>
          </p:txBody>
        </p:sp>
        <p:sp>
          <p:nvSpPr>
            <p:cNvPr id="57" name="テキスト ボックス 56">
              <a:extLst>
                <a:ext uri="{FF2B5EF4-FFF2-40B4-BE49-F238E27FC236}">
                  <a16:creationId xmlns:a16="http://schemas.microsoft.com/office/drawing/2014/main" id="{AF314600-B7C4-24D8-33E4-A374651C7BA8}"/>
                </a:ext>
              </a:extLst>
            </p:cNvPr>
            <p:cNvSpPr txBox="1"/>
            <p:nvPr/>
          </p:nvSpPr>
          <p:spPr>
            <a:xfrm rot="5400000">
              <a:off x="2612391" y="2842593"/>
              <a:ext cx="543739" cy="307777"/>
            </a:xfrm>
            <a:prstGeom prst="rect">
              <a:avLst/>
            </a:prstGeom>
            <a:noFill/>
          </p:spPr>
          <p:txBody>
            <a:bodyPr wrap="none" rtlCol="0">
              <a:spAutoFit/>
            </a:bodyPr>
            <a:lstStyle/>
            <a:p>
              <a:r>
                <a:rPr kumimoji="1" lang="ja-JP" altLang="en-US" sz="1400" dirty="0"/>
                <a:t>相関</a:t>
              </a:r>
              <a:endParaRPr lang="ja-JP" altLang="en-US" sz="1400" dirty="0"/>
            </a:p>
          </p:txBody>
        </p:sp>
      </p:grpSp>
    </p:spTree>
    <p:extLst>
      <p:ext uri="{BB962C8B-B14F-4D97-AF65-F5344CB8AC3E}">
        <p14:creationId xmlns:p14="http://schemas.microsoft.com/office/powerpoint/2010/main" val="2548205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6144A-FC83-C311-E9D2-A1AA4C0F2D2A}"/>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AC6C151-AED4-B46C-92DA-17CC00496166}"/>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8502F735-B20C-ABED-F7DC-5BA6CC704D31}"/>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73D9B5E-7595-3850-79A3-6CA2701D7AC4}"/>
              </a:ext>
            </a:extLst>
          </p:cNvPr>
          <p:cNvSpPr>
            <a:spLocks noGrp="1"/>
          </p:cNvSpPr>
          <p:nvPr>
            <p:ph type="sldNum" sz="quarter" idx="15"/>
          </p:nvPr>
        </p:nvSpPr>
        <p:spPr/>
        <p:txBody>
          <a:bodyPr/>
          <a:lstStyle/>
          <a:p>
            <a:fld id="{CC43B8D3-9A08-F84C-9DD4-44948BA52D4B}" type="slidenum">
              <a:rPr lang="en-US" altLang="ja-JP" smtClean="0"/>
              <a:pPr/>
              <a:t>24</a:t>
            </a:fld>
            <a:endParaRPr lang="ja-JP" altLang="en-US" b="1"/>
          </a:p>
        </p:txBody>
      </p:sp>
      <p:cxnSp>
        <p:nvCxnSpPr>
          <p:cNvPr id="6" name="直線矢印コネクタ 5">
            <a:extLst>
              <a:ext uri="{FF2B5EF4-FFF2-40B4-BE49-F238E27FC236}">
                <a16:creationId xmlns:a16="http://schemas.microsoft.com/office/drawing/2014/main" id="{1E3E51AC-C278-0287-AF90-AFFD817400B0}"/>
              </a:ext>
            </a:extLst>
          </p:cNvPr>
          <p:cNvCxnSpPr/>
          <p:nvPr/>
        </p:nvCxnSpPr>
        <p:spPr>
          <a:xfrm>
            <a:off x="1640219" y="3881966"/>
            <a:ext cx="4411133"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直線矢印コネクタ 6">
            <a:extLst>
              <a:ext uri="{FF2B5EF4-FFF2-40B4-BE49-F238E27FC236}">
                <a16:creationId xmlns:a16="http://schemas.microsoft.com/office/drawing/2014/main" id="{37732673-003A-71A0-376F-D8C415ED1D1E}"/>
              </a:ext>
            </a:extLst>
          </p:cNvPr>
          <p:cNvCxnSpPr>
            <a:cxnSpLocks/>
          </p:cNvCxnSpPr>
          <p:nvPr/>
        </p:nvCxnSpPr>
        <p:spPr>
          <a:xfrm flipV="1">
            <a:off x="1879356" y="1732123"/>
            <a:ext cx="0" cy="235196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グループ化 17">
            <a:extLst>
              <a:ext uri="{FF2B5EF4-FFF2-40B4-BE49-F238E27FC236}">
                <a16:creationId xmlns:a16="http://schemas.microsoft.com/office/drawing/2014/main" id="{9BB39E96-55AB-3A6D-FBE7-54FE2CCF32A8}"/>
              </a:ext>
            </a:extLst>
          </p:cNvPr>
          <p:cNvGrpSpPr/>
          <p:nvPr/>
        </p:nvGrpSpPr>
        <p:grpSpPr>
          <a:xfrm>
            <a:off x="2296984" y="3787455"/>
            <a:ext cx="3483905" cy="121499"/>
            <a:chOff x="3540783" y="3961019"/>
            <a:chExt cx="2689110" cy="527694"/>
          </a:xfrm>
        </p:grpSpPr>
        <p:cxnSp>
          <p:nvCxnSpPr>
            <p:cNvPr id="10" name="直線コネクタ 9">
              <a:extLst>
                <a:ext uri="{FF2B5EF4-FFF2-40B4-BE49-F238E27FC236}">
                  <a16:creationId xmlns:a16="http://schemas.microsoft.com/office/drawing/2014/main" id="{43DC03C6-2C45-131C-B94A-641CFDBACA6E}"/>
                </a:ext>
              </a:extLst>
            </p:cNvPr>
            <p:cNvCxnSpPr>
              <a:cxnSpLocks/>
            </p:cNvCxnSpPr>
            <p:nvPr/>
          </p:nvCxnSpPr>
          <p:spPr>
            <a:xfrm>
              <a:off x="354078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1" name="直線コネクタ 10">
              <a:extLst>
                <a:ext uri="{FF2B5EF4-FFF2-40B4-BE49-F238E27FC236}">
                  <a16:creationId xmlns:a16="http://schemas.microsoft.com/office/drawing/2014/main" id="{679CFED9-C2CF-02E1-B4F8-E59E5B642679}"/>
                </a:ext>
              </a:extLst>
            </p:cNvPr>
            <p:cNvCxnSpPr>
              <a:cxnSpLocks/>
            </p:cNvCxnSpPr>
            <p:nvPr/>
          </p:nvCxnSpPr>
          <p:spPr>
            <a:xfrm>
              <a:off x="398896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2" name="直線コネクタ 11">
              <a:extLst>
                <a:ext uri="{FF2B5EF4-FFF2-40B4-BE49-F238E27FC236}">
                  <a16:creationId xmlns:a16="http://schemas.microsoft.com/office/drawing/2014/main" id="{43FCD9B2-7263-B129-52D1-66353348767A}"/>
                </a:ext>
              </a:extLst>
            </p:cNvPr>
            <p:cNvCxnSpPr>
              <a:cxnSpLocks/>
            </p:cNvCxnSpPr>
            <p:nvPr/>
          </p:nvCxnSpPr>
          <p:spPr>
            <a:xfrm>
              <a:off x="443715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3" name="直線コネクタ 12">
              <a:extLst>
                <a:ext uri="{FF2B5EF4-FFF2-40B4-BE49-F238E27FC236}">
                  <a16:creationId xmlns:a16="http://schemas.microsoft.com/office/drawing/2014/main" id="{7A0DE453-732F-3DC5-D009-86FD1917A4C5}"/>
                </a:ext>
              </a:extLst>
            </p:cNvPr>
            <p:cNvCxnSpPr>
              <a:cxnSpLocks/>
            </p:cNvCxnSpPr>
            <p:nvPr/>
          </p:nvCxnSpPr>
          <p:spPr>
            <a:xfrm>
              <a:off x="488533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4" name="直線コネクタ 13">
              <a:extLst>
                <a:ext uri="{FF2B5EF4-FFF2-40B4-BE49-F238E27FC236}">
                  <a16:creationId xmlns:a16="http://schemas.microsoft.com/office/drawing/2014/main" id="{C3F7F8DB-7108-AFFE-421F-309CFA187772}"/>
                </a:ext>
              </a:extLst>
            </p:cNvPr>
            <p:cNvCxnSpPr>
              <a:cxnSpLocks/>
            </p:cNvCxnSpPr>
            <p:nvPr/>
          </p:nvCxnSpPr>
          <p:spPr>
            <a:xfrm>
              <a:off x="533352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5" name="直線コネクタ 14">
              <a:extLst>
                <a:ext uri="{FF2B5EF4-FFF2-40B4-BE49-F238E27FC236}">
                  <a16:creationId xmlns:a16="http://schemas.microsoft.com/office/drawing/2014/main" id="{E74CFE61-289D-680C-B1CB-F0CB7057A85E}"/>
                </a:ext>
              </a:extLst>
            </p:cNvPr>
            <p:cNvCxnSpPr>
              <a:cxnSpLocks/>
            </p:cNvCxnSpPr>
            <p:nvPr/>
          </p:nvCxnSpPr>
          <p:spPr>
            <a:xfrm>
              <a:off x="578170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6" name="直線コネクタ 15">
              <a:extLst>
                <a:ext uri="{FF2B5EF4-FFF2-40B4-BE49-F238E27FC236}">
                  <a16:creationId xmlns:a16="http://schemas.microsoft.com/office/drawing/2014/main" id="{D8FF1102-8561-35FF-BC02-B32E1DD4C4C1}"/>
                </a:ext>
              </a:extLst>
            </p:cNvPr>
            <p:cNvCxnSpPr>
              <a:cxnSpLocks/>
            </p:cNvCxnSpPr>
            <p:nvPr/>
          </p:nvCxnSpPr>
          <p:spPr>
            <a:xfrm>
              <a:off x="6229893" y="3961019"/>
              <a:ext cx="0" cy="527694"/>
            </a:xfrm>
            <a:prstGeom prst="line">
              <a:avLst/>
            </a:prstGeom>
          </p:spPr>
          <p:style>
            <a:lnRef idx="3">
              <a:schemeClr val="dk1"/>
            </a:lnRef>
            <a:fillRef idx="0">
              <a:schemeClr val="dk1"/>
            </a:fillRef>
            <a:effectRef idx="2">
              <a:schemeClr val="dk1"/>
            </a:effectRef>
            <a:fontRef idx="minor">
              <a:schemeClr val="tx1"/>
            </a:fontRef>
          </p:style>
        </p:cxnSp>
      </p:grpSp>
      <p:sp>
        <p:nvSpPr>
          <p:cNvPr id="19" name="テキスト ボックス 18">
            <a:extLst>
              <a:ext uri="{FF2B5EF4-FFF2-40B4-BE49-F238E27FC236}">
                <a16:creationId xmlns:a16="http://schemas.microsoft.com/office/drawing/2014/main" id="{F9E5C2AC-90EE-85AD-1C33-B085A8F71D4D}"/>
              </a:ext>
            </a:extLst>
          </p:cNvPr>
          <p:cNvSpPr txBox="1"/>
          <p:nvPr/>
        </p:nvSpPr>
        <p:spPr>
          <a:xfrm>
            <a:off x="3904124" y="3976478"/>
            <a:ext cx="269626" cy="276999"/>
          </a:xfrm>
          <a:prstGeom prst="rect">
            <a:avLst/>
          </a:prstGeom>
          <a:noFill/>
        </p:spPr>
        <p:txBody>
          <a:bodyPr wrap="none" rtlCol="0">
            <a:spAutoFit/>
          </a:bodyPr>
          <a:lstStyle/>
          <a:p>
            <a:r>
              <a:rPr kumimoji="1" lang="en-US" altLang="ja-JP" sz="1200" dirty="0"/>
              <a:t>0</a:t>
            </a:r>
            <a:endParaRPr kumimoji="1" lang="ja-JP" altLang="en-US" sz="1200" dirty="0"/>
          </a:p>
        </p:txBody>
      </p:sp>
      <p:sp>
        <p:nvSpPr>
          <p:cNvPr id="20" name="テキスト ボックス 19">
            <a:extLst>
              <a:ext uri="{FF2B5EF4-FFF2-40B4-BE49-F238E27FC236}">
                <a16:creationId xmlns:a16="http://schemas.microsoft.com/office/drawing/2014/main" id="{31275C73-E194-173D-268A-53072CD36682}"/>
              </a:ext>
            </a:extLst>
          </p:cNvPr>
          <p:cNvSpPr txBox="1"/>
          <p:nvPr/>
        </p:nvSpPr>
        <p:spPr>
          <a:xfrm>
            <a:off x="3191225" y="3976478"/>
            <a:ext cx="534121"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21" name="テキスト ボックス 20">
            <a:extLst>
              <a:ext uri="{FF2B5EF4-FFF2-40B4-BE49-F238E27FC236}">
                <a16:creationId xmlns:a16="http://schemas.microsoft.com/office/drawing/2014/main" id="{33C88392-E9F8-CEB8-47F7-5370BF35EA7E}"/>
              </a:ext>
            </a:extLst>
          </p:cNvPr>
          <p:cNvSpPr txBox="1"/>
          <p:nvPr/>
        </p:nvSpPr>
        <p:spPr>
          <a:xfrm>
            <a:off x="2656260" y="3976478"/>
            <a:ext cx="449162"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22" name="テキスト ボックス 21">
            <a:extLst>
              <a:ext uri="{FF2B5EF4-FFF2-40B4-BE49-F238E27FC236}">
                <a16:creationId xmlns:a16="http://schemas.microsoft.com/office/drawing/2014/main" id="{C1389D95-BC64-69F5-BB96-609A66A5DF6A}"/>
              </a:ext>
            </a:extLst>
          </p:cNvPr>
          <p:cNvSpPr txBox="1"/>
          <p:nvPr/>
        </p:nvSpPr>
        <p:spPr>
          <a:xfrm>
            <a:off x="2029923" y="3976477"/>
            <a:ext cx="534121"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23" name="テキスト ボックス 22">
            <a:extLst>
              <a:ext uri="{FF2B5EF4-FFF2-40B4-BE49-F238E27FC236}">
                <a16:creationId xmlns:a16="http://schemas.microsoft.com/office/drawing/2014/main" id="{880AE5AB-856F-7A99-1FB9-4D5AF52B1C5B}"/>
              </a:ext>
            </a:extLst>
          </p:cNvPr>
          <p:cNvSpPr txBox="1"/>
          <p:nvPr/>
        </p:nvSpPr>
        <p:spPr>
          <a:xfrm>
            <a:off x="4333290" y="3976478"/>
            <a:ext cx="572593"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24" name="テキスト ボックス 23">
            <a:extLst>
              <a:ext uri="{FF2B5EF4-FFF2-40B4-BE49-F238E27FC236}">
                <a16:creationId xmlns:a16="http://schemas.microsoft.com/office/drawing/2014/main" id="{3687343A-398B-9917-5E28-7431642351D9}"/>
              </a:ext>
            </a:extLst>
          </p:cNvPr>
          <p:cNvSpPr txBox="1"/>
          <p:nvPr/>
        </p:nvSpPr>
        <p:spPr>
          <a:xfrm>
            <a:off x="4956421" y="3976478"/>
            <a:ext cx="487634"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25" name="テキスト ボックス 24">
            <a:extLst>
              <a:ext uri="{FF2B5EF4-FFF2-40B4-BE49-F238E27FC236}">
                <a16:creationId xmlns:a16="http://schemas.microsoft.com/office/drawing/2014/main" id="{6024AA85-CA20-FF01-33CE-FF7632DD22C2}"/>
              </a:ext>
            </a:extLst>
          </p:cNvPr>
          <p:cNvSpPr txBox="1"/>
          <p:nvPr/>
        </p:nvSpPr>
        <p:spPr>
          <a:xfrm>
            <a:off x="5494592" y="3976477"/>
            <a:ext cx="572593"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26" name="楕円 25">
            <a:extLst>
              <a:ext uri="{FF2B5EF4-FFF2-40B4-BE49-F238E27FC236}">
                <a16:creationId xmlns:a16="http://schemas.microsoft.com/office/drawing/2014/main" id="{C0BD3B6F-4062-2355-5B36-E42665C871D9}"/>
              </a:ext>
            </a:extLst>
          </p:cNvPr>
          <p:cNvSpPr/>
          <p:nvPr/>
        </p:nvSpPr>
        <p:spPr>
          <a:xfrm>
            <a:off x="3996603" y="1919817"/>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2784515C-39A0-A134-DC05-AC1673A72132}"/>
              </a:ext>
            </a:extLst>
          </p:cNvPr>
          <p:cNvSpPr/>
          <p:nvPr/>
        </p:nvSpPr>
        <p:spPr>
          <a:xfrm>
            <a:off x="2835301" y="2925939"/>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200E8CEA-1E14-79FD-1DE3-8609CD7DF054}"/>
              </a:ext>
            </a:extLst>
          </p:cNvPr>
          <p:cNvSpPr/>
          <p:nvPr/>
        </p:nvSpPr>
        <p:spPr>
          <a:xfrm>
            <a:off x="5157905" y="2925939"/>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6D1DFB0E-D4A3-DA01-1FB4-C74CB2996AB6}"/>
              </a:ext>
            </a:extLst>
          </p:cNvPr>
          <p:cNvSpPr txBox="1"/>
          <p:nvPr/>
        </p:nvSpPr>
        <p:spPr>
          <a:xfrm>
            <a:off x="3500618" y="4277343"/>
            <a:ext cx="1082348" cy="307777"/>
          </a:xfrm>
          <a:prstGeom prst="rect">
            <a:avLst/>
          </a:prstGeom>
          <a:noFill/>
        </p:spPr>
        <p:txBody>
          <a:bodyPr wrap="none" rtlCol="0">
            <a:spAutoFit/>
          </a:bodyPr>
          <a:lstStyle/>
          <a:p>
            <a:r>
              <a:rPr kumimoji="1" lang="ja-JP" altLang="en-US" sz="1400" dirty="0"/>
              <a:t>コード遅延</a:t>
            </a:r>
            <a:endParaRPr lang="ja-JP" altLang="en-US" sz="1400" dirty="0"/>
          </a:p>
        </p:txBody>
      </p:sp>
      <p:sp>
        <p:nvSpPr>
          <p:cNvPr id="57" name="テキスト ボックス 56">
            <a:extLst>
              <a:ext uri="{FF2B5EF4-FFF2-40B4-BE49-F238E27FC236}">
                <a16:creationId xmlns:a16="http://schemas.microsoft.com/office/drawing/2014/main" id="{438BB4A2-D116-C291-8DAB-30B5C9BF9486}"/>
              </a:ext>
            </a:extLst>
          </p:cNvPr>
          <p:cNvSpPr txBox="1"/>
          <p:nvPr/>
        </p:nvSpPr>
        <p:spPr>
          <a:xfrm rot="5400000">
            <a:off x="1314677" y="2499693"/>
            <a:ext cx="543739" cy="307777"/>
          </a:xfrm>
          <a:prstGeom prst="rect">
            <a:avLst/>
          </a:prstGeom>
          <a:noFill/>
        </p:spPr>
        <p:txBody>
          <a:bodyPr wrap="none" rtlCol="0">
            <a:spAutoFit/>
          </a:bodyPr>
          <a:lstStyle/>
          <a:p>
            <a:r>
              <a:rPr kumimoji="1" lang="ja-JP" altLang="en-US" sz="1400" dirty="0"/>
              <a:t>相関</a:t>
            </a:r>
            <a:endParaRPr lang="ja-JP" altLang="en-US" sz="1400" dirty="0"/>
          </a:p>
        </p:txBody>
      </p:sp>
      <p:grpSp>
        <p:nvGrpSpPr>
          <p:cNvPr id="76" name="グループ化 75">
            <a:extLst>
              <a:ext uri="{FF2B5EF4-FFF2-40B4-BE49-F238E27FC236}">
                <a16:creationId xmlns:a16="http://schemas.microsoft.com/office/drawing/2014/main" id="{606948AC-FAB8-60E1-0F9B-053F4ED6F7E5}"/>
              </a:ext>
            </a:extLst>
          </p:cNvPr>
          <p:cNvGrpSpPr/>
          <p:nvPr/>
        </p:nvGrpSpPr>
        <p:grpSpPr>
          <a:xfrm>
            <a:off x="6428108" y="2365659"/>
            <a:ext cx="4646986" cy="3099994"/>
            <a:chOff x="6428108" y="2365659"/>
            <a:chExt cx="4646986" cy="3099994"/>
          </a:xfrm>
        </p:grpSpPr>
        <p:sp>
          <p:nvSpPr>
            <p:cNvPr id="5" name="テキスト ボックス 4">
              <a:extLst>
                <a:ext uri="{FF2B5EF4-FFF2-40B4-BE49-F238E27FC236}">
                  <a16:creationId xmlns:a16="http://schemas.microsoft.com/office/drawing/2014/main" id="{B196B861-EFA5-832C-2383-36B23AE71389}"/>
                </a:ext>
              </a:extLst>
            </p:cNvPr>
            <p:cNvSpPr txBox="1"/>
            <p:nvPr/>
          </p:nvSpPr>
          <p:spPr>
            <a:xfrm>
              <a:off x="8694389" y="2365659"/>
              <a:ext cx="679994" cy="276999"/>
            </a:xfrm>
            <a:prstGeom prst="rect">
              <a:avLst/>
            </a:prstGeom>
            <a:noFill/>
          </p:spPr>
          <p:txBody>
            <a:bodyPr wrap="none" rtlCol="0">
              <a:spAutoFit/>
            </a:bodyPr>
            <a:lstStyle/>
            <a:p>
              <a:r>
                <a:rPr kumimoji="1" lang="en-US" altLang="ja-JP" sz="1200" dirty="0"/>
                <a:t>Prompt</a:t>
              </a:r>
              <a:endParaRPr kumimoji="1" lang="ja-JP" altLang="en-US" sz="1200" dirty="0"/>
            </a:p>
          </p:txBody>
        </p:sp>
        <p:sp>
          <p:nvSpPr>
            <p:cNvPr id="8" name="テキスト ボックス 7">
              <a:extLst>
                <a:ext uri="{FF2B5EF4-FFF2-40B4-BE49-F238E27FC236}">
                  <a16:creationId xmlns:a16="http://schemas.microsoft.com/office/drawing/2014/main" id="{39085F3C-070D-ED4C-7536-F52CCD892DAC}"/>
                </a:ext>
              </a:extLst>
            </p:cNvPr>
            <p:cNvSpPr txBox="1"/>
            <p:nvPr/>
          </p:nvSpPr>
          <p:spPr>
            <a:xfrm>
              <a:off x="9988783" y="3482217"/>
              <a:ext cx="534121" cy="276999"/>
            </a:xfrm>
            <a:prstGeom prst="rect">
              <a:avLst/>
            </a:prstGeom>
            <a:noFill/>
          </p:spPr>
          <p:txBody>
            <a:bodyPr wrap="none" rtlCol="0">
              <a:spAutoFit/>
            </a:bodyPr>
            <a:lstStyle/>
            <a:p>
              <a:r>
                <a:rPr kumimoji="1" lang="en-US" altLang="ja-JP" sz="1200" dirty="0"/>
                <a:t>Early</a:t>
              </a:r>
              <a:endParaRPr kumimoji="1" lang="ja-JP" altLang="en-US" sz="1200" dirty="0"/>
            </a:p>
          </p:txBody>
        </p:sp>
        <p:sp>
          <p:nvSpPr>
            <p:cNvPr id="9" name="テキスト ボックス 8">
              <a:extLst>
                <a:ext uri="{FF2B5EF4-FFF2-40B4-BE49-F238E27FC236}">
                  <a16:creationId xmlns:a16="http://schemas.microsoft.com/office/drawing/2014/main" id="{06566589-7BBD-FA54-33D1-0D2637CA0301}"/>
                </a:ext>
              </a:extLst>
            </p:cNvPr>
            <p:cNvSpPr txBox="1"/>
            <p:nvPr/>
          </p:nvSpPr>
          <p:spPr>
            <a:xfrm>
              <a:off x="7613441" y="3527744"/>
              <a:ext cx="482824" cy="276999"/>
            </a:xfrm>
            <a:prstGeom prst="rect">
              <a:avLst/>
            </a:prstGeom>
            <a:noFill/>
          </p:spPr>
          <p:txBody>
            <a:bodyPr wrap="none" rtlCol="0">
              <a:spAutoFit/>
            </a:bodyPr>
            <a:lstStyle/>
            <a:p>
              <a:r>
                <a:rPr kumimoji="1" lang="en-US" altLang="ja-JP" sz="1200" dirty="0"/>
                <a:t>Late</a:t>
              </a:r>
              <a:endParaRPr kumimoji="1" lang="ja-JP" altLang="en-US" sz="1200" dirty="0"/>
            </a:p>
          </p:txBody>
        </p:sp>
        <p:cxnSp>
          <p:nvCxnSpPr>
            <p:cNvPr id="33" name="直線矢印コネクタ 32">
              <a:extLst>
                <a:ext uri="{FF2B5EF4-FFF2-40B4-BE49-F238E27FC236}">
                  <a16:creationId xmlns:a16="http://schemas.microsoft.com/office/drawing/2014/main" id="{9E6DA6C4-5630-A599-B0D8-1659A413ADA5}"/>
                </a:ext>
              </a:extLst>
            </p:cNvPr>
            <p:cNvCxnSpPr/>
            <p:nvPr/>
          </p:nvCxnSpPr>
          <p:spPr>
            <a:xfrm>
              <a:off x="6635669" y="4762499"/>
              <a:ext cx="4411133"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直線矢印コネクタ 35">
              <a:extLst>
                <a:ext uri="{FF2B5EF4-FFF2-40B4-BE49-F238E27FC236}">
                  <a16:creationId xmlns:a16="http://schemas.microsoft.com/office/drawing/2014/main" id="{BCAD25B7-D222-47F9-BDC6-7128D0D6B49E}"/>
                </a:ext>
              </a:extLst>
            </p:cNvPr>
            <p:cNvCxnSpPr>
              <a:cxnSpLocks/>
            </p:cNvCxnSpPr>
            <p:nvPr/>
          </p:nvCxnSpPr>
          <p:spPr>
            <a:xfrm flipV="1">
              <a:off x="6874806" y="2612656"/>
              <a:ext cx="0" cy="235196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37" name="グループ化 36">
              <a:extLst>
                <a:ext uri="{FF2B5EF4-FFF2-40B4-BE49-F238E27FC236}">
                  <a16:creationId xmlns:a16="http://schemas.microsoft.com/office/drawing/2014/main" id="{97ABF448-B181-304D-3CA0-DDEACA091524}"/>
                </a:ext>
              </a:extLst>
            </p:cNvPr>
            <p:cNvGrpSpPr/>
            <p:nvPr/>
          </p:nvGrpSpPr>
          <p:grpSpPr>
            <a:xfrm>
              <a:off x="7292434" y="4667988"/>
              <a:ext cx="3483905" cy="121499"/>
              <a:chOff x="3540783" y="3961019"/>
              <a:chExt cx="2689110" cy="527694"/>
            </a:xfrm>
          </p:grpSpPr>
          <p:cxnSp>
            <p:nvCxnSpPr>
              <p:cNvPr id="69" name="直線コネクタ 68">
                <a:extLst>
                  <a:ext uri="{FF2B5EF4-FFF2-40B4-BE49-F238E27FC236}">
                    <a16:creationId xmlns:a16="http://schemas.microsoft.com/office/drawing/2014/main" id="{30D7075D-DBE2-19C6-16C0-04F013730D6F}"/>
                  </a:ext>
                </a:extLst>
              </p:cNvPr>
              <p:cNvCxnSpPr>
                <a:cxnSpLocks/>
              </p:cNvCxnSpPr>
              <p:nvPr/>
            </p:nvCxnSpPr>
            <p:spPr>
              <a:xfrm>
                <a:off x="354078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70" name="直線コネクタ 69">
                <a:extLst>
                  <a:ext uri="{FF2B5EF4-FFF2-40B4-BE49-F238E27FC236}">
                    <a16:creationId xmlns:a16="http://schemas.microsoft.com/office/drawing/2014/main" id="{7C4FE1B3-5801-F3AA-B2BE-3C22F6C1DFDA}"/>
                  </a:ext>
                </a:extLst>
              </p:cNvPr>
              <p:cNvCxnSpPr>
                <a:cxnSpLocks/>
              </p:cNvCxnSpPr>
              <p:nvPr/>
            </p:nvCxnSpPr>
            <p:spPr>
              <a:xfrm>
                <a:off x="398896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71" name="直線コネクタ 70">
                <a:extLst>
                  <a:ext uri="{FF2B5EF4-FFF2-40B4-BE49-F238E27FC236}">
                    <a16:creationId xmlns:a16="http://schemas.microsoft.com/office/drawing/2014/main" id="{37190E61-D84A-4EE0-81BE-58E163B96779}"/>
                  </a:ext>
                </a:extLst>
              </p:cNvPr>
              <p:cNvCxnSpPr>
                <a:cxnSpLocks/>
              </p:cNvCxnSpPr>
              <p:nvPr/>
            </p:nvCxnSpPr>
            <p:spPr>
              <a:xfrm>
                <a:off x="443715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72" name="直線コネクタ 71">
                <a:extLst>
                  <a:ext uri="{FF2B5EF4-FFF2-40B4-BE49-F238E27FC236}">
                    <a16:creationId xmlns:a16="http://schemas.microsoft.com/office/drawing/2014/main" id="{B9834A9E-165B-BA57-6CFC-CFD397FD8003}"/>
                  </a:ext>
                </a:extLst>
              </p:cNvPr>
              <p:cNvCxnSpPr>
                <a:cxnSpLocks/>
              </p:cNvCxnSpPr>
              <p:nvPr/>
            </p:nvCxnSpPr>
            <p:spPr>
              <a:xfrm>
                <a:off x="488533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73" name="直線コネクタ 72">
                <a:extLst>
                  <a:ext uri="{FF2B5EF4-FFF2-40B4-BE49-F238E27FC236}">
                    <a16:creationId xmlns:a16="http://schemas.microsoft.com/office/drawing/2014/main" id="{5E89C0DF-DE7E-6D03-A380-5B4AD079B22C}"/>
                  </a:ext>
                </a:extLst>
              </p:cNvPr>
              <p:cNvCxnSpPr>
                <a:cxnSpLocks/>
              </p:cNvCxnSpPr>
              <p:nvPr/>
            </p:nvCxnSpPr>
            <p:spPr>
              <a:xfrm>
                <a:off x="533352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74" name="直線コネクタ 73">
                <a:extLst>
                  <a:ext uri="{FF2B5EF4-FFF2-40B4-BE49-F238E27FC236}">
                    <a16:creationId xmlns:a16="http://schemas.microsoft.com/office/drawing/2014/main" id="{6FFEDD87-9827-687B-7645-D3D670136E0D}"/>
                  </a:ext>
                </a:extLst>
              </p:cNvPr>
              <p:cNvCxnSpPr>
                <a:cxnSpLocks/>
              </p:cNvCxnSpPr>
              <p:nvPr/>
            </p:nvCxnSpPr>
            <p:spPr>
              <a:xfrm>
                <a:off x="578170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75" name="直線コネクタ 74">
                <a:extLst>
                  <a:ext uri="{FF2B5EF4-FFF2-40B4-BE49-F238E27FC236}">
                    <a16:creationId xmlns:a16="http://schemas.microsoft.com/office/drawing/2014/main" id="{DDEF0EA5-763C-23B0-E7F5-41488F25D601}"/>
                  </a:ext>
                </a:extLst>
              </p:cNvPr>
              <p:cNvCxnSpPr>
                <a:cxnSpLocks/>
              </p:cNvCxnSpPr>
              <p:nvPr/>
            </p:nvCxnSpPr>
            <p:spPr>
              <a:xfrm>
                <a:off x="6229893" y="3961019"/>
                <a:ext cx="0" cy="527694"/>
              </a:xfrm>
              <a:prstGeom prst="line">
                <a:avLst/>
              </a:prstGeom>
            </p:spPr>
            <p:style>
              <a:lnRef idx="3">
                <a:schemeClr val="dk1"/>
              </a:lnRef>
              <a:fillRef idx="0">
                <a:schemeClr val="dk1"/>
              </a:fillRef>
              <a:effectRef idx="2">
                <a:schemeClr val="dk1"/>
              </a:effectRef>
              <a:fontRef idx="minor">
                <a:schemeClr val="tx1"/>
              </a:fontRef>
            </p:style>
          </p:cxnSp>
        </p:grpSp>
        <p:sp>
          <p:nvSpPr>
            <p:cNvPr id="38" name="テキスト ボックス 37">
              <a:extLst>
                <a:ext uri="{FF2B5EF4-FFF2-40B4-BE49-F238E27FC236}">
                  <a16:creationId xmlns:a16="http://schemas.microsoft.com/office/drawing/2014/main" id="{491638C8-50E6-6B6C-36CB-D934195583BF}"/>
                </a:ext>
              </a:extLst>
            </p:cNvPr>
            <p:cNvSpPr txBox="1"/>
            <p:nvPr/>
          </p:nvSpPr>
          <p:spPr>
            <a:xfrm>
              <a:off x="8899574" y="4857011"/>
              <a:ext cx="269626" cy="276999"/>
            </a:xfrm>
            <a:prstGeom prst="rect">
              <a:avLst/>
            </a:prstGeom>
            <a:noFill/>
          </p:spPr>
          <p:txBody>
            <a:bodyPr wrap="none" rtlCol="0">
              <a:spAutoFit/>
            </a:bodyPr>
            <a:lstStyle/>
            <a:p>
              <a:r>
                <a:rPr kumimoji="1" lang="en-US" altLang="ja-JP" sz="1200" dirty="0"/>
                <a:t>0</a:t>
              </a:r>
              <a:endParaRPr kumimoji="1" lang="ja-JP" altLang="en-US" sz="1200" dirty="0"/>
            </a:p>
          </p:txBody>
        </p:sp>
        <p:sp>
          <p:nvSpPr>
            <p:cNvPr id="40" name="テキスト ボックス 39">
              <a:extLst>
                <a:ext uri="{FF2B5EF4-FFF2-40B4-BE49-F238E27FC236}">
                  <a16:creationId xmlns:a16="http://schemas.microsoft.com/office/drawing/2014/main" id="{A184B2BC-57B3-2C42-4B2E-CEA3CB75F16E}"/>
                </a:ext>
              </a:extLst>
            </p:cNvPr>
            <p:cNvSpPr txBox="1"/>
            <p:nvPr/>
          </p:nvSpPr>
          <p:spPr>
            <a:xfrm>
              <a:off x="8186675" y="4857011"/>
              <a:ext cx="534121"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41" name="テキスト ボックス 40">
              <a:extLst>
                <a:ext uri="{FF2B5EF4-FFF2-40B4-BE49-F238E27FC236}">
                  <a16:creationId xmlns:a16="http://schemas.microsoft.com/office/drawing/2014/main" id="{430FEB5A-74C2-1E8C-7F9F-C1D5016B1D04}"/>
                </a:ext>
              </a:extLst>
            </p:cNvPr>
            <p:cNvSpPr txBox="1"/>
            <p:nvPr/>
          </p:nvSpPr>
          <p:spPr>
            <a:xfrm>
              <a:off x="7651710" y="4857011"/>
              <a:ext cx="449162"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43" name="テキスト ボックス 42">
              <a:extLst>
                <a:ext uri="{FF2B5EF4-FFF2-40B4-BE49-F238E27FC236}">
                  <a16:creationId xmlns:a16="http://schemas.microsoft.com/office/drawing/2014/main" id="{40394CCA-5EB0-FC4D-08C7-04D574236EE3}"/>
                </a:ext>
              </a:extLst>
            </p:cNvPr>
            <p:cNvSpPr txBox="1"/>
            <p:nvPr/>
          </p:nvSpPr>
          <p:spPr>
            <a:xfrm>
              <a:off x="7025373" y="4857010"/>
              <a:ext cx="534121"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44" name="テキスト ボックス 43">
              <a:extLst>
                <a:ext uri="{FF2B5EF4-FFF2-40B4-BE49-F238E27FC236}">
                  <a16:creationId xmlns:a16="http://schemas.microsoft.com/office/drawing/2014/main" id="{33BC8CF7-E3AF-1FAD-7A82-A8CEFBCD7DED}"/>
                </a:ext>
              </a:extLst>
            </p:cNvPr>
            <p:cNvSpPr txBox="1"/>
            <p:nvPr/>
          </p:nvSpPr>
          <p:spPr>
            <a:xfrm>
              <a:off x="9328740" y="4857011"/>
              <a:ext cx="572593"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45" name="テキスト ボックス 44">
              <a:extLst>
                <a:ext uri="{FF2B5EF4-FFF2-40B4-BE49-F238E27FC236}">
                  <a16:creationId xmlns:a16="http://schemas.microsoft.com/office/drawing/2014/main" id="{08F5A7A9-CA9D-7C85-81FE-7AC260CF8737}"/>
                </a:ext>
              </a:extLst>
            </p:cNvPr>
            <p:cNvSpPr txBox="1"/>
            <p:nvPr/>
          </p:nvSpPr>
          <p:spPr>
            <a:xfrm>
              <a:off x="9951871" y="4857011"/>
              <a:ext cx="487634"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47" name="テキスト ボックス 46">
              <a:extLst>
                <a:ext uri="{FF2B5EF4-FFF2-40B4-BE49-F238E27FC236}">
                  <a16:creationId xmlns:a16="http://schemas.microsoft.com/office/drawing/2014/main" id="{A5526973-AFF4-CEFC-CC4B-4AAAA96639B5}"/>
                </a:ext>
              </a:extLst>
            </p:cNvPr>
            <p:cNvSpPr txBox="1"/>
            <p:nvPr/>
          </p:nvSpPr>
          <p:spPr>
            <a:xfrm>
              <a:off x="10490042" y="4857010"/>
              <a:ext cx="572593"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48" name="楕円 47">
              <a:extLst>
                <a:ext uri="{FF2B5EF4-FFF2-40B4-BE49-F238E27FC236}">
                  <a16:creationId xmlns:a16="http://schemas.microsoft.com/office/drawing/2014/main" id="{191866F4-127E-1A33-4D33-6E4C95FC2D8A}"/>
                </a:ext>
              </a:extLst>
            </p:cNvPr>
            <p:cNvSpPr/>
            <p:nvPr/>
          </p:nvSpPr>
          <p:spPr>
            <a:xfrm>
              <a:off x="8992053" y="2800350"/>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1" name="楕円 50">
              <a:extLst>
                <a:ext uri="{FF2B5EF4-FFF2-40B4-BE49-F238E27FC236}">
                  <a16:creationId xmlns:a16="http://schemas.microsoft.com/office/drawing/2014/main" id="{7FF8535D-CDF1-4FCC-1521-EEE9A69CA73F}"/>
                </a:ext>
              </a:extLst>
            </p:cNvPr>
            <p:cNvSpPr/>
            <p:nvPr/>
          </p:nvSpPr>
          <p:spPr>
            <a:xfrm>
              <a:off x="7830751" y="3806472"/>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4" name="楕円 53">
              <a:extLst>
                <a:ext uri="{FF2B5EF4-FFF2-40B4-BE49-F238E27FC236}">
                  <a16:creationId xmlns:a16="http://schemas.microsoft.com/office/drawing/2014/main" id="{8306903A-795B-4278-E753-287A901F3954}"/>
                </a:ext>
              </a:extLst>
            </p:cNvPr>
            <p:cNvSpPr/>
            <p:nvPr/>
          </p:nvSpPr>
          <p:spPr>
            <a:xfrm>
              <a:off x="10153355" y="3806472"/>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60" name="直線コネクタ 59">
              <a:extLst>
                <a:ext uri="{FF2B5EF4-FFF2-40B4-BE49-F238E27FC236}">
                  <a16:creationId xmlns:a16="http://schemas.microsoft.com/office/drawing/2014/main" id="{DF572DDB-1D6D-308D-FF46-C6AD38CB691E}"/>
                </a:ext>
              </a:extLst>
            </p:cNvPr>
            <p:cNvCxnSpPr>
              <a:cxnSpLocks/>
              <a:endCxn id="51" idx="3"/>
            </p:cNvCxnSpPr>
            <p:nvPr/>
          </p:nvCxnSpPr>
          <p:spPr>
            <a:xfrm flipV="1">
              <a:off x="6978569" y="3878739"/>
              <a:ext cx="864581" cy="73576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直線コネクタ 60">
              <a:extLst>
                <a:ext uri="{FF2B5EF4-FFF2-40B4-BE49-F238E27FC236}">
                  <a16:creationId xmlns:a16="http://schemas.microsoft.com/office/drawing/2014/main" id="{BEA82CAF-732C-60EB-85F5-0B3D6FA8E0A6}"/>
                </a:ext>
              </a:extLst>
            </p:cNvPr>
            <p:cNvCxnSpPr>
              <a:cxnSpLocks/>
              <a:stCxn id="51" idx="7"/>
            </p:cNvCxnSpPr>
            <p:nvPr/>
          </p:nvCxnSpPr>
          <p:spPr>
            <a:xfrm flipV="1">
              <a:off x="7903018" y="3375678"/>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直線コネクタ 61">
              <a:extLst>
                <a:ext uri="{FF2B5EF4-FFF2-40B4-BE49-F238E27FC236}">
                  <a16:creationId xmlns:a16="http://schemas.microsoft.com/office/drawing/2014/main" id="{0D22E0E4-6456-572E-4CCC-73EABBAFDAB8}"/>
                </a:ext>
              </a:extLst>
            </p:cNvPr>
            <p:cNvCxnSpPr>
              <a:cxnSpLocks/>
              <a:endCxn id="48" idx="3"/>
            </p:cNvCxnSpPr>
            <p:nvPr/>
          </p:nvCxnSpPr>
          <p:spPr>
            <a:xfrm flipV="1">
              <a:off x="8483669" y="2872617"/>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3" name="直線コネクタ 62">
              <a:extLst>
                <a:ext uri="{FF2B5EF4-FFF2-40B4-BE49-F238E27FC236}">
                  <a16:creationId xmlns:a16="http://schemas.microsoft.com/office/drawing/2014/main" id="{9148557A-B2DE-BA7F-648E-DD713307373D}"/>
                </a:ext>
              </a:extLst>
            </p:cNvPr>
            <p:cNvCxnSpPr>
              <a:cxnSpLocks/>
              <a:endCxn id="48" idx="5"/>
            </p:cNvCxnSpPr>
            <p:nvPr/>
          </p:nvCxnSpPr>
          <p:spPr>
            <a:xfrm flipH="1" flipV="1">
              <a:off x="9064320" y="2872617"/>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4" name="直線コネクタ 63">
              <a:extLst>
                <a:ext uri="{FF2B5EF4-FFF2-40B4-BE49-F238E27FC236}">
                  <a16:creationId xmlns:a16="http://schemas.microsoft.com/office/drawing/2014/main" id="{F5856DAB-0B5A-299F-35D1-6A6A8D58A366}"/>
                </a:ext>
              </a:extLst>
            </p:cNvPr>
            <p:cNvCxnSpPr>
              <a:cxnSpLocks/>
              <a:stCxn id="54" idx="1"/>
            </p:cNvCxnSpPr>
            <p:nvPr/>
          </p:nvCxnSpPr>
          <p:spPr>
            <a:xfrm flipH="1" flipV="1">
              <a:off x="9644971" y="3375678"/>
              <a:ext cx="520783" cy="44319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5" name="直線コネクタ 64">
              <a:extLst>
                <a:ext uri="{FF2B5EF4-FFF2-40B4-BE49-F238E27FC236}">
                  <a16:creationId xmlns:a16="http://schemas.microsoft.com/office/drawing/2014/main" id="{0DBCBC38-F20F-4630-09B7-FC016CCB858F}"/>
                </a:ext>
              </a:extLst>
            </p:cNvPr>
            <p:cNvCxnSpPr>
              <a:cxnSpLocks/>
              <a:endCxn id="54" idx="5"/>
            </p:cNvCxnSpPr>
            <p:nvPr/>
          </p:nvCxnSpPr>
          <p:spPr>
            <a:xfrm flipH="1" flipV="1">
              <a:off x="10225622" y="3878739"/>
              <a:ext cx="849472" cy="72291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6" name="直線コネクタ 65">
              <a:extLst>
                <a:ext uri="{FF2B5EF4-FFF2-40B4-BE49-F238E27FC236}">
                  <a16:creationId xmlns:a16="http://schemas.microsoft.com/office/drawing/2014/main" id="{B3846C20-FE39-5463-7BFD-64EF4EFAFC54}"/>
                </a:ext>
              </a:extLst>
            </p:cNvPr>
            <p:cNvCxnSpPr/>
            <p:nvPr/>
          </p:nvCxnSpPr>
          <p:spPr>
            <a:xfrm flipV="1">
              <a:off x="9034386" y="2642658"/>
              <a:ext cx="0" cy="2086079"/>
            </a:xfrm>
            <a:prstGeom prst="line">
              <a:avLst/>
            </a:prstGeom>
            <a:ln w="19050"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7" name="テキスト ボックス 66">
              <a:extLst>
                <a:ext uri="{FF2B5EF4-FFF2-40B4-BE49-F238E27FC236}">
                  <a16:creationId xmlns:a16="http://schemas.microsoft.com/office/drawing/2014/main" id="{34D91680-D410-8406-0EDB-982F95D99FE2}"/>
                </a:ext>
              </a:extLst>
            </p:cNvPr>
            <p:cNvSpPr txBox="1"/>
            <p:nvPr/>
          </p:nvSpPr>
          <p:spPr>
            <a:xfrm>
              <a:off x="8496068" y="5157876"/>
              <a:ext cx="1082348" cy="307777"/>
            </a:xfrm>
            <a:prstGeom prst="rect">
              <a:avLst/>
            </a:prstGeom>
            <a:noFill/>
          </p:spPr>
          <p:txBody>
            <a:bodyPr wrap="none" rtlCol="0">
              <a:spAutoFit/>
            </a:bodyPr>
            <a:lstStyle/>
            <a:p>
              <a:r>
                <a:rPr kumimoji="1" lang="ja-JP" altLang="en-US" sz="1400" dirty="0"/>
                <a:t>コード遅延</a:t>
              </a:r>
              <a:endParaRPr lang="ja-JP" altLang="en-US" sz="1400" dirty="0"/>
            </a:p>
          </p:txBody>
        </p:sp>
        <p:sp>
          <p:nvSpPr>
            <p:cNvPr id="68" name="テキスト ボックス 67">
              <a:extLst>
                <a:ext uri="{FF2B5EF4-FFF2-40B4-BE49-F238E27FC236}">
                  <a16:creationId xmlns:a16="http://schemas.microsoft.com/office/drawing/2014/main" id="{C0F2347A-8D3D-544E-0BBB-E3C44C28047D}"/>
                </a:ext>
              </a:extLst>
            </p:cNvPr>
            <p:cNvSpPr txBox="1"/>
            <p:nvPr/>
          </p:nvSpPr>
          <p:spPr>
            <a:xfrm rot="5400000">
              <a:off x="6310127" y="3380226"/>
              <a:ext cx="543739" cy="307777"/>
            </a:xfrm>
            <a:prstGeom prst="rect">
              <a:avLst/>
            </a:prstGeom>
            <a:noFill/>
          </p:spPr>
          <p:txBody>
            <a:bodyPr wrap="none" rtlCol="0">
              <a:spAutoFit/>
            </a:bodyPr>
            <a:lstStyle/>
            <a:p>
              <a:r>
                <a:rPr kumimoji="1" lang="ja-JP" altLang="en-US" sz="1400" dirty="0"/>
                <a:t>相関</a:t>
              </a:r>
              <a:endParaRPr lang="ja-JP" altLang="en-US" sz="1400" dirty="0"/>
            </a:p>
          </p:txBody>
        </p:sp>
      </p:grpSp>
    </p:spTree>
    <p:extLst>
      <p:ext uri="{BB962C8B-B14F-4D97-AF65-F5344CB8AC3E}">
        <p14:creationId xmlns:p14="http://schemas.microsoft.com/office/powerpoint/2010/main" val="3022540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5FB3C-1075-3284-1B3A-78DF9C19EDEF}"/>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43CCAC4-EE47-9DC1-D908-373AC87A0177}"/>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CD6D94AF-1967-AF6D-C5A0-8FC174649583}"/>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EFB39C5-FC92-6E64-BB00-0B8CE6978E59}"/>
              </a:ext>
            </a:extLst>
          </p:cNvPr>
          <p:cNvSpPr>
            <a:spLocks noGrp="1"/>
          </p:cNvSpPr>
          <p:nvPr>
            <p:ph type="sldNum" sz="quarter" idx="15"/>
          </p:nvPr>
        </p:nvSpPr>
        <p:spPr/>
        <p:txBody>
          <a:bodyPr/>
          <a:lstStyle/>
          <a:p>
            <a:fld id="{CC43B8D3-9A08-F84C-9DD4-44948BA52D4B}" type="slidenum">
              <a:rPr lang="en-US" altLang="ja-JP" smtClean="0"/>
              <a:pPr/>
              <a:t>25</a:t>
            </a:fld>
            <a:endParaRPr lang="ja-JP" altLang="en-US" b="1"/>
          </a:p>
        </p:txBody>
      </p:sp>
      <p:grpSp>
        <p:nvGrpSpPr>
          <p:cNvPr id="166" name="グループ化 165">
            <a:extLst>
              <a:ext uri="{FF2B5EF4-FFF2-40B4-BE49-F238E27FC236}">
                <a16:creationId xmlns:a16="http://schemas.microsoft.com/office/drawing/2014/main" id="{01562CDF-6447-14BD-3A8A-B194DBFC6EEA}"/>
              </a:ext>
            </a:extLst>
          </p:cNvPr>
          <p:cNvGrpSpPr/>
          <p:nvPr/>
        </p:nvGrpSpPr>
        <p:grpSpPr>
          <a:xfrm>
            <a:off x="974784" y="2036189"/>
            <a:ext cx="9421230" cy="3154055"/>
            <a:chOff x="974784" y="2036189"/>
            <a:chExt cx="9421230" cy="3154055"/>
          </a:xfrm>
        </p:grpSpPr>
        <p:grpSp>
          <p:nvGrpSpPr>
            <p:cNvPr id="119" name="グループ化 118">
              <a:extLst>
                <a:ext uri="{FF2B5EF4-FFF2-40B4-BE49-F238E27FC236}">
                  <a16:creationId xmlns:a16="http://schemas.microsoft.com/office/drawing/2014/main" id="{31AAB1AA-9496-6DFC-6E35-F81664F1E15A}"/>
                </a:ext>
              </a:extLst>
            </p:cNvPr>
            <p:cNvGrpSpPr/>
            <p:nvPr/>
          </p:nvGrpSpPr>
          <p:grpSpPr>
            <a:xfrm>
              <a:off x="974784" y="2337247"/>
              <a:ext cx="9421230" cy="2852997"/>
              <a:chOff x="974784" y="2337247"/>
              <a:chExt cx="9421230" cy="2852997"/>
            </a:xfrm>
          </p:grpSpPr>
          <p:grpSp>
            <p:nvGrpSpPr>
              <p:cNvPr id="116" name="グループ化 115">
                <a:extLst>
                  <a:ext uri="{FF2B5EF4-FFF2-40B4-BE49-F238E27FC236}">
                    <a16:creationId xmlns:a16="http://schemas.microsoft.com/office/drawing/2014/main" id="{219B7FA2-E301-E953-32E0-0FBBF2177AD7}"/>
                  </a:ext>
                </a:extLst>
              </p:cNvPr>
              <p:cNvGrpSpPr/>
              <p:nvPr/>
            </p:nvGrpSpPr>
            <p:grpSpPr>
              <a:xfrm>
                <a:off x="974784" y="2337247"/>
                <a:ext cx="4643198" cy="2852997"/>
                <a:chOff x="974784" y="2337247"/>
                <a:chExt cx="4643198" cy="2852997"/>
              </a:xfrm>
            </p:grpSpPr>
            <p:cxnSp>
              <p:nvCxnSpPr>
                <p:cNvPr id="6" name="直線矢印コネクタ 5">
                  <a:extLst>
                    <a:ext uri="{FF2B5EF4-FFF2-40B4-BE49-F238E27FC236}">
                      <a16:creationId xmlns:a16="http://schemas.microsoft.com/office/drawing/2014/main" id="{8A89D765-081F-11C9-D983-BB83E05C03F3}"/>
                    </a:ext>
                  </a:extLst>
                </p:cNvPr>
                <p:cNvCxnSpPr/>
                <p:nvPr/>
              </p:nvCxnSpPr>
              <p:spPr>
                <a:xfrm>
                  <a:off x="1182345" y="4487090"/>
                  <a:ext cx="4411133"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直線矢印コネクタ 6">
                  <a:extLst>
                    <a:ext uri="{FF2B5EF4-FFF2-40B4-BE49-F238E27FC236}">
                      <a16:creationId xmlns:a16="http://schemas.microsoft.com/office/drawing/2014/main" id="{6D94D76F-86C6-7B6C-AADD-77ABE495AFFF}"/>
                    </a:ext>
                  </a:extLst>
                </p:cNvPr>
                <p:cNvCxnSpPr>
                  <a:cxnSpLocks/>
                </p:cNvCxnSpPr>
                <p:nvPr/>
              </p:nvCxnSpPr>
              <p:spPr>
                <a:xfrm flipV="1">
                  <a:off x="1421482" y="2337247"/>
                  <a:ext cx="0" cy="235196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グループ化 17">
                  <a:extLst>
                    <a:ext uri="{FF2B5EF4-FFF2-40B4-BE49-F238E27FC236}">
                      <a16:creationId xmlns:a16="http://schemas.microsoft.com/office/drawing/2014/main" id="{505F3A1E-F5DE-FFE1-D61D-E4E0A527220B}"/>
                    </a:ext>
                  </a:extLst>
                </p:cNvPr>
                <p:cNvGrpSpPr/>
                <p:nvPr/>
              </p:nvGrpSpPr>
              <p:grpSpPr>
                <a:xfrm>
                  <a:off x="1839110" y="4392579"/>
                  <a:ext cx="3483905" cy="121499"/>
                  <a:chOff x="3540783" y="3961019"/>
                  <a:chExt cx="2689110" cy="527694"/>
                </a:xfrm>
              </p:grpSpPr>
              <p:cxnSp>
                <p:nvCxnSpPr>
                  <p:cNvPr id="10" name="直線コネクタ 9">
                    <a:extLst>
                      <a:ext uri="{FF2B5EF4-FFF2-40B4-BE49-F238E27FC236}">
                        <a16:creationId xmlns:a16="http://schemas.microsoft.com/office/drawing/2014/main" id="{147817E1-7FCA-A46B-19B8-DA4718A7C8C9}"/>
                      </a:ext>
                    </a:extLst>
                  </p:cNvPr>
                  <p:cNvCxnSpPr>
                    <a:cxnSpLocks/>
                  </p:cNvCxnSpPr>
                  <p:nvPr/>
                </p:nvCxnSpPr>
                <p:spPr>
                  <a:xfrm>
                    <a:off x="354078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1" name="直線コネクタ 10">
                    <a:extLst>
                      <a:ext uri="{FF2B5EF4-FFF2-40B4-BE49-F238E27FC236}">
                        <a16:creationId xmlns:a16="http://schemas.microsoft.com/office/drawing/2014/main" id="{CA8E64ED-B182-D64F-D62F-A62766CCD4CE}"/>
                      </a:ext>
                    </a:extLst>
                  </p:cNvPr>
                  <p:cNvCxnSpPr>
                    <a:cxnSpLocks/>
                  </p:cNvCxnSpPr>
                  <p:nvPr/>
                </p:nvCxnSpPr>
                <p:spPr>
                  <a:xfrm>
                    <a:off x="398896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2" name="直線コネクタ 11">
                    <a:extLst>
                      <a:ext uri="{FF2B5EF4-FFF2-40B4-BE49-F238E27FC236}">
                        <a16:creationId xmlns:a16="http://schemas.microsoft.com/office/drawing/2014/main" id="{C38174BB-556B-DA5B-6ADA-1D73BCB256C8}"/>
                      </a:ext>
                    </a:extLst>
                  </p:cNvPr>
                  <p:cNvCxnSpPr>
                    <a:cxnSpLocks/>
                  </p:cNvCxnSpPr>
                  <p:nvPr/>
                </p:nvCxnSpPr>
                <p:spPr>
                  <a:xfrm>
                    <a:off x="443715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3" name="直線コネクタ 12">
                    <a:extLst>
                      <a:ext uri="{FF2B5EF4-FFF2-40B4-BE49-F238E27FC236}">
                        <a16:creationId xmlns:a16="http://schemas.microsoft.com/office/drawing/2014/main" id="{071ED264-B0FB-8ECC-8608-D919AB2682E5}"/>
                      </a:ext>
                    </a:extLst>
                  </p:cNvPr>
                  <p:cNvCxnSpPr>
                    <a:cxnSpLocks/>
                  </p:cNvCxnSpPr>
                  <p:nvPr/>
                </p:nvCxnSpPr>
                <p:spPr>
                  <a:xfrm>
                    <a:off x="488533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4" name="直線コネクタ 13">
                    <a:extLst>
                      <a:ext uri="{FF2B5EF4-FFF2-40B4-BE49-F238E27FC236}">
                        <a16:creationId xmlns:a16="http://schemas.microsoft.com/office/drawing/2014/main" id="{1C0CB20B-58F3-373B-0145-CDD7044DE638}"/>
                      </a:ext>
                    </a:extLst>
                  </p:cNvPr>
                  <p:cNvCxnSpPr>
                    <a:cxnSpLocks/>
                  </p:cNvCxnSpPr>
                  <p:nvPr/>
                </p:nvCxnSpPr>
                <p:spPr>
                  <a:xfrm>
                    <a:off x="533352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5" name="直線コネクタ 14">
                    <a:extLst>
                      <a:ext uri="{FF2B5EF4-FFF2-40B4-BE49-F238E27FC236}">
                        <a16:creationId xmlns:a16="http://schemas.microsoft.com/office/drawing/2014/main" id="{A1F6C98C-76DC-DB50-61A2-80E4D2C6B3D9}"/>
                      </a:ext>
                    </a:extLst>
                  </p:cNvPr>
                  <p:cNvCxnSpPr>
                    <a:cxnSpLocks/>
                  </p:cNvCxnSpPr>
                  <p:nvPr/>
                </p:nvCxnSpPr>
                <p:spPr>
                  <a:xfrm>
                    <a:off x="578170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16" name="直線コネクタ 15">
                    <a:extLst>
                      <a:ext uri="{FF2B5EF4-FFF2-40B4-BE49-F238E27FC236}">
                        <a16:creationId xmlns:a16="http://schemas.microsoft.com/office/drawing/2014/main" id="{B990CA35-3983-387F-A7A8-83D02E1F44D5}"/>
                      </a:ext>
                    </a:extLst>
                  </p:cNvPr>
                  <p:cNvCxnSpPr>
                    <a:cxnSpLocks/>
                  </p:cNvCxnSpPr>
                  <p:nvPr/>
                </p:nvCxnSpPr>
                <p:spPr>
                  <a:xfrm>
                    <a:off x="6229893" y="3961019"/>
                    <a:ext cx="0" cy="527694"/>
                  </a:xfrm>
                  <a:prstGeom prst="line">
                    <a:avLst/>
                  </a:prstGeom>
                </p:spPr>
                <p:style>
                  <a:lnRef idx="3">
                    <a:schemeClr val="dk1"/>
                  </a:lnRef>
                  <a:fillRef idx="0">
                    <a:schemeClr val="dk1"/>
                  </a:fillRef>
                  <a:effectRef idx="2">
                    <a:schemeClr val="dk1"/>
                  </a:effectRef>
                  <a:fontRef idx="minor">
                    <a:schemeClr val="tx1"/>
                  </a:fontRef>
                </p:style>
              </p:cxnSp>
            </p:grpSp>
            <p:sp>
              <p:nvSpPr>
                <p:cNvPr id="19" name="テキスト ボックス 18">
                  <a:extLst>
                    <a:ext uri="{FF2B5EF4-FFF2-40B4-BE49-F238E27FC236}">
                      <a16:creationId xmlns:a16="http://schemas.microsoft.com/office/drawing/2014/main" id="{EB6DF5F7-5CD5-B12E-0625-623651863740}"/>
                    </a:ext>
                  </a:extLst>
                </p:cNvPr>
                <p:cNvSpPr txBox="1"/>
                <p:nvPr/>
              </p:nvSpPr>
              <p:spPr>
                <a:xfrm>
                  <a:off x="3446250" y="4581602"/>
                  <a:ext cx="269626" cy="276999"/>
                </a:xfrm>
                <a:prstGeom prst="rect">
                  <a:avLst/>
                </a:prstGeom>
                <a:noFill/>
              </p:spPr>
              <p:txBody>
                <a:bodyPr wrap="none" rtlCol="0">
                  <a:spAutoFit/>
                </a:bodyPr>
                <a:lstStyle/>
                <a:p>
                  <a:r>
                    <a:rPr kumimoji="1" lang="en-US" altLang="ja-JP" sz="1200" dirty="0"/>
                    <a:t>0</a:t>
                  </a:r>
                  <a:endParaRPr kumimoji="1" lang="ja-JP" altLang="en-US" sz="1200" dirty="0"/>
                </a:p>
              </p:txBody>
            </p:sp>
            <p:sp>
              <p:nvSpPr>
                <p:cNvPr id="20" name="テキスト ボックス 19">
                  <a:extLst>
                    <a:ext uri="{FF2B5EF4-FFF2-40B4-BE49-F238E27FC236}">
                      <a16:creationId xmlns:a16="http://schemas.microsoft.com/office/drawing/2014/main" id="{879807F0-067B-B9A5-741C-2B5708FA6853}"/>
                    </a:ext>
                  </a:extLst>
                </p:cNvPr>
                <p:cNvSpPr txBox="1"/>
                <p:nvPr/>
              </p:nvSpPr>
              <p:spPr>
                <a:xfrm>
                  <a:off x="2733351" y="4581602"/>
                  <a:ext cx="534121"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21" name="テキスト ボックス 20">
                  <a:extLst>
                    <a:ext uri="{FF2B5EF4-FFF2-40B4-BE49-F238E27FC236}">
                      <a16:creationId xmlns:a16="http://schemas.microsoft.com/office/drawing/2014/main" id="{D6C91070-E14B-E943-5356-A3C1E02071A0}"/>
                    </a:ext>
                  </a:extLst>
                </p:cNvPr>
                <p:cNvSpPr txBox="1"/>
                <p:nvPr/>
              </p:nvSpPr>
              <p:spPr>
                <a:xfrm>
                  <a:off x="2198386" y="4581602"/>
                  <a:ext cx="449162"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22" name="テキスト ボックス 21">
                  <a:extLst>
                    <a:ext uri="{FF2B5EF4-FFF2-40B4-BE49-F238E27FC236}">
                      <a16:creationId xmlns:a16="http://schemas.microsoft.com/office/drawing/2014/main" id="{B8937517-2900-44AE-23E5-EAE4A37FADD7}"/>
                    </a:ext>
                  </a:extLst>
                </p:cNvPr>
                <p:cNvSpPr txBox="1"/>
                <p:nvPr/>
              </p:nvSpPr>
              <p:spPr>
                <a:xfrm>
                  <a:off x="1572049" y="4581601"/>
                  <a:ext cx="534121"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23" name="テキスト ボックス 22">
                  <a:extLst>
                    <a:ext uri="{FF2B5EF4-FFF2-40B4-BE49-F238E27FC236}">
                      <a16:creationId xmlns:a16="http://schemas.microsoft.com/office/drawing/2014/main" id="{7075BEFB-6058-C581-3837-A630FB1DC1EC}"/>
                    </a:ext>
                  </a:extLst>
                </p:cNvPr>
                <p:cNvSpPr txBox="1"/>
                <p:nvPr/>
              </p:nvSpPr>
              <p:spPr>
                <a:xfrm>
                  <a:off x="3875416" y="4581602"/>
                  <a:ext cx="572593"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24" name="テキスト ボックス 23">
                  <a:extLst>
                    <a:ext uri="{FF2B5EF4-FFF2-40B4-BE49-F238E27FC236}">
                      <a16:creationId xmlns:a16="http://schemas.microsoft.com/office/drawing/2014/main" id="{5451B6A2-E805-D3D1-0501-25A98C6961D9}"/>
                    </a:ext>
                  </a:extLst>
                </p:cNvPr>
                <p:cNvSpPr txBox="1"/>
                <p:nvPr/>
              </p:nvSpPr>
              <p:spPr>
                <a:xfrm>
                  <a:off x="4498547" y="4581602"/>
                  <a:ext cx="487634"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25" name="テキスト ボックス 24">
                  <a:extLst>
                    <a:ext uri="{FF2B5EF4-FFF2-40B4-BE49-F238E27FC236}">
                      <a16:creationId xmlns:a16="http://schemas.microsoft.com/office/drawing/2014/main" id="{9D6205D8-B017-A59F-ED36-AAE4EA6D824F}"/>
                    </a:ext>
                  </a:extLst>
                </p:cNvPr>
                <p:cNvSpPr txBox="1"/>
                <p:nvPr/>
              </p:nvSpPr>
              <p:spPr>
                <a:xfrm>
                  <a:off x="5036718" y="4581601"/>
                  <a:ext cx="572593"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26" name="楕円 25">
                  <a:extLst>
                    <a:ext uri="{FF2B5EF4-FFF2-40B4-BE49-F238E27FC236}">
                      <a16:creationId xmlns:a16="http://schemas.microsoft.com/office/drawing/2014/main" id="{3B95256D-7ECD-087B-497E-D1379489CFDE}"/>
                    </a:ext>
                  </a:extLst>
                </p:cNvPr>
                <p:cNvSpPr/>
                <p:nvPr/>
              </p:nvSpPr>
              <p:spPr>
                <a:xfrm>
                  <a:off x="3950330" y="2866003"/>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38490F66-B528-3F51-20D7-1C0C68503A0A}"/>
                    </a:ext>
                  </a:extLst>
                </p:cNvPr>
                <p:cNvSpPr/>
                <p:nvPr/>
              </p:nvSpPr>
              <p:spPr>
                <a:xfrm>
                  <a:off x="2789028" y="3174039"/>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3F256611-AB17-AF9A-0B60-46A55F337290}"/>
                    </a:ext>
                  </a:extLst>
                </p:cNvPr>
                <p:cNvSpPr/>
                <p:nvPr/>
              </p:nvSpPr>
              <p:spPr>
                <a:xfrm>
                  <a:off x="5111632" y="3880120"/>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39" name="直線コネクタ 38">
                  <a:extLst>
                    <a:ext uri="{FF2B5EF4-FFF2-40B4-BE49-F238E27FC236}">
                      <a16:creationId xmlns:a16="http://schemas.microsoft.com/office/drawing/2014/main" id="{04E2633F-55AB-9BCB-6C09-FB73C2B20DBC}"/>
                    </a:ext>
                  </a:extLst>
                </p:cNvPr>
                <p:cNvCxnSpPr>
                  <a:cxnSpLocks/>
                </p:cNvCxnSpPr>
                <p:nvPr/>
              </p:nvCxnSpPr>
              <p:spPr>
                <a:xfrm flipV="1">
                  <a:off x="1536275" y="2572964"/>
                  <a:ext cx="2014853" cy="174189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直線コネクタ 41">
                  <a:extLst>
                    <a:ext uri="{FF2B5EF4-FFF2-40B4-BE49-F238E27FC236}">
                      <a16:creationId xmlns:a16="http://schemas.microsoft.com/office/drawing/2014/main" id="{752B3277-9991-38DB-8613-88C29C4514EE}"/>
                    </a:ext>
                  </a:extLst>
                </p:cNvPr>
                <p:cNvCxnSpPr>
                  <a:cxnSpLocks/>
                </p:cNvCxnSpPr>
                <p:nvPr/>
              </p:nvCxnSpPr>
              <p:spPr>
                <a:xfrm flipH="1" flipV="1">
                  <a:off x="3610996" y="2577918"/>
                  <a:ext cx="2006986" cy="174189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5" name="直線コネクタ 54">
                  <a:extLst>
                    <a:ext uri="{FF2B5EF4-FFF2-40B4-BE49-F238E27FC236}">
                      <a16:creationId xmlns:a16="http://schemas.microsoft.com/office/drawing/2014/main" id="{2C9439F3-C542-F148-F578-348C1F7758D4}"/>
                    </a:ext>
                  </a:extLst>
                </p:cNvPr>
                <p:cNvCxnSpPr/>
                <p:nvPr/>
              </p:nvCxnSpPr>
              <p:spPr>
                <a:xfrm flipV="1">
                  <a:off x="3581062" y="2367249"/>
                  <a:ext cx="0" cy="2086079"/>
                </a:xfrm>
                <a:prstGeom prst="line">
                  <a:avLst/>
                </a:prstGeom>
                <a:ln w="19050"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6" name="テキスト ボックス 55">
                  <a:extLst>
                    <a:ext uri="{FF2B5EF4-FFF2-40B4-BE49-F238E27FC236}">
                      <a16:creationId xmlns:a16="http://schemas.microsoft.com/office/drawing/2014/main" id="{07C9C3BC-6009-7C55-AB49-D13A272022C6}"/>
                    </a:ext>
                  </a:extLst>
                </p:cNvPr>
                <p:cNvSpPr txBox="1"/>
                <p:nvPr/>
              </p:nvSpPr>
              <p:spPr>
                <a:xfrm>
                  <a:off x="3042744" y="4882467"/>
                  <a:ext cx="1082348" cy="307777"/>
                </a:xfrm>
                <a:prstGeom prst="rect">
                  <a:avLst/>
                </a:prstGeom>
                <a:noFill/>
              </p:spPr>
              <p:txBody>
                <a:bodyPr wrap="none" rtlCol="0">
                  <a:spAutoFit/>
                </a:bodyPr>
                <a:lstStyle/>
                <a:p>
                  <a:r>
                    <a:rPr kumimoji="1" lang="ja-JP" altLang="en-US" sz="1400" dirty="0"/>
                    <a:t>コード遅延</a:t>
                  </a:r>
                  <a:endParaRPr lang="ja-JP" altLang="en-US" sz="1400" dirty="0"/>
                </a:p>
              </p:txBody>
            </p:sp>
            <p:sp>
              <p:nvSpPr>
                <p:cNvPr id="57" name="テキスト ボックス 56">
                  <a:extLst>
                    <a:ext uri="{FF2B5EF4-FFF2-40B4-BE49-F238E27FC236}">
                      <a16:creationId xmlns:a16="http://schemas.microsoft.com/office/drawing/2014/main" id="{3A87E41E-59D3-4AB4-3827-F0E99EF93354}"/>
                    </a:ext>
                  </a:extLst>
                </p:cNvPr>
                <p:cNvSpPr txBox="1"/>
                <p:nvPr/>
              </p:nvSpPr>
              <p:spPr>
                <a:xfrm rot="5400000">
                  <a:off x="856803" y="3104817"/>
                  <a:ext cx="543739" cy="307777"/>
                </a:xfrm>
                <a:prstGeom prst="rect">
                  <a:avLst/>
                </a:prstGeom>
                <a:noFill/>
              </p:spPr>
              <p:txBody>
                <a:bodyPr wrap="none" rtlCol="0">
                  <a:spAutoFit/>
                </a:bodyPr>
                <a:lstStyle/>
                <a:p>
                  <a:r>
                    <a:rPr kumimoji="1" lang="ja-JP" altLang="en-US" sz="1400" dirty="0"/>
                    <a:t>相関</a:t>
                  </a:r>
                  <a:endParaRPr lang="ja-JP" altLang="en-US" sz="1400" dirty="0"/>
                </a:p>
              </p:txBody>
            </p:sp>
            <p:cxnSp>
              <p:nvCxnSpPr>
                <p:cNvPr id="81" name="直線コネクタ 80">
                  <a:extLst>
                    <a:ext uri="{FF2B5EF4-FFF2-40B4-BE49-F238E27FC236}">
                      <a16:creationId xmlns:a16="http://schemas.microsoft.com/office/drawing/2014/main" id="{B3AA782A-0FA3-7AF2-CC0B-2F7BB6958092}"/>
                    </a:ext>
                  </a:extLst>
                </p:cNvPr>
                <p:cNvCxnSpPr/>
                <p:nvPr/>
              </p:nvCxnSpPr>
              <p:spPr>
                <a:xfrm>
                  <a:off x="1434289" y="3218425"/>
                  <a:ext cx="406894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2" name="直線コネクタ 81">
                  <a:extLst>
                    <a:ext uri="{FF2B5EF4-FFF2-40B4-BE49-F238E27FC236}">
                      <a16:creationId xmlns:a16="http://schemas.microsoft.com/office/drawing/2014/main" id="{3BFDFF63-0782-FAE6-001C-EB36847E639F}"/>
                    </a:ext>
                  </a:extLst>
                </p:cNvPr>
                <p:cNvCxnSpPr/>
                <p:nvPr/>
              </p:nvCxnSpPr>
              <p:spPr>
                <a:xfrm>
                  <a:off x="1434289" y="3922453"/>
                  <a:ext cx="406894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4" name="直線コネクタ 83">
                  <a:extLst>
                    <a:ext uri="{FF2B5EF4-FFF2-40B4-BE49-F238E27FC236}">
                      <a16:creationId xmlns:a16="http://schemas.microsoft.com/office/drawing/2014/main" id="{06C3B3AC-5188-7EC9-338A-63A5B3643059}"/>
                    </a:ext>
                  </a:extLst>
                </p:cNvPr>
                <p:cNvCxnSpPr>
                  <a:cxnSpLocks/>
                </p:cNvCxnSpPr>
                <p:nvPr/>
              </p:nvCxnSpPr>
              <p:spPr>
                <a:xfrm flipV="1">
                  <a:off x="3992663" y="2337247"/>
                  <a:ext cx="0" cy="803642"/>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86" name="直線矢印コネクタ 85">
                  <a:extLst>
                    <a:ext uri="{FF2B5EF4-FFF2-40B4-BE49-F238E27FC236}">
                      <a16:creationId xmlns:a16="http://schemas.microsoft.com/office/drawing/2014/main" id="{F1E5D919-180C-E281-92DF-F71B1E81508A}"/>
                    </a:ext>
                  </a:extLst>
                </p:cNvPr>
                <p:cNvCxnSpPr/>
                <p:nvPr/>
              </p:nvCxnSpPr>
              <p:spPr>
                <a:xfrm>
                  <a:off x="3610996" y="2513593"/>
                  <a:ext cx="381667" cy="0"/>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nvGrpSpPr>
              <p:cNvPr id="118" name="グループ化 117">
                <a:extLst>
                  <a:ext uri="{FF2B5EF4-FFF2-40B4-BE49-F238E27FC236}">
                    <a16:creationId xmlns:a16="http://schemas.microsoft.com/office/drawing/2014/main" id="{1AF08D7D-BE85-4803-1531-51B1C71FC734}"/>
                  </a:ext>
                </a:extLst>
              </p:cNvPr>
              <p:cNvGrpSpPr/>
              <p:nvPr/>
            </p:nvGrpSpPr>
            <p:grpSpPr>
              <a:xfrm>
                <a:off x="5752816" y="2337247"/>
                <a:ext cx="4643198" cy="2852997"/>
                <a:chOff x="6152243" y="2337247"/>
                <a:chExt cx="4643198" cy="2852997"/>
              </a:xfrm>
            </p:grpSpPr>
            <p:cxnSp>
              <p:nvCxnSpPr>
                <p:cNvPr id="87" name="直線矢印コネクタ 86">
                  <a:extLst>
                    <a:ext uri="{FF2B5EF4-FFF2-40B4-BE49-F238E27FC236}">
                      <a16:creationId xmlns:a16="http://schemas.microsoft.com/office/drawing/2014/main" id="{C00F121C-3F67-8DAF-4B7F-183EBEBF540F}"/>
                    </a:ext>
                  </a:extLst>
                </p:cNvPr>
                <p:cNvCxnSpPr/>
                <p:nvPr/>
              </p:nvCxnSpPr>
              <p:spPr>
                <a:xfrm>
                  <a:off x="6359804" y="4487090"/>
                  <a:ext cx="4411133"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8" name="直線矢印コネクタ 87">
                  <a:extLst>
                    <a:ext uri="{FF2B5EF4-FFF2-40B4-BE49-F238E27FC236}">
                      <a16:creationId xmlns:a16="http://schemas.microsoft.com/office/drawing/2014/main" id="{927C04B0-CF06-6031-A28B-D81A7570A757}"/>
                    </a:ext>
                  </a:extLst>
                </p:cNvPr>
                <p:cNvCxnSpPr>
                  <a:cxnSpLocks/>
                </p:cNvCxnSpPr>
                <p:nvPr/>
              </p:nvCxnSpPr>
              <p:spPr>
                <a:xfrm flipV="1">
                  <a:off x="6598941" y="2337247"/>
                  <a:ext cx="0" cy="235196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89" name="グループ化 88">
                  <a:extLst>
                    <a:ext uri="{FF2B5EF4-FFF2-40B4-BE49-F238E27FC236}">
                      <a16:creationId xmlns:a16="http://schemas.microsoft.com/office/drawing/2014/main" id="{3CBC836B-1EE3-D4BD-8C28-EA3BB8D4068D}"/>
                    </a:ext>
                  </a:extLst>
                </p:cNvPr>
                <p:cNvGrpSpPr/>
                <p:nvPr/>
              </p:nvGrpSpPr>
              <p:grpSpPr>
                <a:xfrm>
                  <a:off x="7016569" y="4392579"/>
                  <a:ext cx="3483905" cy="121499"/>
                  <a:chOff x="3540783" y="3961019"/>
                  <a:chExt cx="2689110" cy="527694"/>
                </a:xfrm>
              </p:grpSpPr>
              <p:cxnSp>
                <p:nvCxnSpPr>
                  <p:cNvPr id="90" name="直線コネクタ 89">
                    <a:extLst>
                      <a:ext uri="{FF2B5EF4-FFF2-40B4-BE49-F238E27FC236}">
                        <a16:creationId xmlns:a16="http://schemas.microsoft.com/office/drawing/2014/main" id="{8FC275CA-6B43-40A4-8CEE-F112FCA082F9}"/>
                      </a:ext>
                    </a:extLst>
                  </p:cNvPr>
                  <p:cNvCxnSpPr>
                    <a:cxnSpLocks/>
                  </p:cNvCxnSpPr>
                  <p:nvPr/>
                </p:nvCxnSpPr>
                <p:spPr>
                  <a:xfrm>
                    <a:off x="354078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91" name="直線コネクタ 90">
                    <a:extLst>
                      <a:ext uri="{FF2B5EF4-FFF2-40B4-BE49-F238E27FC236}">
                        <a16:creationId xmlns:a16="http://schemas.microsoft.com/office/drawing/2014/main" id="{BBA36EF8-3BE7-BD39-95D3-60C4939C74CB}"/>
                      </a:ext>
                    </a:extLst>
                  </p:cNvPr>
                  <p:cNvCxnSpPr>
                    <a:cxnSpLocks/>
                  </p:cNvCxnSpPr>
                  <p:nvPr/>
                </p:nvCxnSpPr>
                <p:spPr>
                  <a:xfrm>
                    <a:off x="398896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92" name="直線コネクタ 91">
                    <a:extLst>
                      <a:ext uri="{FF2B5EF4-FFF2-40B4-BE49-F238E27FC236}">
                        <a16:creationId xmlns:a16="http://schemas.microsoft.com/office/drawing/2014/main" id="{4F711264-C44E-C340-8E6B-D4582E18529A}"/>
                      </a:ext>
                    </a:extLst>
                  </p:cNvPr>
                  <p:cNvCxnSpPr>
                    <a:cxnSpLocks/>
                  </p:cNvCxnSpPr>
                  <p:nvPr/>
                </p:nvCxnSpPr>
                <p:spPr>
                  <a:xfrm>
                    <a:off x="443715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93" name="直線コネクタ 92">
                    <a:extLst>
                      <a:ext uri="{FF2B5EF4-FFF2-40B4-BE49-F238E27FC236}">
                        <a16:creationId xmlns:a16="http://schemas.microsoft.com/office/drawing/2014/main" id="{17CEEC05-F0E6-A69E-D20D-DAC32D0D0AD9}"/>
                      </a:ext>
                    </a:extLst>
                  </p:cNvPr>
                  <p:cNvCxnSpPr>
                    <a:cxnSpLocks/>
                  </p:cNvCxnSpPr>
                  <p:nvPr/>
                </p:nvCxnSpPr>
                <p:spPr>
                  <a:xfrm>
                    <a:off x="488533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94" name="直線コネクタ 93">
                    <a:extLst>
                      <a:ext uri="{FF2B5EF4-FFF2-40B4-BE49-F238E27FC236}">
                        <a16:creationId xmlns:a16="http://schemas.microsoft.com/office/drawing/2014/main" id="{1127156C-DC1D-315C-EBD9-12B2BB5DD658}"/>
                      </a:ext>
                    </a:extLst>
                  </p:cNvPr>
                  <p:cNvCxnSpPr>
                    <a:cxnSpLocks/>
                  </p:cNvCxnSpPr>
                  <p:nvPr/>
                </p:nvCxnSpPr>
                <p:spPr>
                  <a:xfrm>
                    <a:off x="5333523"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95" name="直線コネクタ 94">
                    <a:extLst>
                      <a:ext uri="{FF2B5EF4-FFF2-40B4-BE49-F238E27FC236}">
                        <a16:creationId xmlns:a16="http://schemas.microsoft.com/office/drawing/2014/main" id="{3AB95CE5-DA36-E8DD-E83A-70EC13ED0BE2}"/>
                      </a:ext>
                    </a:extLst>
                  </p:cNvPr>
                  <p:cNvCxnSpPr>
                    <a:cxnSpLocks/>
                  </p:cNvCxnSpPr>
                  <p:nvPr/>
                </p:nvCxnSpPr>
                <p:spPr>
                  <a:xfrm>
                    <a:off x="5781708" y="3961019"/>
                    <a:ext cx="0" cy="527694"/>
                  </a:xfrm>
                  <a:prstGeom prst="line">
                    <a:avLst/>
                  </a:prstGeom>
                </p:spPr>
                <p:style>
                  <a:lnRef idx="3">
                    <a:schemeClr val="dk1"/>
                  </a:lnRef>
                  <a:fillRef idx="0">
                    <a:schemeClr val="dk1"/>
                  </a:fillRef>
                  <a:effectRef idx="2">
                    <a:schemeClr val="dk1"/>
                  </a:effectRef>
                  <a:fontRef idx="minor">
                    <a:schemeClr val="tx1"/>
                  </a:fontRef>
                </p:style>
              </p:cxnSp>
              <p:cxnSp>
                <p:nvCxnSpPr>
                  <p:cNvPr id="96" name="直線コネクタ 95">
                    <a:extLst>
                      <a:ext uri="{FF2B5EF4-FFF2-40B4-BE49-F238E27FC236}">
                        <a16:creationId xmlns:a16="http://schemas.microsoft.com/office/drawing/2014/main" id="{245E3B8D-73BF-B45E-B34C-9EC3194E95CB}"/>
                      </a:ext>
                    </a:extLst>
                  </p:cNvPr>
                  <p:cNvCxnSpPr>
                    <a:cxnSpLocks/>
                  </p:cNvCxnSpPr>
                  <p:nvPr/>
                </p:nvCxnSpPr>
                <p:spPr>
                  <a:xfrm>
                    <a:off x="6229893" y="3961019"/>
                    <a:ext cx="0" cy="527694"/>
                  </a:xfrm>
                  <a:prstGeom prst="line">
                    <a:avLst/>
                  </a:prstGeom>
                </p:spPr>
                <p:style>
                  <a:lnRef idx="3">
                    <a:schemeClr val="dk1"/>
                  </a:lnRef>
                  <a:fillRef idx="0">
                    <a:schemeClr val="dk1"/>
                  </a:fillRef>
                  <a:effectRef idx="2">
                    <a:schemeClr val="dk1"/>
                  </a:effectRef>
                  <a:fontRef idx="minor">
                    <a:schemeClr val="tx1"/>
                  </a:fontRef>
                </p:style>
              </p:cxnSp>
            </p:grpSp>
            <p:sp>
              <p:nvSpPr>
                <p:cNvPr id="97" name="テキスト ボックス 96">
                  <a:extLst>
                    <a:ext uri="{FF2B5EF4-FFF2-40B4-BE49-F238E27FC236}">
                      <a16:creationId xmlns:a16="http://schemas.microsoft.com/office/drawing/2014/main" id="{E9F532A6-6320-6164-8575-68783E4FDE9E}"/>
                    </a:ext>
                  </a:extLst>
                </p:cNvPr>
                <p:cNvSpPr txBox="1"/>
                <p:nvPr/>
              </p:nvSpPr>
              <p:spPr>
                <a:xfrm>
                  <a:off x="8623709" y="4581602"/>
                  <a:ext cx="269626" cy="276999"/>
                </a:xfrm>
                <a:prstGeom prst="rect">
                  <a:avLst/>
                </a:prstGeom>
                <a:noFill/>
              </p:spPr>
              <p:txBody>
                <a:bodyPr wrap="none" rtlCol="0">
                  <a:spAutoFit/>
                </a:bodyPr>
                <a:lstStyle/>
                <a:p>
                  <a:r>
                    <a:rPr kumimoji="1" lang="en-US" altLang="ja-JP" sz="1200" dirty="0"/>
                    <a:t>0</a:t>
                  </a:r>
                  <a:endParaRPr kumimoji="1" lang="ja-JP" altLang="en-US" sz="1200" dirty="0"/>
                </a:p>
              </p:txBody>
            </p:sp>
            <p:sp>
              <p:nvSpPr>
                <p:cNvPr id="98" name="テキスト ボックス 97">
                  <a:extLst>
                    <a:ext uri="{FF2B5EF4-FFF2-40B4-BE49-F238E27FC236}">
                      <a16:creationId xmlns:a16="http://schemas.microsoft.com/office/drawing/2014/main" id="{CAEFD993-A7AA-BAE7-A793-9B80F072CD73}"/>
                    </a:ext>
                  </a:extLst>
                </p:cNvPr>
                <p:cNvSpPr txBox="1"/>
                <p:nvPr/>
              </p:nvSpPr>
              <p:spPr>
                <a:xfrm>
                  <a:off x="7910810" y="4581602"/>
                  <a:ext cx="534121"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99" name="テキスト ボックス 98">
                  <a:extLst>
                    <a:ext uri="{FF2B5EF4-FFF2-40B4-BE49-F238E27FC236}">
                      <a16:creationId xmlns:a16="http://schemas.microsoft.com/office/drawing/2014/main" id="{55750529-207E-5C8D-0CF1-3E6DBD158D61}"/>
                    </a:ext>
                  </a:extLst>
                </p:cNvPr>
                <p:cNvSpPr txBox="1"/>
                <p:nvPr/>
              </p:nvSpPr>
              <p:spPr>
                <a:xfrm>
                  <a:off x="7375845" y="4581602"/>
                  <a:ext cx="449162"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100" name="テキスト ボックス 99">
                  <a:extLst>
                    <a:ext uri="{FF2B5EF4-FFF2-40B4-BE49-F238E27FC236}">
                      <a16:creationId xmlns:a16="http://schemas.microsoft.com/office/drawing/2014/main" id="{205AAA21-36DF-9D5B-2B92-44D55792A3D3}"/>
                    </a:ext>
                  </a:extLst>
                </p:cNvPr>
                <p:cNvSpPr txBox="1"/>
                <p:nvPr/>
              </p:nvSpPr>
              <p:spPr>
                <a:xfrm>
                  <a:off x="6749508" y="4581601"/>
                  <a:ext cx="534121"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101" name="テキスト ボックス 100">
                  <a:extLst>
                    <a:ext uri="{FF2B5EF4-FFF2-40B4-BE49-F238E27FC236}">
                      <a16:creationId xmlns:a16="http://schemas.microsoft.com/office/drawing/2014/main" id="{39059219-857C-0D21-EF6D-363BA7D5F08D}"/>
                    </a:ext>
                  </a:extLst>
                </p:cNvPr>
                <p:cNvSpPr txBox="1"/>
                <p:nvPr/>
              </p:nvSpPr>
              <p:spPr>
                <a:xfrm>
                  <a:off x="9052875" y="4581602"/>
                  <a:ext cx="572593" cy="276999"/>
                </a:xfrm>
                <a:prstGeom prst="rect">
                  <a:avLst/>
                </a:prstGeom>
                <a:noFill/>
              </p:spPr>
              <p:txBody>
                <a:bodyPr wrap="none" rtlCol="0">
                  <a:spAutoFit/>
                </a:bodyPr>
                <a:lstStyle/>
                <a:p>
                  <a:r>
                    <a:rPr kumimoji="1" lang="en-US" altLang="ja-JP" sz="1200" dirty="0"/>
                    <a:t>+0.25</a:t>
                  </a:r>
                  <a:endParaRPr kumimoji="1" lang="ja-JP" altLang="en-US" sz="1200" dirty="0"/>
                </a:p>
              </p:txBody>
            </p:sp>
            <p:sp>
              <p:nvSpPr>
                <p:cNvPr id="102" name="テキスト ボックス 101">
                  <a:extLst>
                    <a:ext uri="{FF2B5EF4-FFF2-40B4-BE49-F238E27FC236}">
                      <a16:creationId xmlns:a16="http://schemas.microsoft.com/office/drawing/2014/main" id="{1B654497-1E3E-5134-393C-20A38973C3EB}"/>
                    </a:ext>
                  </a:extLst>
                </p:cNvPr>
                <p:cNvSpPr txBox="1"/>
                <p:nvPr/>
              </p:nvSpPr>
              <p:spPr>
                <a:xfrm>
                  <a:off x="9676006" y="4581602"/>
                  <a:ext cx="487634" cy="276999"/>
                </a:xfrm>
                <a:prstGeom prst="rect">
                  <a:avLst/>
                </a:prstGeom>
                <a:noFill/>
              </p:spPr>
              <p:txBody>
                <a:bodyPr wrap="none" rtlCol="0">
                  <a:spAutoFit/>
                </a:bodyPr>
                <a:lstStyle/>
                <a:p>
                  <a:r>
                    <a:rPr kumimoji="1" lang="en-US" altLang="ja-JP" sz="1200" dirty="0"/>
                    <a:t>+0.5</a:t>
                  </a:r>
                  <a:endParaRPr kumimoji="1" lang="ja-JP" altLang="en-US" sz="1200" dirty="0"/>
                </a:p>
              </p:txBody>
            </p:sp>
            <p:sp>
              <p:nvSpPr>
                <p:cNvPr id="103" name="テキスト ボックス 102">
                  <a:extLst>
                    <a:ext uri="{FF2B5EF4-FFF2-40B4-BE49-F238E27FC236}">
                      <a16:creationId xmlns:a16="http://schemas.microsoft.com/office/drawing/2014/main" id="{1B9FC881-B3E9-A090-0685-FA14E0B7F0D1}"/>
                    </a:ext>
                  </a:extLst>
                </p:cNvPr>
                <p:cNvSpPr txBox="1"/>
                <p:nvPr/>
              </p:nvSpPr>
              <p:spPr>
                <a:xfrm>
                  <a:off x="10214177" y="4581601"/>
                  <a:ext cx="572593" cy="276999"/>
                </a:xfrm>
                <a:prstGeom prst="rect">
                  <a:avLst/>
                </a:prstGeom>
                <a:noFill/>
              </p:spPr>
              <p:txBody>
                <a:bodyPr wrap="none" rtlCol="0">
                  <a:spAutoFit/>
                </a:bodyPr>
                <a:lstStyle/>
                <a:p>
                  <a:r>
                    <a:rPr kumimoji="1" lang="en-US" altLang="ja-JP" sz="1200" dirty="0"/>
                    <a:t>+0.75</a:t>
                  </a:r>
                  <a:endParaRPr kumimoji="1" lang="ja-JP" altLang="en-US" sz="1200" dirty="0"/>
                </a:p>
              </p:txBody>
            </p:sp>
            <p:sp>
              <p:nvSpPr>
                <p:cNvPr id="104" name="楕円 103">
                  <a:extLst>
                    <a:ext uri="{FF2B5EF4-FFF2-40B4-BE49-F238E27FC236}">
                      <a16:creationId xmlns:a16="http://schemas.microsoft.com/office/drawing/2014/main" id="{A9318793-5983-5BBA-6E2C-D3D70A8348E8}"/>
                    </a:ext>
                  </a:extLst>
                </p:cNvPr>
                <p:cNvSpPr/>
                <p:nvPr/>
              </p:nvSpPr>
              <p:spPr>
                <a:xfrm>
                  <a:off x="8310958" y="2866003"/>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05" name="楕円 104">
                  <a:extLst>
                    <a:ext uri="{FF2B5EF4-FFF2-40B4-BE49-F238E27FC236}">
                      <a16:creationId xmlns:a16="http://schemas.microsoft.com/office/drawing/2014/main" id="{24644E08-D82D-6269-C3C7-B36CB1307AA6}"/>
                    </a:ext>
                  </a:extLst>
                </p:cNvPr>
                <p:cNvSpPr/>
                <p:nvPr/>
              </p:nvSpPr>
              <p:spPr>
                <a:xfrm>
                  <a:off x="7149656" y="3880120"/>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06" name="楕円 105">
                  <a:extLst>
                    <a:ext uri="{FF2B5EF4-FFF2-40B4-BE49-F238E27FC236}">
                      <a16:creationId xmlns:a16="http://schemas.microsoft.com/office/drawing/2014/main" id="{75B3DE9C-BDC9-6B50-979C-2B0F858AC348}"/>
                    </a:ext>
                  </a:extLst>
                </p:cNvPr>
                <p:cNvSpPr/>
                <p:nvPr/>
              </p:nvSpPr>
              <p:spPr>
                <a:xfrm>
                  <a:off x="9472260" y="3174039"/>
                  <a:ext cx="84666" cy="8466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07" name="直線コネクタ 106">
                  <a:extLst>
                    <a:ext uri="{FF2B5EF4-FFF2-40B4-BE49-F238E27FC236}">
                      <a16:creationId xmlns:a16="http://schemas.microsoft.com/office/drawing/2014/main" id="{44EE7CBA-EF3C-DBBF-F2F4-BCA008A16E46}"/>
                    </a:ext>
                  </a:extLst>
                </p:cNvPr>
                <p:cNvCxnSpPr>
                  <a:cxnSpLocks/>
                </p:cNvCxnSpPr>
                <p:nvPr/>
              </p:nvCxnSpPr>
              <p:spPr>
                <a:xfrm flipV="1">
                  <a:off x="6713734" y="2572964"/>
                  <a:ext cx="2014853" cy="174189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8" name="直線コネクタ 107">
                  <a:extLst>
                    <a:ext uri="{FF2B5EF4-FFF2-40B4-BE49-F238E27FC236}">
                      <a16:creationId xmlns:a16="http://schemas.microsoft.com/office/drawing/2014/main" id="{FCBD4F13-7879-5C99-38F6-97BEEB10E485}"/>
                    </a:ext>
                  </a:extLst>
                </p:cNvPr>
                <p:cNvCxnSpPr>
                  <a:cxnSpLocks/>
                </p:cNvCxnSpPr>
                <p:nvPr/>
              </p:nvCxnSpPr>
              <p:spPr>
                <a:xfrm flipH="1" flipV="1">
                  <a:off x="8788455" y="2577918"/>
                  <a:ext cx="2006986" cy="174189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9" name="直線コネクタ 108">
                  <a:extLst>
                    <a:ext uri="{FF2B5EF4-FFF2-40B4-BE49-F238E27FC236}">
                      <a16:creationId xmlns:a16="http://schemas.microsoft.com/office/drawing/2014/main" id="{46A16113-2B10-A371-4B5B-B076FD1D2548}"/>
                    </a:ext>
                  </a:extLst>
                </p:cNvPr>
                <p:cNvCxnSpPr/>
                <p:nvPr/>
              </p:nvCxnSpPr>
              <p:spPr>
                <a:xfrm flipV="1">
                  <a:off x="8758521" y="2367249"/>
                  <a:ext cx="0" cy="2086079"/>
                </a:xfrm>
                <a:prstGeom prst="line">
                  <a:avLst/>
                </a:prstGeom>
                <a:ln w="19050" cap="flat" cmpd="sng" algn="ctr">
                  <a:solidFill>
                    <a:schemeClr val="dk1"/>
                  </a:solidFill>
                  <a:prstDash val="lgDash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テキスト ボックス 109">
                  <a:extLst>
                    <a:ext uri="{FF2B5EF4-FFF2-40B4-BE49-F238E27FC236}">
                      <a16:creationId xmlns:a16="http://schemas.microsoft.com/office/drawing/2014/main" id="{50307DF0-D511-3C67-BC9D-EF8DF059C55B}"/>
                    </a:ext>
                  </a:extLst>
                </p:cNvPr>
                <p:cNvSpPr txBox="1"/>
                <p:nvPr/>
              </p:nvSpPr>
              <p:spPr>
                <a:xfrm>
                  <a:off x="8220203" y="4882467"/>
                  <a:ext cx="1082348" cy="307777"/>
                </a:xfrm>
                <a:prstGeom prst="rect">
                  <a:avLst/>
                </a:prstGeom>
                <a:noFill/>
              </p:spPr>
              <p:txBody>
                <a:bodyPr wrap="none" rtlCol="0">
                  <a:spAutoFit/>
                </a:bodyPr>
                <a:lstStyle/>
                <a:p>
                  <a:r>
                    <a:rPr kumimoji="1" lang="ja-JP" altLang="en-US" sz="1400" dirty="0"/>
                    <a:t>コード遅延</a:t>
                  </a:r>
                  <a:endParaRPr lang="ja-JP" altLang="en-US" sz="1400" dirty="0"/>
                </a:p>
              </p:txBody>
            </p:sp>
            <p:sp>
              <p:nvSpPr>
                <p:cNvPr id="111" name="テキスト ボックス 110">
                  <a:extLst>
                    <a:ext uri="{FF2B5EF4-FFF2-40B4-BE49-F238E27FC236}">
                      <a16:creationId xmlns:a16="http://schemas.microsoft.com/office/drawing/2014/main" id="{69C09F8D-1C77-F830-6F4E-01B8A69F87ED}"/>
                    </a:ext>
                  </a:extLst>
                </p:cNvPr>
                <p:cNvSpPr txBox="1"/>
                <p:nvPr/>
              </p:nvSpPr>
              <p:spPr>
                <a:xfrm rot="5400000">
                  <a:off x="6034262" y="3104817"/>
                  <a:ext cx="543739" cy="307777"/>
                </a:xfrm>
                <a:prstGeom prst="rect">
                  <a:avLst/>
                </a:prstGeom>
                <a:noFill/>
              </p:spPr>
              <p:txBody>
                <a:bodyPr wrap="none" rtlCol="0">
                  <a:spAutoFit/>
                </a:bodyPr>
                <a:lstStyle/>
                <a:p>
                  <a:r>
                    <a:rPr kumimoji="1" lang="ja-JP" altLang="en-US" sz="1400" dirty="0"/>
                    <a:t>相関</a:t>
                  </a:r>
                  <a:endParaRPr lang="ja-JP" altLang="en-US" sz="1400" dirty="0"/>
                </a:p>
              </p:txBody>
            </p:sp>
            <p:cxnSp>
              <p:nvCxnSpPr>
                <p:cNvPr id="112" name="直線コネクタ 111">
                  <a:extLst>
                    <a:ext uri="{FF2B5EF4-FFF2-40B4-BE49-F238E27FC236}">
                      <a16:creationId xmlns:a16="http://schemas.microsoft.com/office/drawing/2014/main" id="{2F52BF16-C6DB-68CC-2ECB-DA0F02E7B1BA}"/>
                    </a:ext>
                  </a:extLst>
                </p:cNvPr>
                <p:cNvCxnSpPr/>
                <p:nvPr/>
              </p:nvCxnSpPr>
              <p:spPr>
                <a:xfrm>
                  <a:off x="6611748" y="3218425"/>
                  <a:ext cx="406894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3" name="直線コネクタ 112">
                  <a:extLst>
                    <a:ext uri="{FF2B5EF4-FFF2-40B4-BE49-F238E27FC236}">
                      <a16:creationId xmlns:a16="http://schemas.microsoft.com/office/drawing/2014/main" id="{8BA523D3-640B-C22C-5449-C162003826D1}"/>
                    </a:ext>
                  </a:extLst>
                </p:cNvPr>
                <p:cNvCxnSpPr/>
                <p:nvPr/>
              </p:nvCxnSpPr>
              <p:spPr>
                <a:xfrm>
                  <a:off x="6611748" y="3922453"/>
                  <a:ext cx="406894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4" name="直線コネクタ 113">
                  <a:extLst>
                    <a:ext uri="{FF2B5EF4-FFF2-40B4-BE49-F238E27FC236}">
                      <a16:creationId xmlns:a16="http://schemas.microsoft.com/office/drawing/2014/main" id="{9792C3AB-36DF-3CE2-8288-6B0E45C4FC2F}"/>
                    </a:ext>
                  </a:extLst>
                </p:cNvPr>
                <p:cNvCxnSpPr>
                  <a:cxnSpLocks/>
                </p:cNvCxnSpPr>
                <p:nvPr/>
              </p:nvCxnSpPr>
              <p:spPr>
                <a:xfrm flipV="1">
                  <a:off x="8353291" y="2337247"/>
                  <a:ext cx="0" cy="803642"/>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15" name="直線矢印コネクタ 114">
                  <a:extLst>
                    <a:ext uri="{FF2B5EF4-FFF2-40B4-BE49-F238E27FC236}">
                      <a16:creationId xmlns:a16="http://schemas.microsoft.com/office/drawing/2014/main" id="{1EDD281D-CE91-22FF-5031-2D37AE948BA8}"/>
                    </a:ext>
                  </a:extLst>
                </p:cNvPr>
                <p:cNvCxnSpPr>
                  <a:cxnSpLocks/>
                </p:cNvCxnSpPr>
                <p:nvPr/>
              </p:nvCxnSpPr>
              <p:spPr>
                <a:xfrm flipH="1">
                  <a:off x="8353291" y="2516819"/>
                  <a:ext cx="381667" cy="0"/>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sp>
          <p:nvSpPr>
            <p:cNvPr id="155" name="テキスト ボックス 154">
              <a:extLst>
                <a:ext uri="{FF2B5EF4-FFF2-40B4-BE49-F238E27FC236}">
                  <a16:creationId xmlns:a16="http://schemas.microsoft.com/office/drawing/2014/main" id="{C65BAF67-355E-2DDE-2766-8810006AC2FE}"/>
                </a:ext>
              </a:extLst>
            </p:cNvPr>
            <p:cNvSpPr txBox="1"/>
            <p:nvPr/>
          </p:nvSpPr>
          <p:spPr>
            <a:xfrm>
              <a:off x="7566800" y="2036189"/>
              <a:ext cx="679994" cy="276999"/>
            </a:xfrm>
            <a:prstGeom prst="rect">
              <a:avLst/>
            </a:prstGeom>
            <a:noFill/>
          </p:spPr>
          <p:txBody>
            <a:bodyPr wrap="none" rtlCol="0">
              <a:spAutoFit/>
            </a:bodyPr>
            <a:lstStyle/>
            <a:p>
              <a:r>
                <a:rPr kumimoji="1" lang="en-US" altLang="ja-JP" sz="1200" dirty="0"/>
                <a:t>Prompt</a:t>
              </a:r>
              <a:endParaRPr kumimoji="1" lang="ja-JP" altLang="en-US" sz="1200" dirty="0"/>
            </a:p>
          </p:txBody>
        </p:sp>
        <p:sp>
          <p:nvSpPr>
            <p:cNvPr id="157" name="テキスト ボックス 156">
              <a:extLst>
                <a:ext uri="{FF2B5EF4-FFF2-40B4-BE49-F238E27FC236}">
                  <a16:creationId xmlns:a16="http://schemas.microsoft.com/office/drawing/2014/main" id="{1340AAB5-E8A8-B553-6AA2-36133FBD5E8A}"/>
                </a:ext>
              </a:extLst>
            </p:cNvPr>
            <p:cNvSpPr txBox="1"/>
            <p:nvPr/>
          </p:nvSpPr>
          <p:spPr>
            <a:xfrm>
              <a:off x="9115165" y="2850244"/>
              <a:ext cx="534121" cy="276999"/>
            </a:xfrm>
            <a:prstGeom prst="rect">
              <a:avLst/>
            </a:prstGeom>
            <a:noFill/>
          </p:spPr>
          <p:txBody>
            <a:bodyPr wrap="none" rtlCol="0">
              <a:spAutoFit/>
            </a:bodyPr>
            <a:lstStyle/>
            <a:p>
              <a:r>
                <a:rPr kumimoji="1" lang="en-US" altLang="ja-JP" sz="1200" dirty="0"/>
                <a:t>Early</a:t>
              </a:r>
              <a:endParaRPr kumimoji="1" lang="ja-JP" altLang="en-US" sz="1200" dirty="0"/>
            </a:p>
          </p:txBody>
        </p:sp>
        <p:sp>
          <p:nvSpPr>
            <p:cNvPr id="159" name="テキスト ボックス 158">
              <a:extLst>
                <a:ext uri="{FF2B5EF4-FFF2-40B4-BE49-F238E27FC236}">
                  <a16:creationId xmlns:a16="http://schemas.microsoft.com/office/drawing/2014/main" id="{FC263D9B-034D-68A1-52C4-B5B8D4097C8B}"/>
                </a:ext>
              </a:extLst>
            </p:cNvPr>
            <p:cNvSpPr txBox="1"/>
            <p:nvPr/>
          </p:nvSpPr>
          <p:spPr>
            <a:xfrm>
              <a:off x="6388953" y="3593073"/>
              <a:ext cx="482824" cy="276999"/>
            </a:xfrm>
            <a:prstGeom prst="rect">
              <a:avLst/>
            </a:prstGeom>
            <a:noFill/>
          </p:spPr>
          <p:txBody>
            <a:bodyPr wrap="none" rtlCol="0">
              <a:spAutoFit/>
            </a:bodyPr>
            <a:lstStyle/>
            <a:p>
              <a:r>
                <a:rPr kumimoji="1" lang="en-US" altLang="ja-JP" sz="1200" dirty="0"/>
                <a:t>Late</a:t>
              </a:r>
              <a:endParaRPr kumimoji="1" lang="ja-JP" altLang="en-US" sz="1200" dirty="0"/>
            </a:p>
          </p:txBody>
        </p:sp>
        <p:sp>
          <p:nvSpPr>
            <p:cNvPr id="161" name="テキスト ボックス 160">
              <a:extLst>
                <a:ext uri="{FF2B5EF4-FFF2-40B4-BE49-F238E27FC236}">
                  <a16:creationId xmlns:a16="http://schemas.microsoft.com/office/drawing/2014/main" id="{9DC9AEE0-C2D6-CC2B-ABAD-41888D572263}"/>
                </a:ext>
              </a:extLst>
            </p:cNvPr>
            <p:cNvSpPr txBox="1"/>
            <p:nvPr/>
          </p:nvSpPr>
          <p:spPr>
            <a:xfrm>
              <a:off x="3705027" y="2051948"/>
              <a:ext cx="679994" cy="276999"/>
            </a:xfrm>
            <a:prstGeom prst="rect">
              <a:avLst/>
            </a:prstGeom>
            <a:noFill/>
          </p:spPr>
          <p:txBody>
            <a:bodyPr wrap="none" rtlCol="0">
              <a:spAutoFit/>
            </a:bodyPr>
            <a:lstStyle/>
            <a:p>
              <a:r>
                <a:rPr kumimoji="1" lang="en-US" altLang="ja-JP" sz="1200" dirty="0"/>
                <a:t>Prompt</a:t>
              </a:r>
              <a:endParaRPr kumimoji="1" lang="ja-JP" altLang="en-US" sz="1200" dirty="0"/>
            </a:p>
          </p:txBody>
        </p:sp>
        <p:sp>
          <p:nvSpPr>
            <p:cNvPr id="163" name="テキスト ボックス 162">
              <a:extLst>
                <a:ext uri="{FF2B5EF4-FFF2-40B4-BE49-F238E27FC236}">
                  <a16:creationId xmlns:a16="http://schemas.microsoft.com/office/drawing/2014/main" id="{E4C043CE-7DE1-DA79-76B2-95F4C7572826}"/>
                </a:ext>
              </a:extLst>
            </p:cNvPr>
            <p:cNvSpPr txBox="1"/>
            <p:nvPr/>
          </p:nvSpPr>
          <p:spPr>
            <a:xfrm>
              <a:off x="5036718" y="3577931"/>
              <a:ext cx="534121" cy="276999"/>
            </a:xfrm>
            <a:prstGeom prst="rect">
              <a:avLst/>
            </a:prstGeom>
            <a:noFill/>
          </p:spPr>
          <p:txBody>
            <a:bodyPr wrap="none" rtlCol="0">
              <a:spAutoFit/>
            </a:bodyPr>
            <a:lstStyle/>
            <a:p>
              <a:r>
                <a:rPr kumimoji="1" lang="en-US" altLang="ja-JP" sz="1200" dirty="0"/>
                <a:t>Early</a:t>
              </a:r>
              <a:endParaRPr kumimoji="1" lang="ja-JP" altLang="en-US" sz="1200" dirty="0"/>
            </a:p>
          </p:txBody>
        </p:sp>
        <p:sp>
          <p:nvSpPr>
            <p:cNvPr id="165" name="テキスト ボックス 164">
              <a:extLst>
                <a:ext uri="{FF2B5EF4-FFF2-40B4-BE49-F238E27FC236}">
                  <a16:creationId xmlns:a16="http://schemas.microsoft.com/office/drawing/2014/main" id="{01BFC362-56B9-82BA-7BAA-1021BE7C5F2D}"/>
                </a:ext>
              </a:extLst>
            </p:cNvPr>
            <p:cNvSpPr txBox="1"/>
            <p:nvPr/>
          </p:nvSpPr>
          <p:spPr>
            <a:xfrm>
              <a:off x="2382020" y="2889045"/>
              <a:ext cx="482824" cy="276999"/>
            </a:xfrm>
            <a:prstGeom prst="rect">
              <a:avLst/>
            </a:prstGeom>
            <a:noFill/>
          </p:spPr>
          <p:txBody>
            <a:bodyPr wrap="none" rtlCol="0">
              <a:spAutoFit/>
            </a:bodyPr>
            <a:lstStyle/>
            <a:p>
              <a:r>
                <a:rPr kumimoji="1" lang="en-US" altLang="ja-JP" sz="1200" dirty="0"/>
                <a:t>Late</a:t>
              </a:r>
              <a:endParaRPr kumimoji="1" lang="ja-JP" altLang="en-US" sz="1200" dirty="0"/>
            </a:p>
          </p:txBody>
        </p:sp>
      </p:grpSp>
    </p:spTree>
    <p:extLst>
      <p:ext uri="{BB962C8B-B14F-4D97-AF65-F5344CB8AC3E}">
        <p14:creationId xmlns:p14="http://schemas.microsoft.com/office/powerpoint/2010/main" val="1713024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A7168B2-6FE7-E828-C389-D14D855E6506}"/>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160AEF9E-000D-9EB8-4FBC-5A9E31885484}"/>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CE8228B-F133-8707-FFF9-03EC1F3468C8}"/>
              </a:ext>
            </a:extLst>
          </p:cNvPr>
          <p:cNvSpPr>
            <a:spLocks noGrp="1"/>
          </p:cNvSpPr>
          <p:nvPr>
            <p:ph type="sldNum" sz="quarter" idx="15"/>
          </p:nvPr>
        </p:nvSpPr>
        <p:spPr/>
        <p:txBody>
          <a:bodyPr/>
          <a:lstStyle/>
          <a:p>
            <a:fld id="{CC43B8D3-9A08-F84C-9DD4-44948BA52D4B}" type="slidenum">
              <a:rPr lang="en-US" altLang="ja-JP" smtClean="0"/>
              <a:pPr/>
              <a:t>26</a:t>
            </a:fld>
            <a:endParaRPr lang="ja-JP" altLang="en-US" b="1"/>
          </a:p>
        </p:txBody>
      </p:sp>
      <p:grpSp>
        <p:nvGrpSpPr>
          <p:cNvPr id="14" name="グループ化 13">
            <a:extLst>
              <a:ext uri="{FF2B5EF4-FFF2-40B4-BE49-F238E27FC236}">
                <a16:creationId xmlns:a16="http://schemas.microsoft.com/office/drawing/2014/main" id="{210AEBF3-9E0D-EA55-86DB-E397941E0769}"/>
              </a:ext>
            </a:extLst>
          </p:cNvPr>
          <p:cNvGrpSpPr/>
          <p:nvPr/>
        </p:nvGrpSpPr>
        <p:grpSpPr>
          <a:xfrm>
            <a:off x="2126886" y="2574606"/>
            <a:ext cx="2931127" cy="2971546"/>
            <a:chOff x="2126886" y="2574606"/>
            <a:chExt cx="2931127" cy="2971546"/>
          </a:xfrm>
        </p:grpSpPr>
        <p:cxnSp>
          <p:nvCxnSpPr>
            <p:cNvPr id="6" name="直線コネクタ 5">
              <a:extLst>
                <a:ext uri="{FF2B5EF4-FFF2-40B4-BE49-F238E27FC236}">
                  <a16:creationId xmlns:a16="http://schemas.microsoft.com/office/drawing/2014/main" id="{E1F80081-141F-A107-A399-93DA53A02DB7}"/>
                </a:ext>
              </a:extLst>
            </p:cNvPr>
            <p:cNvCxnSpPr>
              <a:cxnSpLocks/>
            </p:cNvCxnSpPr>
            <p:nvPr/>
          </p:nvCxnSpPr>
          <p:spPr>
            <a:xfrm>
              <a:off x="2126886" y="4245045"/>
              <a:ext cx="260221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直線コネクタ 6">
              <a:extLst>
                <a:ext uri="{FF2B5EF4-FFF2-40B4-BE49-F238E27FC236}">
                  <a16:creationId xmlns:a16="http://schemas.microsoft.com/office/drawing/2014/main" id="{4251E121-67E1-D18E-C291-998A87ADC26C}"/>
                </a:ext>
              </a:extLst>
            </p:cNvPr>
            <p:cNvCxnSpPr>
              <a:cxnSpLocks/>
            </p:cNvCxnSpPr>
            <p:nvPr/>
          </p:nvCxnSpPr>
          <p:spPr>
            <a:xfrm rot="16200000">
              <a:off x="2126886" y="4245045"/>
              <a:ext cx="260221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楕円 7">
              <a:extLst>
                <a:ext uri="{FF2B5EF4-FFF2-40B4-BE49-F238E27FC236}">
                  <a16:creationId xmlns:a16="http://schemas.microsoft.com/office/drawing/2014/main" id="{2B2D71B3-4EB5-F0D8-39CF-6C62308340CC}"/>
                </a:ext>
              </a:extLst>
            </p:cNvPr>
            <p:cNvSpPr/>
            <p:nvPr/>
          </p:nvSpPr>
          <p:spPr>
            <a:xfrm>
              <a:off x="3961729" y="4128227"/>
              <a:ext cx="233635" cy="2336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B53E5F2B-9C48-F318-7A23-7C15D1BFF556}"/>
                </a:ext>
              </a:extLst>
            </p:cNvPr>
            <p:cNvSpPr/>
            <p:nvPr/>
          </p:nvSpPr>
          <p:spPr>
            <a:xfrm>
              <a:off x="2660622" y="4128227"/>
              <a:ext cx="233635" cy="2336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ACDA8ECE-09F1-08CE-BD12-C2016E2310CA}"/>
                </a:ext>
              </a:extLst>
            </p:cNvPr>
            <p:cNvSpPr txBox="1"/>
            <p:nvPr/>
          </p:nvSpPr>
          <p:spPr>
            <a:xfrm>
              <a:off x="4746709" y="4060378"/>
              <a:ext cx="311304" cy="369332"/>
            </a:xfrm>
            <a:prstGeom prst="rect">
              <a:avLst/>
            </a:prstGeom>
            <a:noFill/>
          </p:spPr>
          <p:txBody>
            <a:bodyPr wrap="none" rtlCol="0">
              <a:spAutoFit/>
            </a:bodyPr>
            <a:lstStyle/>
            <a:p>
              <a:r>
                <a:rPr kumimoji="1" lang="en-US" altLang="ja-JP" dirty="0">
                  <a:latin typeface="Consolas" panose="020B0609020204030204" pitchFamily="49" charset="0"/>
                </a:rPr>
                <a:t>I</a:t>
              </a:r>
              <a:endParaRPr kumimoji="1" lang="ja-JP" altLang="en-US" dirty="0">
                <a:latin typeface="Consolas" panose="020B0609020204030204" pitchFamily="49" charset="0"/>
              </a:endParaRPr>
            </a:p>
          </p:txBody>
        </p:sp>
        <p:sp>
          <p:nvSpPr>
            <p:cNvPr id="11" name="テキスト ボックス 10">
              <a:extLst>
                <a:ext uri="{FF2B5EF4-FFF2-40B4-BE49-F238E27FC236}">
                  <a16:creationId xmlns:a16="http://schemas.microsoft.com/office/drawing/2014/main" id="{72B87275-4372-8C14-CAE2-38C2EAA8B179}"/>
                </a:ext>
              </a:extLst>
            </p:cNvPr>
            <p:cNvSpPr txBox="1"/>
            <p:nvPr/>
          </p:nvSpPr>
          <p:spPr>
            <a:xfrm>
              <a:off x="3272341" y="2574606"/>
              <a:ext cx="311304" cy="369332"/>
            </a:xfrm>
            <a:prstGeom prst="rect">
              <a:avLst/>
            </a:prstGeom>
            <a:noFill/>
          </p:spPr>
          <p:txBody>
            <a:bodyPr wrap="none" rtlCol="0">
              <a:spAutoFit/>
            </a:bodyPr>
            <a:lstStyle/>
            <a:p>
              <a:r>
                <a:rPr kumimoji="1" lang="en-US" altLang="ja-JP" dirty="0">
                  <a:latin typeface="Consolas" panose="020B0609020204030204" pitchFamily="49" charset="0"/>
                </a:rPr>
                <a:t>Q</a:t>
              </a:r>
              <a:endParaRPr kumimoji="1" lang="ja-JP" altLang="en-US" dirty="0">
                <a:latin typeface="Consolas" panose="020B0609020204030204" pitchFamily="49" charset="0"/>
              </a:endParaRPr>
            </a:p>
          </p:txBody>
        </p:sp>
        <p:sp>
          <p:nvSpPr>
            <p:cNvPr id="12" name="円弧 11">
              <a:extLst>
                <a:ext uri="{FF2B5EF4-FFF2-40B4-BE49-F238E27FC236}">
                  <a16:creationId xmlns:a16="http://schemas.microsoft.com/office/drawing/2014/main" id="{0F84A51E-FF49-5BC9-CE74-8C634C6F25BE}"/>
                </a:ext>
              </a:extLst>
            </p:cNvPr>
            <p:cNvSpPr/>
            <p:nvPr/>
          </p:nvSpPr>
          <p:spPr>
            <a:xfrm>
              <a:off x="2847932" y="3877974"/>
              <a:ext cx="1160120" cy="830815"/>
            </a:xfrm>
            <a:prstGeom prst="arc">
              <a:avLst>
                <a:gd name="adj1" fmla="val 12082626"/>
                <a:gd name="adj2" fmla="val 20347803"/>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13" name="円弧 12">
              <a:extLst>
                <a:ext uri="{FF2B5EF4-FFF2-40B4-BE49-F238E27FC236}">
                  <a16:creationId xmlns:a16="http://schemas.microsoft.com/office/drawing/2014/main" id="{611F7C08-A5A9-77F8-9956-F7BD7EB11A5B}"/>
                </a:ext>
              </a:extLst>
            </p:cNvPr>
            <p:cNvSpPr/>
            <p:nvPr/>
          </p:nvSpPr>
          <p:spPr>
            <a:xfrm flipV="1">
              <a:off x="2847932" y="3786585"/>
              <a:ext cx="1160120" cy="830815"/>
            </a:xfrm>
            <a:prstGeom prst="arc">
              <a:avLst>
                <a:gd name="adj1" fmla="val 12082626"/>
                <a:gd name="adj2" fmla="val 20354196"/>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grpSp>
    </p:spTree>
    <p:extLst>
      <p:ext uri="{BB962C8B-B14F-4D97-AF65-F5344CB8AC3E}">
        <p14:creationId xmlns:p14="http://schemas.microsoft.com/office/powerpoint/2010/main" val="3092446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5B84366-4679-4E2E-E536-802A58401B7A}"/>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A90C566F-A149-0BC5-C96F-DF5DBA650B41}"/>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5256A6A-85DA-1F48-6051-99E3DD2DF5D1}"/>
              </a:ext>
            </a:extLst>
          </p:cNvPr>
          <p:cNvSpPr>
            <a:spLocks noGrp="1"/>
          </p:cNvSpPr>
          <p:nvPr>
            <p:ph type="sldNum" sz="quarter" idx="15"/>
          </p:nvPr>
        </p:nvSpPr>
        <p:spPr/>
        <p:txBody>
          <a:bodyPr/>
          <a:lstStyle/>
          <a:p>
            <a:fld id="{CC43B8D3-9A08-F84C-9DD4-44948BA52D4B}" type="slidenum">
              <a:rPr lang="en-US" altLang="ja-JP" smtClean="0"/>
              <a:pPr/>
              <a:t>27</a:t>
            </a:fld>
            <a:endParaRPr lang="ja-JP" altLang="en-US" b="1"/>
          </a:p>
        </p:txBody>
      </p:sp>
      <p:grpSp>
        <p:nvGrpSpPr>
          <p:cNvPr id="58" name="グループ化 57">
            <a:extLst>
              <a:ext uri="{FF2B5EF4-FFF2-40B4-BE49-F238E27FC236}">
                <a16:creationId xmlns:a16="http://schemas.microsoft.com/office/drawing/2014/main" id="{B12CF135-63A1-4018-1735-4C6FC73BA281}"/>
              </a:ext>
            </a:extLst>
          </p:cNvPr>
          <p:cNvGrpSpPr/>
          <p:nvPr/>
        </p:nvGrpSpPr>
        <p:grpSpPr>
          <a:xfrm>
            <a:off x="2140831" y="2839665"/>
            <a:ext cx="3955169" cy="3924482"/>
            <a:chOff x="2140831" y="2839665"/>
            <a:chExt cx="3955169" cy="3924482"/>
          </a:xfrm>
        </p:grpSpPr>
        <p:sp>
          <p:nvSpPr>
            <p:cNvPr id="46" name="円弧 45">
              <a:extLst>
                <a:ext uri="{FF2B5EF4-FFF2-40B4-BE49-F238E27FC236}">
                  <a16:creationId xmlns:a16="http://schemas.microsoft.com/office/drawing/2014/main" id="{72CDDCD5-7DC3-A27D-6A62-5B757A042C06}"/>
                </a:ext>
              </a:extLst>
            </p:cNvPr>
            <p:cNvSpPr/>
            <p:nvPr/>
          </p:nvSpPr>
          <p:spPr>
            <a:xfrm>
              <a:off x="2140831" y="4512365"/>
              <a:ext cx="2251782" cy="2251782"/>
            </a:xfrm>
            <a:prstGeom prst="arc">
              <a:avLst>
                <a:gd name="adj1" fmla="val 17398681"/>
                <a:gd name="adj2" fmla="val 20195149"/>
              </a:avLst>
            </a:prstGeom>
            <a:ln w="19050">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1" name="円弧 50">
              <a:extLst>
                <a:ext uri="{FF2B5EF4-FFF2-40B4-BE49-F238E27FC236}">
                  <a16:creationId xmlns:a16="http://schemas.microsoft.com/office/drawing/2014/main" id="{6E599B04-6240-9321-5387-0E8133D8495E}"/>
                </a:ext>
              </a:extLst>
            </p:cNvPr>
            <p:cNvSpPr/>
            <p:nvPr/>
          </p:nvSpPr>
          <p:spPr>
            <a:xfrm>
              <a:off x="2459669" y="4831203"/>
              <a:ext cx="1614106" cy="1614106"/>
            </a:xfrm>
            <a:prstGeom prst="arc">
              <a:avLst>
                <a:gd name="adj1" fmla="val 17398681"/>
                <a:gd name="adj2" fmla="val 21594074"/>
              </a:avLst>
            </a:prstGeom>
            <a:ln w="19050">
              <a:headEnd type="arrow"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53" name="円弧 52">
              <a:extLst>
                <a:ext uri="{FF2B5EF4-FFF2-40B4-BE49-F238E27FC236}">
                  <a16:creationId xmlns:a16="http://schemas.microsoft.com/office/drawing/2014/main" id="{24559113-C363-1DF3-10AD-DC5C2ADC94BE}"/>
                </a:ext>
              </a:extLst>
            </p:cNvPr>
            <p:cNvSpPr/>
            <p:nvPr/>
          </p:nvSpPr>
          <p:spPr>
            <a:xfrm>
              <a:off x="2824353" y="5195888"/>
              <a:ext cx="884736" cy="884736"/>
            </a:xfrm>
            <a:prstGeom prst="arc">
              <a:avLst>
                <a:gd name="adj1" fmla="val 20154540"/>
                <a:gd name="adj2" fmla="val 21590738"/>
              </a:avLst>
            </a:prstGeom>
            <a:ln w="19050">
              <a:headEnd type="arrow"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grpSp>
          <p:nvGrpSpPr>
            <p:cNvPr id="57" name="グループ化 56">
              <a:extLst>
                <a:ext uri="{FF2B5EF4-FFF2-40B4-BE49-F238E27FC236}">
                  <a16:creationId xmlns:a16="http://schemas.microsoft.com/office/drawing/2014/main" id="{43DACB6E-181E-31B2-E3C4-D745E99FA233}"/>
                </a:ext>
              </a:extLst>
            </p:cNvPr>
            <p:cNvGrpSpPr/>
            <p:nvPr/>
          </p:nvGrpSpPr>
          <p:grpSpPr>
            <a:xfrm>
              <a:off x="3126119" y="2839665"/>
              <a:ext cx="2969881" cy="2964235"/>
              <a:chOff x="3126119" y="2839665"/>
              <a:chExt cx="2969881" cy="2964235"/>
            </a:xfrm>
          </p:grpSpPr>
          <p:cxnSp>
            <p:nvCxnSpPr>
              <p:cNvPr id="39" name="直線コネクタ 38">
                <a:extLst>
                  <a:ext uri="{FF2B5EF4-FFF2-40B4-BE49-F238E27FC236}">
                    <a16:creationId xmlns:a16="http://schemas.microsoft.com/office/drawing/2014/main" id="{902B94A7-3C6C-BE96-1E35-AAEBE75E68B6}"/>
                  </a:ext>
                </a:extLst>
              </p:cNvPr>
              <p:cNvCxnSpPr>
                <a:cxnSpLocks/>
              </p:cNvCxnSpPr>
              <p:nvPr/>
            </p:nvCxnSpPr>
            <p:spPr>
              <a:xfrm flipH="1">
                <a:off x="3264299" y="3651904"/>
                <a:ext cx="737630" cy="1986352"/>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2" name="直線コネクタ 41">
                <a:extLst>
                  <a:ext uri="{FF2B5EF4-FFF2-40B4-BE49-F238E27FC236}">
                    <a16:creationId xmlns:a16="http://schemas.microsoft.com/office/drawing/2014/main" id="{70260B9A-2C8E-E550-1493-95E72A9F245A}"/>
                  </a:ext>
                </a:extLst>
              </p:cNvPr>
              <p:cNvCxnSpPr>
                <a:cxnSpLocks/>
              </p:cNvCxnSpPr>
              <p:nvPr/>
            </p:nvCxnSpPr>
            <p:spPr>
              <a:xfrm flipH="1">
                <a:off x="3264298" y="4832350"/>
                <a:ext cx="1858565" cy="805905"/>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0" name="テキスト ボックス 9">
                <a:extLst>
                  <a:ext uri="{FF2B5EF4-FFF2-40B4-BE49-F238E27FC236}">
                    <a16:creationId xmlns:a16="http://schemas.microsoft.com/office/drawing/2014/main" id="{ECDB3483-9456-2C1F-86C8-AE7AC049A5AD}"/>
                  </a:ext>
                </a:extLst>
              </p:cNvPr>
              <p:cNvSpPr txBox="1"/>
              <p:nvPr/>
            </p:nvSpPr>
            <p:spPr>
              <a:xfrm>
                <a:off x="5763537" y="5499756"/>
                <a:ext cx="269626" cy="276999"/>
              </a:xfrm>
              <a:prstGeom prst="rect">
                <a:avLst/>
              </a:prstGeom>
              <a:noFill/>
            </p:spPr>
            <p:txBody>
              <a:bodyPr wrap="none" rtlCol="0">
                <a:spAutoFit/>
              </a:bodyPr>
              <a:lstStyle/>
              <a:p>
                <a:r>
                  <a:rPr kumimoji="1" lang="en-US" altLang="ja-JP" sz="1200" dirty="0">
                    <a:latin typeface="Consolas" panose="020B0609020204030204" pitchFamily="49" charset="0"/>
                  </a:rPr>
                  <a:t>I</a:t>
                </a:r>
                <a:endParaRPr kumimoji="1" lang="ja-JP" altLang="en-US" sz="1200" dirty="0">
                  <a:latin typeface="Consolas" panose="020B0609020204030204" pitchFamily="49" charset="0"/>
                </a:endParaRPr>
              </a:p>
            </p:txBody>
          </p:sp>
          <p:sp>
            <p:nvSpPr>
              <p:cNvPr id="11" name="テキスト ボックス 10">
                <a:extLst>
                  <a:ext uri="{FF2B5EF4-FFF2-40B4-BE49-F238E27FC236}">
                    <a16:creationId xmlns:a16="http://schemas.microsoft.com/office/drawing/2014/main" id="{0441053F-A2F5-A456-E8EB-107AA53E4355}"/>
                  </a:ext>
                </a:extLst>
              </p:cNvPr>
              <p:cNvSpPr txBox="1"/>
              <p:nvPr/>
            </p:nvSpPr>
            <p:spPr>
              <a:xfrm>
                <a:off x="3129486" y="2839665"/>
                <a:ext cx="269626" cy="276999"/>
              </a:xfrm>
              <a:prstGeom prst="rect">
                <a:avLst/>
              </a:prstGeom>
              <a:noFill/>
            </p:spPr>
            <p:txBody>
              <a:bodyPr wrap="none" rtlCol="0">
                <a:spAutoFit/>
              </a:bodyPr>
              <a:lstStyle/>
              <a:p>
                <a:r>
                  <a:rPr kumimoji="1" lang="en-US" altLang="ja-JP" sz="1200" dirty="0">
                    <a:latin typeface="Consolas" panose="020B0609020204030204" pitchFamily="49" charset="0"/>
                  </a:rPr>
                  <a:t>Q</a:t>
                </a:r>
                <a:endParaRPr kumimoji="1" lang="ja-JP" altLang="en-US" sz="1200" dirty="0">
                  <a:latin typeface="Consolas" panose="020B0609020204030204" pitchFamily="49" charset="0"/>
                </a:endParaRPr>
              </a:p>
            </p:txBody>
          </p:sp>
          <p:cxnSp>
            <p:nvCxnSpPr>
              <p:cNvPr id="6" name="直線コネクタ 5">
                <a:extLst>
                  <a:ext uri="{FF2B5EF4-FFF2-40B4-BE49-F238E27FC236}">
                    <a16:creationId xmlns:a16="http://schemas.microsoft.com/office/drawing/2014/main" id="{1BB8AB70-A093-C8B7-2A01-ED9B5A554848}"/>
                  </a:ext>
                </a:extLst>
              </p:cNvPr>
              <p:cNvCxnSpPr>
                <a:cxnSpLocks/>
              </p:cNvCxnSpPr>
              <p:nvPr/>
            </p:nvCxnSpPr>
            <p:spPr>
              <a:xfrm>
                <a:off x="3126119" y="5638258"/>
                <a:ext cx="2683269"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直線コネクタ 6">
                <a:extLst>
                  <a:ext uri="{FF2B5EF4-FFF2-40B4-BE49-F238E27FC236}">
                    <a16:creationId xmlns:a16="http://schemas.microsoft.com/office/drawing/2014/main" id="{73DBD060-C28A-FDFD-FC35-38D02DC58AAA}"/>
                  </a:ext>
                </a:extLst>
              </p:cNvPr>
              <p:cNvCxnSpPr>
                <a:cxnSpLocks/>
              </p:cNvCxnSpPr>
              <p:nvPr/>
            </p:nvCxnSpPr>
            <p:spPr>
              <a:xfrm flipV="1">
                <a:off x="3264299" y="3093170"/>
                <a:ext cx="0" cy="271073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楕円 7">
                <a:extLst>
                  <a:ext uri="{FF2B5EF4-FFF2-40B4-BE49-F238E27FC236}">
                    <a16:creationId xmlns:a16="http://schemas.microsoft.com/office/drawing/2014/main" id="{7CA2EB43-E6F1-1E08-C98F-468E802C4483}"/>
                  </a:ext>
                </a:extLst>
              </p:cNvPr>
              <p:cNvSpPr/>
              <p:nvPr/>
            </p:nvSpPr>
            <p:spPr>
              <a:xfrm>
                <a:off x="4907662" y="4860875"/>
                <a:ext cx="90000" cy="9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01A9A022-3A9A-37C3-94CC-E1586CBEA228}"/>
                  </a:ext>
                </a:extLst>
              </p:cNvPr>
              <p:cNvSpPr/>
              <p:nvPr/>
            </p:nvSpPr>
            <p:spPr>
              <a:xfrm>
                <a:off x="3891477" y="3790400"/>
                <a:ext cx="90000" cy="9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1D137E41-6B65-B46E-C851-A662CE531FA6}"/>
                      </a:ext>
                    </a:extLst>
                  </p:cNvPr>
                  <p:cNvSpPr txBox="1"/>
                  <p:nvPr/>
                </p:nvSpPr>
                <p:spPr>
                  <a:xfrm>
                    <a:off x="4993896" y="4859728"/>
                    <a:ext cx="604333" cy="182294"/>
                  </a:xfrm>
                  <a:prstGeom prst="rect">
                    <a:avLst/>
                  </a:prstGeom>
                  <a:noFill/>
                </p:spPr>
                <p:txBody>
                  <a:bodyPr wrap="none" lIns="0" tIns="0" rIns="0" bIns="0" rtlCol="0">
                    <a:spAutoFit/>
                  </a:bodyPr>
                  <a:lstStyle/>
                  <a:p>
                    <a:pPr/>
                    <a14:m>
                      <m:oMathPara xmlns:m="http://schemas.openxmlformats.org/officeDocument/2006/math">
                        <m:oMath>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𝐼</m:t>
                              </m:r>
                            </m:e>
                            <m:sub>
                              <m:r>
                                <a:rPr kumimoji="1" lang="en-US" altLang="ja-JP" sz="1100" b="0" i="1" smtClean="0">
                                  <a:latin typeface="Cambria Math" panose="02040503050406030204" pitchFamily="18" charset="0"/>
                                </a:rPr>
                                <m:t>𝑝</m:t>
                              </m:r>
                              <m:r>
                                <a:rPr kumimoji="1" lang="en-US" altLang="ja-JP" sz="1100" b="0" i="1" smtClean="0">
                                  <a:latin typeface="Cambria Math" panose="02040503050406030204" pitchFamily="18" charset="0"/>
                                </a:rPr>
                                <m:t>1</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𝑄</m:t>
                              </m:r>
                            </m:e>
                            <m:sub>
                              <m:r>
                                <a:rPr kumimoji="1" lang="en-US" altLang="ja-JP" sz="1100" b="0" i="1" smtClean="0">
                                  <a:latin typeface="Cambria Math" panose="02040503050406030204" pitchFamily="18" charset="0"/>
                                </a:rPr>
                                <m:t>𝑝</m:t>
                              </m:r>
                              <m:r>
                                <a:rPr kumimoji="1" lang="en-US" altLang="ja-JP" sz="1100" b="0" i="1" smtClean="0">
                                  <a:latin typeface="Cambria Math" panose="02040503050406030204" pitchFamily="18" charset="0"/>
                                </a:rPr>
                                <m:t>1</m:t>
                              </m:r>
                            </m:sub>
                          </m:sSub>
                          <m:r>
                            <a:rPr kumimoji="1" lang="en-US" altLang="ja-JP" sz="1100" b="0" i="1" smtClean="0">
                              <a:latin typeface="Cambria Math" panose="02040503050406030204" pitchFamily="18" charset="0"/>
                            </a:rPr>
                            <m:t>)</m:t>
                          </m:r>
                        </m:oMath>
                      </m:oMathPara>
                    </a14:m>
                    <a:endParaRPr kumimoji="1" lang="ja-JP" altLang="en-US" sz="1100" dirty="0"/>
                  </a:p>
                </p:txBody>
              </p:sp>
            </mc:Choice>
            <mc:Fallback xmlns="">
              <p:sp>
                <p:nvSpPr>
                  <p:cNvPr id="27" name="テキスト ボックス 26">
                    <a:extLst>
                      <a:ext uri="{FF2B5EF4-FFF2-40B4-BE49-F238E27FC236}">
                        <a16:creationId xmlns:a16="http://schemas.microsoft.com/office/drawing/2014/main" id="{1D137E41-6B65-B46E-C851-A662CE531FA6}"/>
                      </a:ext>
                    </a:extLst>
                  </p:cNvPr>
                  <p:cNvSpPr txBox="1">
                    <a:spLocks noRot="1" noChangeAspect="1" noMove="1" noResize="1" noEditPoints="1" noAdjustHandles="1" noChangeArrowheads="1" noChangeShapeType="1" noTextEdit="1"/>
                  </p:cNvSpPr>
                  <p:nvPr/>
                </p:nvSpPr>
                <p:spPr>
                  <a:xfrm>
                    <a:off x="4993896" y="4859728"/>
                    <a:ext cx="604333" cy="182294"/>
                  </a:xfrm>
                  <a:prstGeom prst="rect">
                    <a:avLst/>
                  </a:prstGeom>
                  <a:blipFill>
                    <a:blip r:embed="rId2"/>
                    <a:stretch>
                      <a:fillRect l="-7071" t="-26667" r="-18182" b="-4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7DFE4467-3118-F11E-67C4-061BCB41B929}"/>
                      </a:ext>
                    </a:extLst>
                  </p:cNvPr>
                  <p:cNvSpPr txBox="1"/>
                  <p:nvPr/>
                </p:nvSpPr>
                <p:spPr>
                  <a:xfrm>
                    <a:off x="3981477" y="3699253"/>
                    <a:ext cx="604333" cy="182294"/>
                  </a:xfrm>
                  <a:prstGeom prst="rect">
                    <a:avLst/>
                  </a:prstGeom>
                  <a:noFill/>
                </p:spPr>
                <p:txBody>
                  <a:bodyPr wrap="none" lIns="0" tIns="0" rIns="0" bIns="0" rtlCol="0">
                    <a:spAutoFit/>
                  </a:bodyPr>
                  <a:lstStyle/>
                  <a:p>
                    <a:pPr/>
                    <a14:m>
                      <m:oMathPara xmlns:m="http://schemas.openxmlformats.org/officeDocument/2006/math">
                        <m:oMath>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𝐼</m:t>
                              </m:r>
                            </m:e>
                            <m:sub>
                              <m:r>
                                <a:rPr kumimoji="1" lang="en-US" altLang="ja-JP" sz="1100" b="0" i="1" smtClean="0">
                                  <a:latin typeface="Cambria Math" panose="02040503050406030204" pitchFamily="18" charset="0"/>
                                </a:rPr>
                                <m:t>𝑝</m:t>
                              </m:r>
                              <m:r>
                                <a:rPr kumimoji="1" lang="en-US" altLang="ja-JP" sz="1100" b="0" i="1" smtClean="0">
                                  <a:latin typeface="Cambria Math" panose="02040503050406030204" pitchFamily="18" charset="0"/>
                                </a:rPr>
                                <m:t>2</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𝑄</m:t>
                              </m:r>
                            </m:e>
                            <m:sub>
                              <m:r>
                                <a:rPr kumimoji="1" lang="en-US" altLang="ja-JP" sz="1100" b="0" i="1" smtClean="0">
                                  <a:latin typeface="Cambria Math" panose="02040503050406030204" pitchFamily="18" charset="0"/>
                                </a:rPr>
                                <m:t>𝑝</m:t>
                              </m:r>
                              <m:r>
                                <a:rPr kumimoji="1" lang="en-US" altLang="ja-JP" sz="1100" b="0" i="1" smtClean="0">
                                  <a:latin typeface="Cambria Math" panose="02040503050406030204" pitchFamily="18" charset="0"/>
                                </a:rPr>
                                <m:t>2</m:t>
                              </m:r>
                            </m:sub>
                          </m:sSub>
                          <m:r>
                            <a:rPr kumimoji="1" lang="en-US" altLang="ja-JP" sz="1100" b="0" i="1" smtClean="0">
                              <a:latin typeface="Cambria Math" panose="02040503050406030204" pitchFamily="18" charset="0"/>
                            </a:rPr>
                            <m:t>)</m:t>
                          </m:r>
                        </m:oMath>
                      </m:oMathPara>
                    </a14:m>
                    <a:endParaRPr kumimoji="1" lang="ja-JP" altLang="en-US" sz="1100" dirty="0"/>
                  </a:p>
                </p:txBody>
              </p:sp>
            </mc:Choice>
            <mc:Fallback xmlns="">
              <p:sp>
                <p:nvSpPr>
                  <p:cNvPr id="28" name="テキスト ボックス 27">
                    <a:extLst>
                      <a:ext uri="{FF2B5EF4-FFF2-40B4-BE49-F238E27FC236}">
                        <a16:creationId xmlns:a16="http://schemas.microsoft.com/office/drawing/2014/main" id="{7DFE4467-3118-F11E-67C4-061BCB41B929}"/>
                      </a:ext>
                    </a:extLst>
                  </p:cNvPr>
                  <p:cNvSpPr txBox="1">
                    <a:spLocks noRot="1" noChangeAspect="1" noMove="1" noResize="1" noEditPoints="1" noAdjustHandles="1" noChangeArrowheads="1" noChangeShapeType="1" noTextEdit="1"/>
                  </p:cNvSpPr>
                  <p:nvPr/>
                </p:nvSpPr>
                <p:spPr>
                  <a:xfrm>
                    <a:off x="3981477" y="3699253"/>
                    <a:ext cx="604333" cy="182294"/>
                  </a:xfrm>
                  <a:prstGeom prst="rect">
                    <a:avLst/>
                  </a:prstGeom>
                  <a:blipFill>
                    <a:blip r:embed="rId3"/>
                    <a:stretch>
                      <a:fillRect l="-7071" t="-30000" r="-18182" b="-36667"/>
                    </a:stretch>
                  </a:blipFill>
                </p:spPr>
                <p:txBody>
                  <a:bodyPr/>
                  <a:lstStyle/>
                  <a:p>
                    <a:r>
                      <a:rPr lang="ja-JP" altLang="en-US">
                        <a:noFill/>
                      </a:rPr>
                      <a:t> </a:t>
                    </a:r>
                  </a:p>
                </p:txBody>
              </p:sp>
            </mc:Fallback>
          </mc:AlternateContent>
          <p:sp>
            <p:nvSpPr>
              <p:cNvPr id="47" name="フリーフォーム: 図形 46">
                <a:extLst>
                  <a:ext uri="{FF2B5EF4-FFF2-40B4-BE49-F238E27FC236}">
                    <a16:creationId xmlns:a16="http://schemas.microsoft.com/office/drawing/2014/main" id="{576FFF3E-3F30-7148-9CCC-0F6D41302802}"/>
                  </a:ext>
                </a:extLst>
              </p:cNvPr>
              <p:cNvSpPr/>
              <p:nvPr/>
            </p:nvSpPr>
            <p:spPr>
              <a:xfrm>
                <a:off x="3927018" y="4317105"/>
                <a:ext cx="419448" cy="348457"/>
              </a:xfrm>
              <a:custGeom>
                <a:avLst/>
                <a:gdLst>
                  <a:gd name="csX0" fmla="*/ 0 w 827087"/>
                  <a:gd name="csY0" fmla="*/ 696913 h 696913"/>
                  <a:gd name="csX1" fmla="*/ 330200 w 827087"/>
                  <a:gd name="csY1" fmla="*/ 230188 h 696913"/>
                  <a:gd name="csX2" fmla="*/ 827087 w 827087"/>
                  <a:gd name="csY2" fmla="*/ 0 h 696913"/>
                </a:gdLst>
                <a:ahLst/>
                <a:cxnLst>
                  <a:cxn ang="0">
                    <a:pos x="csX0" y="csY0"/>
                  </a:cxn>
                  <a:cxn ang="0">
                    <a:pos x="csX1" y="csY1"/>
                  </a:cxn>
                  <a:cxn ang="0">
                    <a:pos x="csX2" y="csY2"/>
                  </a:cxn>
                </a:cxnLst>
                <a:rect l="l" t="t" r="r" b="b"/>
                <a:pathLst>
                  <a:path w="827087" h="696913">
                    <a:moveTo>
                      <a:pt x="0" y="696913"/>
                    </a:moveTo>
                    <a:cubicBezTo>
                      <a:pt x="96176" y="521626"/>
                      <a:pt x="192352" y="346340"/>
                      <a:pt x="330200" y="230188"/>
                    </a:cubicBezTo>
                    <a:cubicBezTo>
                      <a:pt x="468048" y="114036"/>
                      <a:pt x="647567" y="57018"/>
                      <a:pt x="827087" y="0"/>
                    </a:cubicBezTo>
                  </a:path>
                </a:pathLst>
              </a:custGeom>
              <a:noFill/>
              <a:ln>
                <a:solidFill>
                  <a:schemeClr val="accent1"/>
                </a:solidFill>
                <a:headEnd type="arrow"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BA644FC7-0893-F1AC-E4D1-4EA9AB6A560F}"/>
                      </a:ext>
                    </a:extLst>
                  </p:cNvPr>
                  <p:cNvSpPr txBox="1"/>
                  <p:nvPr/>
                </p:nvSpPr>
                <p:spPr>
                  <a:xfrm>
                    <a:off x="4383545" y="4154640"/>
                    <a:ext cx="1712455" cy="169277"/>
                  </a:xfrm>
                  <a:prstGeom prst="rect">
                    <a:avLst/>
                  </a:prstGeom>
                  <a:noFill/>
                </p:spPr>
                <p:txBody>
                  <a:bodyPr wrap="none" lIns="0" tIns="0" rIns="0" bIns="0" rtlCol="0">
                    <a:spAutoFit/>
                  </a:bodyPr>
                  <a:lstStyle/>
                  <a:p>
                    <a:pPr/>
                    <a14:m>
                      <m:oMathPara xmlns:m="http://schemas.openxmlformats.org/officeDocument/2006/math">
                        <m:oMath>
                          <m:r>
                            <a:rPr kumimoji="1" lang="en-US" altLang="ja-JP" sz="1100" b="0" i="1" smtClean="0">
                              <a:latin typeface="Cambria Math" panose="02040503050406030204" pitchFamily="18" charset="0"/>
                            </a:rPr>
                            <m:t>𝜃</m:t>
                          </m:r>
                          <m:r>
                            <a:rPr kumimoji="1" lang="en-US" altLang="ja-JP" sz="1100" b="0" i="1" smtClean="0">
                              <a:latin typeface="Cambria Math" panose="02040503050406030204" pitchFamily="18" charset="0"/>
                            </a:rPr>
                            <m:t>=</m:t>
                          </m:r>
                          <m:d>
                            <m:dPr>
                              <m:ctrlPr>
                                <a:rPr kumimoji="1" lang="en-US" altLang="ja-JP" sz="1100" b="0" i="1" smtClean="0">
                                  <a:latin typeface="Cambria Math" panose="02040503050406030204" pitchFamily="18" charset="0"/>
                                </a:rPr>
                              </m:ctrlPr>
                            </m:dPr>
                            <m:e>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𝜃</m:t>
                                  </m:r>
                                </m:e>
                                <m:sub>
                                  <m:r>
                                    <a:rPr kumimoji="1" lang="en-US" altLang="ja-JP" sz="1100" b="0" i="1" smtClean="0">
                                      <a:latin typeface="Cambria Math" panose="02040503050406030204" pitchFamily="18" charset="0"/>
                                    </a:rPr>
                                    <m:t>2</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𝜃</m:t>
                                  </m:r>
                                </m:e>
                                <m:sub>
                                  <m:r>
                                    <a:rPr kumimoji="1" lang="en-US" altLang="ja-JP" sz="1100" b="0" i="1" smtClean="0">
                                      <a:latin typeface="Cambria Math" panose="02040503050406030204" pitchFamily="18" charset="0"/>
                                    </a:rPr>
                                    <m:t>1</m:t>
                                  </m:r>
                                </m:sub>
                              </m:sSub>
                            </m:e>
                          </m:d>
                          <m:r>
                            <a:rPr kumimoji="1" lang="en-US" altLang="ja-JP" sz="1100" b="0" i="1" smtClean="0">
                              <a:latin typeface="Cambria Math" panose="02040503050406030204" pitchFamily="18" charset="0"/>
                            </a:rPr>
                            <m:t>=</m:t>
                          </m:r>
                          <m:r>
                            <a:rPr kumimoji="1" lang="en-US" altLang="ja-JP" sz="1100" b="0" i="1" smtClean="0">
                              <a:latin typeface="Cambria Math" panose="02040503050406030204" pitchFamily="18" charset="0"/>
                            </a:rPr>
                            <m:t>𝜔</m:t>
                          </m:r>
                          <m:r>
                            <a:rPr kumimoji="1" lang="en-US" altLang="ja-JP" sz="1100" b="0" i="1" smtClean="0">
                              <a:latin typeface="Cambria Math" panose="02040503050406030204" pitchFamily="18" charset="0"/>
                            </a:rPr>
                            <m:t> (</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𝑡</m:t>
                              </m:r>
                            </m:e>
                            <m:sub>
                              <m:r>
                                <a:rPr kumimoji="1" lang="en-US" altLang="ja-JP" sz="1100" b="0" i="1" smtClean="0">
                                  <a:latin typeface="Cambria Math" panose="02040503050406030204" pitchFamily="18" charset="0"/>
                                </a:rPr>
                                <m:t>2</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𝑡</m:t>
                              </m:r>
                            </m:e>
                            <m:sub>
                              <m:r>
                                <a:rPr kumimoji="1" lang="en-US" altLang="ja-JP" sz="1100" b="0" i="1" smtClean="0">
                                  <a:latin typeface="Cambria Math" panose="02040503050406030204" pitchFamily="18" charset="0"/>
                                </a:rPr>
                                <m:t>1</m:t>
                              </m:r>
                            </m:sub>
                          </m:sSub>
                          <m:r>
                            <a:rPr kumimoji="1" lang="en-US" altLang="ja-JP" sz="1100" b="0" i="1" smtClean="0">
                              <a:latin typeface="Cambria Math" panose="02040503050406030204" pitchFamily="18" charset="0"/>
                            </a:rPr>
                            <m:t>)</m:t>
                          </m:r>
                        </m:oMath>
                      </m:oMathPara>
                    </a14:m>
                    <a:endParaRPr kumimoji="1" lang="ja-JP" altLang="en-US" sz="1100" dirty="0"/>
                  </a:p>
                </p:txBody>
              </p:sp>
            </mc:Choice>
            <mc:Fallback xmlns="">
              <p:sp>
                <p:nvSpPr>
                  <p:cNvPr id="48" name="テキスト ボックス 47">
                    <a:extLst>
                      <a:ext uri="{FF2B5EF4-FFF2-40B4-BE49-F238E27FC236}">
                        <a16:creationId xmlns:a16="http://schemas.microsoft.com/office/drawing/2014/main" id="{BA644FC7-0893-F1AC-E4D1-4EA9AB6A560F}"/>
                      </a:ext>
                    </a:extLst>
                  </p:cNvPr>
                  <p:cNvSpPr txBox="1">
                    <a:spLocks noRot="1" noChangeAspect="1" noMove="1" noResize="1" noEditPoints="1" noAdjustHandles="1" noChangeArrowheads="1" noChangeShapeType="1" noTextEdit="1"/>
                  </p:cNvSpPr>
                  <p:nvPr/>
                </p:nvSpPr>
                <p:spPr>
                  <a:xfrm>
                    <a:off x="4383545" y="4154640"/>
                    <a:ext cx="1712455" cy="169277"/>
                  </a:xfrm>
                  <a:prstGeom prst="rect">
                    <a:avLst/>
                  </a:prstGeom>
                  <a:blipFill>
                    <a:blip r:embed="rId4"/>
                    <a:stretch>
                      <a:fillRect l="-1423" t="-33333" r="-5694" b="-518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4" name="テキスト ボックス 53">
                    <a:extLst>
                      <a:ext uri="{FF2B5EF4-FFF2-40B4-BE49-F238E27FC236}">
                        <a16:creationId xmlns:a16="http://schemas.microsoft.com/office/drawing/2014/main" id="{F81FBB65-1501-CBB2-3188-50371CB6A04A}"/>
                      </a:ext>
                    </a:extLst>
                  </p:cNvPr>
                  <p:cNvSpPr txBox="1"/>
                  <p:nvPr/>
                </p:nvSpPr>
                <p:spPr>
                  <a:xfrm>
                    <a:off x="3759336" y="5415117"/>
                    <a:ext cx="175561" cy="169277"/>
                  </a:xfrm>
                  <a:prstGeom prst="rect">
                    <a:avLst/>
                  </a:prstGeom>
                  <a:noFill/>
                </p:spPr>
                <p:txBody>
                  <a:bodyPr wrap="none" lIns="0" tIns="0" rIns="0" bIns="0" rtlCol="0">
                    <a:spAutoFit/>
                  </a:bodyPr>
                  <a:lstStyle/>
                  <a:p>
                    <a:pPr/>
                    <a14:m>
                      <m:oMathPara xmlns:m="http://schemas.openxmlformats.org/officeDocument/2006/math">
                        <m:oMath>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𝜃</m:t>
                              </m:r>
                            </m:e>
                            <m:sub>
                              <m:r>
                                <a:rPr kumimoji="1" lang="en-US" altLang="ja-JP" sz="1100" b="0" i="1" smtClean="0">
                                  <a:latin typeface="Cambria Math" panose="02040503050406030204" pitchFamily="18" charset="0"/>
                                </a:rPr>
                                <m:t>1</m:t>
                              </m:r>
                            </m:sub>
                          </m:sSub>
                        </m:oMath>
                      </m:oMathPara>
                    </a14:m>
                    <a:endParaRPr kumimoji="1" lang="ja-JP" altLang="en-US" sz="1100" dirty="0"/>
                  </a:p>
                </p:txBody>
              </p:sp>
            </mc:Choice>
            <mc:Fallback xmlns="">
              <p:sp>
                <p:nvSpPr>
                  <p:cNvPr id="54" name="テキスト ボックス 53">
                    <a:extLst>
                      <a:ext uri="{FF2B5EF4-FFF2-40B4-BE49-F238E27FC236}">
                        <a16:creationId xmlns:a16="http://schemas.microsoft.com/office/drawing/2014/main" id="{F81FBB65-1501-CBB2-3188-50371CB6A04A}"/>
                      </a:ext>
                    </a:extLst>
                  </p:cNvPr>
                  <p:cNvSpPr txBox="1">
                    <a:spLocks noRot="1" noChangeAspect="1" noMove="1" noResize="1" noEditPoints="1" noAdjustHandles="1" noChangeArrowheads="1" noChangeShapeType="1" noTextEdit="1"/>
                  </p:cNvSpPr>
                  <p:nvPr/>
                </p:nvSpPr>
                <p:spPr>
                  <a:xfrm>
                    <a:off x="3759336" y="5415117"/>
                    <a:ext cx="175561" cy="169277"/>
                  </a:xfrm>
                  <a:prstGeom prst="rect">
                    <a:avLst/>
                  </a:prstGeom>
                  <a:blipFill>
                    <a:blip r:embed="rId5"/>
                    <a:stretch>
                      <a:fillRect l="-21429" t="-28571" r="-60714" b="-5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A4209F49-C3CA-5378-E5FE-5AF0D8D1EDEE}"/>
                      </a:ext>
                    </a:extLst>
                  </p:cNvPr>
                  <p:cNvSpPr txBox="1"/>
                  <p:nvPr/>
                </p:nvSpPr>
                <p:spPr>
                  <a:xfrm>
                    <a:off x="3930212" y="5032361"/>
                    <a:ext cx="178832" cy="169277"/>
                  </a:xfrm>
                  <a:prstGeom prst="rect">
                    <a:avLst/>
                  </a:prstGeom>
                  <a:noFill/>
                </p:spPr>
                <p:txBody>
                  <a:bodyPr wrap="none" lIns="0" tIns="0" rIns="0" bIns="0" rtlCol="0">
                    <a:spAutoFit/>
                  </a:bodyPr>
                  <a:lstStyle/>
                  <a:p>
                    <a:pPr/>
                    <a14:m>
                      <m:oMathPara xmlns:m="http://schemas.openxmlformats.org/officeDocument/2006/math">
                        <m:oMath>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𝜃</m:t>
                              </m:r>
                            </m:e>
                            <m:sub>
                              <m:r>
                                <a:rPr kumimoji="1" lang="en-US" altLang="ja-JP" sz="1100" b="0" i="1" smtClean="0">
                                  <a:latin typeface="Cambria Math" panose="02040503050406030204" pitchFamily="18" charset="0"/>
                                </a:rPr>
                                <m:t>2</m:t>
                              </m:r>
                            </m:sub>
                          </m:sSub>
                        </m:oMath>
                      </m:oMathPara>
                    </a14:m>
                    <a:endParaRPr kumimoji="1" lang="ja-JP" altLang="en-US" sz="1100" dirty="0"/>
                  </a:p>
                </p:txBody>
              </p:sp>
            </mc:Choice>
            <mc:Fallback xmlns="">
              <p:sp>
                <p:nvSpPr>
                  <p:cNvPr id="55" name="テキスト ボックス 54">
                    <a:extLst>
                      <a:ext uri="{FF2B5EF4-FFF2-40B4-BE49-F238E27FC236}">
                        <a16:creationId xmlns:a16="http://schemas.microsoft.com/office/drawing/2014/main" id="{A4209F49-C3CA-5378-E5FE-5AF0D8D1EDEE}"/>
                      </a:ext>
                    </a:extLst>
                  </p:cNvPr>
                  <p:cNvSpPr txBox="1">
                    <a:spLocks noRot="1" noChangeAspect="1" noMove="1" noResize="1" noEditPoints="1" noAdjustHandles="1" noChangeArrowheads="1" noChangeShapeType="1" noTextEdit="1"/>
                  </p:cNvSpPr>
                  <p:nvPr/>
                </p:nvSpPr>
                <p:spPr>
                  <a:xfrm>
                    <a:off x="3930212" y="5032361"/>
                    <a:ext cx="178832" cy="169277"/>
                  </a:xfrm>
                  <a:prstGeom prst="rect">
                    <a:avLst/>
                  </a:prstGeom>
                  <a:blipFill>
                    <a:blip r:embed="rId6"/>
                    <a:stretch>
                      <a:fillRect l="-20690" t="-33333" r="-58621" b="-518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0C3CB072-9094-544E-66A2-6E6995B22AD6}"/>
                      </a:ext>
                    </a:extLst>
                  </p:cNvPr>
                  <p:cNvSpPr txBox="1"/>
                  <p:nvPr/>
                </p:nvSpPr>
                <p:spPr>
                  <a:xfrm>
                    <a:off x="4386892" y="4359854"/>
                    <a:ext cx="891334" cy="358560"/>
                  </a:xfrm>
                  <a:prstGeom prst="rect">
                    <a:avLst/>
                  </a:prstGeom>
                  <a:noFill/>
                </p:spPr>
                <p:txBody>
                  <a:bodyPr wrap="none" lIns="0" tIns="0" rIns="0" bIns="0" rtlCol="0">
                    <a:spAutoFit/>
                  </a:bodyPr>
                  <a:lstStyle/>
                  <a:p>
                    <a:pPr/>
                    <a14:m>
                      <m:oMathPara xmlns:m="http://schemas.openxmlformats.org/officeDocument/2006/math">
                        <m:oMath>
                          <m:r>
                            <a:rPr kumimoji="1" lang="en-US" altLang="ja-JP" sz="1100" b="0" i="1" smtClean="0">
                              <a:latin typeface="Cambria Math" panose="02040503050406030204" pitchFamily="18" charset="0"/>
                            </a:rPr>
                            <m:t>𝜔</m:t>
                          </m:r>
                          <m:r>
                            <a:rPr kumimoji="1" lang="en-US" altLang="ja-JP" sz="1100" b="0" i="1" smtClean="0">
                              <a:latin typeface="Cambria Math" panose="02040503050406030204" pitchFamily="18" charset="0"/>
                            </a:rPr>
                            <m:t>=</m:t>
                          </m:r>
                          <m:f>
                            <m:fPr>
                              <m:ctrlPr>
                                <a:rPr kumimoji="1" lang="en-US" altLang="ja-JP" sz="1100" b="0" i="1" smtClean="0">
                                  <a:latin typeface="Cambria Math" panose="02040503050406030204" pitchFamily="18" charset="0"/>
                                </a:rPr>
                              </m:ctrlPr>
                            </m:fPr>
                            <m:num>
                              <m:d>
                                <m:dPr>
                                  <m:ctrlPr>
                                    <a:rPr kumimoji="1" lang="en-US" altLang="ja-JP" sz="1100" b="0" i="1" smtClean="0">
                                      <a:latin typeface="Cambria Math" panose="02040503050406030204" pitchFamily="18" charset="0"/>
                                    </a:rPr>
                                  </m:ctrlPr>
                                </m:dPr>
                                <m:e>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𝜃</m:t>
                                      </m:r>
                                    </m:e>
                                    <m:sub>
                                      <m:r>
                                        <a:rPr kumimoji="1" lang="en-US" altLang="ja-JP" sz="1100" b="0" i="1" smtClean="0">
                                          <a:latin typeface="Cambria Math" panose="02040503050406030204" pitchFamily="18" charset="0"/>
                                        </a:rPr>
                                        <m:t>2</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𝜃</m:t>
                                      </m:r>
                                    </m:e>
                                    <m:sub>
                                      <m:r>
                                        <a:rPr kumimoji="1" lang="en-US" altLang="ja-JP" sz="1100" b="0" i="1" smtClean="0">
                                          <a:latin typeface="Cambria Math" panose="02040503050406030204" pitchFamily="18" charset="0"/>
                                        </a:rPr>
                                        <m:t>1</m:t>
                                      </m:r>
                                    </m:sub>
                                  </m:sSub>
                                </m:e>
                              </m:d>
                            </m:num>
                            <m:den>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𝑡</m:t>
                                  </m:r>
                                </m:e>
                                <m:sub>
                                  <m:r>
                                    <a:rPr kumimoji="1" lang="en-US" altLang="ja-JP" sz="1100" b="0" i="1" smtClean="0">
                                      <a:latin typeface="Cambria Math" panose="02040503050406030204" pitchFamily="18" charset="0"/>
                                    </a:rPr>
                                    <m:t>2</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𝑡</m:t>
                                  </m:r>
                                </m:e>
                                <m:sub>
                                  <m:r>
                                    <a:rPr kumimoji="1" lang="en-US" altLang="ja-JP" sz="1100" b="0" i="1" smtClean="0">
                                      <a:latin typeface="Cambria Math" panose="02040503050406030204" pitchFamily="18" charset="0"/>
                                    </a:rPr>
                                    <m:t>1</m:t>
                                  </m:r>
                                </m:sub>
                              </m:sSub>
                              <m:r>
                                <a:rPr kumimoji="1" lang="en-US" altLang="ja-JP" sz="1100" b="0" i="1" smtClean="0">
                                  <a:latin typeface="Cambria Math" panose="02040503050406030204" pitchFamily="18" charset="0"/>
                                </a:rPr>
                                <m:t>)</m:t>
                              </m:r>
                            </m:den>
                          </m:f>
                        </m:oMath>
                      </m:oMathPara>
                    </a14:m>
                    <a:endParaRPr kumimoji="1" lang="ja-JP" altLang="en-US" sz="1100" dirty="0"/>
                  </a:p>
                </p:txBody>
              </p:sp>
            </mc:Choice>
            <mc:Fallback xmlns="">
              <p:sp>
                <p:nvSpPr>
                  <p:cNvPr id="56" name="テキスト ボックス 55">
                    <a:extLst>
                      <a:ext uri="{FF2B5EF4-FFF2-40B4-BE49-F238E27FC236}">
                        <a16:creationId xmlns:a16="http://schemas.microsoft.com/office/drawing/2014/main" id="{0C3CB072-9094-544E-66A2-6E6995B22AD6}"/>
                      </a:ext>
                    </a:extLst>
                  </p:cNvPr>
                  <p:cNvSpPr txBox="1">
                    <a:spLocks noRot="1" noChangeAspect="1" noMove="1" noResize="1" noEditPoints="1" noAdjustHandles="1" noChangeArrowheads="1" noChangeShapeType="1" noTextEdit="1"/>
                  </p:cNvSpPr>
                  <p:nvPr/>
                </p:nvSpPr>
                <p:spPr>
                  <a:xfrm>
                    <a:off x="4386892" y="4359854"/>
                    <a:ext cx="891334" cy="358560"/>
                  </a:xfrm>
                  <a:prstGeom prst="rect">
                    <a:avLst/>
                  </a:prstGeom>
                  <a:blipFill>
                    <a:blip r:embed="rId7"/>
                    <a:stretch>
                      <a:fillRect l="-1370" r="-11644" b="-16949"/>
                    </a:stretch>
                  </a:blipFill>
                </p:spPr>
                <p:txBody>
                  <a:bodyPr/>
                  <a:lstStyle/>
                  <a:p>
                    <a:r>
                      <a:rPr lang="ja-JP" altLang="en-US">
                        <a:noFill/>
                      </a:rPr>
                      <a:t> </a:t>
                    </a:r>
                  </a:p>
                </p:txBody>
              </p:sp>
            </mc:Fallback>
          </mc:AlternateContent>
        </p:grpSp>
      </p:grpSp>
    </p:spTree>
    <p:extLst>
      <p:ext uri="{BB962C8B-B14F-4D97-AF65-F5344CB8AC3E}">
        <p14:creationId xmlns:p14="http://schemas.microsoft.com/office/powerpoint/2010/main" val="268215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DF069B2-5423-30C9-10A5-B64F3A7B605F}"/>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1D5D002A-B7A1-50B3-C530-59C68436D701}"/>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43948B2-5D68-80BD-F4B8-8C6C459635F9}"/>
              </a:ext>
            </a:extLst>
          </p:cNvPr>
          <p:cNvSpPr>
            <a:spLocks noGrp="1"/>
          </p:cNvSpPr>
          <p:nvPr>
            <p:ph type="sldNum" sz="quarter" idx="15"/>
          </p:nvPr>
        </p:nvSpPr>
        <p:spPr/>
        <p:txBody>
          <a:bodyPr/>
          <a:lstStyle/>
          <a:p>
            <a:fld id="{CC43B8D3-9A08-F84C-9DD4-44948BA52D4B}" type="slidenum">
              <a:rPr lang="en-US" altLang="ja-JP" smtClean="0"/>
              <a:pPr/>
              <a:t>28</a:t>
            </a:fld>
            <a:endParaRPr lang="ja-JP" altLang="en-US" b="1"/>
          </a:p>
        </p:txBody>
      </p:sp>
      <p:grpSp>
        <p:nvGrpSpPr>
          <p:cNvPr id="6" name="グループ化 5">
            <a:extLst>
              <a:ext uri="{FF2B5EF4-FFF2-40B4-BE49-F238E27FC236}">
                <a16:creationId xmlns:a16="http://schemas.microsoft.com/office/drawing/2014/main" id="{8C9203B1-D46B-C37E-D0CD-E32464BD8BD8}"/>
              </a:ext>
            </a:extLst>
          </p:cNvPr>
          <p:cNvGrpSpPr/>
          <p:nvPr/>
        </p:nvGrpSpPr>
        <p:grpSpPr>
          <a:xfrm>
            <a:off x="1105781" y="2061790"/>
            <a:ext cx="5753438" cy="4718231"/>
            <a:chOff x="1105781" y="2061790"/>
            <a:chExt cx="5753438" cy="4718231"/>
          </a:xfrm>
        </p:grpSpPr>
        <p:sp>
          <p:nvSpPr>
            <p:cNvPr id="26" name="円弧 25">
              <a:extLst>
                <a:ext uri="{FF2B5EF4-FFF2-40B4-BE49-F238E27FC236}">
                  <a16:creationId xmlns:a16="http://schemas.microsoft.com/office/drawing/2014/main" id="{41D3BA7A-CE9A-1A36-A5DC-C25A922C2DD5}"/>
                </a:ext>
              </a:extLst>
            </p:cNvPr>
            <p:cNvSpPr/>
            <p:nvPr/>
          </p:nvSpPr>
          <p:spPr>
            <a:xfrm>
              <a:off x="1105781" y="2943915"/>
              <a:ext cx="3836106" cy="3836106"/>
            </a:xfrm>
            <a:prstGeom prst="arc">
              <a:avLst>
                <a:gd name="adj1" fmla="val 17620912"/>
                <a:gd name="adj2" fmla="val 21378771"/>
              </a:avLst>
            </a:prstGeom>
            <a:ln w="19050">
              <a:solidFill>
                <a:schemeClr val="accent1"/>
              </a:solidFill>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E8A94305-FB61-2D83-9B74-E4EB63E73D09}"/>
                </a:ext>
              </a:extLst>
            </p:cNvPr>
            <p:cNvGrpSpPr/>
            <p:nvPr/>
          </p:nvGrpSpPr>
          <p:grpSpPr>
            <a:xfrm>
              <a:off x="2216781" y="2061790"/>
              <a:ext cx="4642438" cy="3607232"/>
              <a:chOff x="2216781" y="2061790"/>
              <a:chExt cx="4642438" cy="3607232"/>
            </a:xfrm>
          </p:grpSpPr>
          <p:sp>
            <p:nvSpPr>
              <p:cNvPr id="7" name="円弧 6">
                <a:extLst>
                  <a:ext uri="{FF2B5EF4-FFF2-40B4-BE49-F238E27FC236}">
                    <a16:creationId xmlns:a16="http://schemas.microsoft.com/office/drawing/2014/main" id="{247405A9-2851-0DAE-8496-1014A4E11841}"/>
                  </a:ext>
                </a:extLst>
              </p:cNvPr>
              <p:cNvSpPr/>
              <p:nvPr/>
            </p:nvSpPr>
            <p:spPr>
              <a:xfrm>
                <a:off x="2216781" y="4054916"/>
                <a:ext cx="1614106" cy="1614106"/>
              </a:xfrm>
              <a:prstGeom prst="arc">
                <a:avLst>
                  <a:gd name="adj1" fmla="val 17398681"/>
                  <a:gd name="adj2" fmla="val 21594074"/>
                </a:avLst>
              </a:prstGeom>
              <a:ln w="19050">
                <a:headEnd type="arrow"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BA0B0EF9-A24A-7FC5-20AA-5C7B2BE2D949}"/>
                  </a:ext>
                </a:extLst>
              </p:cNvPr>
              <p:cNvCxnSpPr>
                <a:cxnSpLocks/>
              </p:cNvCxnSpPr>
              <p:nvPr/>
            </p:nvCxnSpPr>
            <p:spPr>
              <a:xfrm flipH="1">
                <a:off x="3022999" y="2874029"/>
                <a:ext cx="737630" cy="198635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2" name="テキスト ボックス 11">
                <a:extLst>
                  <a:ext uri="{FF2B5EF4-FFF2-40B4-BE49-F238E27FC236}">
                    <a16:creationId xmlns:a16="http://schemas.microsoft.com/office/drawing/2014/main" id="{94DAA729-0186-2AF3-A663-370E6E766F16}"/>
                  </a:ext>
                </a:extLst>
              </p:cNvPr>
              <p:cNvSpPr txBox="1"/>
              <p:nvPr/>
            </p:nvSpPr>
            <p:spPr>
              <a:xfrm>
                <a:off x="5522237" y="4721881"/>
                <a:ext cx="269626" cy="276999"/>
              </a:xfrm>
              <a:prstGeom prst="rect">
                <a:avLst/>
              </a:prstGeom>
              <a:noFill/>
            </p:spPr>
            <p:txBody>
              <a:bodyPr wrap="none" rtlCol="0">
                <a:spAutoFit/>
              </a:bodyPr>
              <a:lstStyle/>
              <a:p>
                <a:r>
                  <a:rPr kumimoji="1" lang="en-US" altLang="ja-JP" sz="1200" dirty="0">
                    <a:latin typeface="Consolas" panose="020B0609020204030204" pitchFamily="49" charset="0"/>
                  </a:rPr>
                  <a:t>I</a:t>
                </a:r>
                <a:endParaRPr kumimoji="1" lang="ja-JP" altLang="en-US" sz="1200" dirty="0">
                  <a:latin typeface="Consolas" panose="020B0609020204030204" pitchFamily="49" charset="0"/>
                </a:endParaRPr>
              </a:p>
            </p:txBody>
          </p:sp>
          <p:sp>
            <p:nvSpPr>
              <p:cNvPr id="13" name="テキスト ボックス 12">
                <a:extLst>
                  <a:ext uri="{FF2B5EF4-FFF2-40B4-BE49-F238E27FC236}">
                    <a16:creationId xmlns:a16="http://schemas.microsoft.com/office/drawing/2014/main" id="{5BB003B9-B248-D7DC-E1C0-68EB61F2F092}"/>
                  </a:ext>
                </a:extLst>
              </p:cNvPr>
              <p:cNvSpPr txBox="1"/>
              <p:nvPr/>
            </p:nvSpPr>
            <p:spPr>
              <a:xfrm>
                <a:off x="2888186" y="2061790"/>
                <a:ext cx="269626" cy="276999"/>
              </a:xfrm>
              <a:prstGeom prst="rect">
                <a:avLst/>
              </a:prstGeom>
              <a:noFill/>
            </p:spPr>
            <p:txBody>
              <a:bodyPr wrap="none" rtlCol="0">
                <a:spAutoFit/>
              </a:bodyPr>
              <a:lstStyle/>
              <a:p>
                <a:r>
                  <a:rPr kumimoji="1" lang="en-US" altLang="ja-JP" sz="1200" dirty="0">
                    <a:latin typeface="Consolas" panose="020B0609020204030204" pitchFamily="49" charset="0"/>
                  </a:rPr>
                  <a:t>Q</a:t>
                </a:r>
                <a:endParaRPr kumimoji="1" lang="ja-JP" altLang="en-US" sz="1200" dirty="0">
                  <a:latin typeface="Consolas" panose="020B0609020204030204" pitchFamily="49" charset="0"/>
                </a:endParaRPr>
              </a:p>
            </p:txBody>
          </p:sp>
          <p:cxnSp>
            <p:nvCxnSpPr>
              <p:cNvPr id="14" name="直線コネクタ 13">
                <a:extLst>
                  <a:ext uri="{FF2B5EF4-FFF2-40B4-BE49-F238E27FC236}">
                    <a16:creationId xmlns:a16="http://schemas.microsoft.com/office/drawing/2014/main" id="{6002275E-0B72-5E13-69FD-7990D2108227}"/>
                  </a:ext>
                </a:extLst>
              </p:cNvPr>
              <p:cNvCxnSpPr>
                <a:cxnSpLocks/>
              </p:cNvCxnSpPr>
              <p:nvPr/>
            </p:nvCxnSpPr>
            <p:spPr>
              <a:xfrm>
                <a:off x="2884819" y="4860383"/>
                <a:ext cx="2683269"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直線コネクタ 14">
                <a:extLst>
                  <a:ext uri="{FF2B5EF4-FFF2-40B4-BE49-F238E27FC236}">
                    <a16:creationId xmlns:a16="http://schemas.microsoft.com/office/drawing/2014/main" id="{49D5C73C-E421-03CC-1CAF-5CF284543F9D}"/>
                  </a:ext>
                </a:extLst>
              </p:cNvPr>
              <p:cNvCxnSpPr>
                <a:cxnSpLocks/>
              </p:cNvCxnSpPr>
              <p:nvPr/>
            </p:nvCxnSpPr>
            <p:spPr>
              <a:xfrm flipV="1">
                <a:off x="3022999" y="2315295"/>
                <a:ext cx="0" cy="271073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 name="楕円 16">
                <a:extLst>
                  <a:ext uri="{FF2B5EF4-FFF2-40B4-BE49-F238E27FC236}">
                    <a16:creationId xmlns:a16="http://schemas.microsoft.com/office/drawing/2014/main" id="{5F49F150-CF85-7599-BA03-CB5DE222BD53}"/>
                  </a:ext>
                </a:extLst>
              </p:cNvPr>
              <p:cNvSpPr/>
              <p:nvPr/>
            </p:nvSpPr>
            <p:spPr>
              <a:xfrm>
                <a:off x="3650177" y="3012525"/>
                <a:ext cx="90000" cy="9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58EDA308-542C-1C19-5D54-B26C0E2FEFBA}"/>
                      </a:ext>
                    </a:extLst>
                  </p:cNvPr>
                  <p:cNvSpPr txBox="1"/>
                  <p:nvPr/>
                </p:nvSpPr>
                <p:spPr>
                  <a:xfrm>
                    <a:off x="3827277" y="2911130"/>
                    <a:ext cx="488275" cy="182294"/>
                  </a:xfrm>
                  <a:prstGeom prst="rect">
                    <a:avLst/>
                  </a:prstGeom>
                  <a:noFill/>
                </p:spPr>
                <p:txBody>
                  <a:bodyPr wrap="none" lIns="0" tIns="0" rIns="0" bIns="0" rtlCol="0">
                    <a:spAutoFit/>
                  </a:bodyPr>
                  <a:lstStyle/>
                  <a:p>
                    <a:pPr/>
                    <a14:m>
                      <m:oMathPara xmlns:m="http://schemas.openxmlformats.org/officeDocument/2006/math">
                        <m:oMath>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𝐼</m:t>
                              </m:r>
                            </m:e>
                            <m:sub>
                              <m:r>
                                <a:rPr kumimoji="1" lang="en-US" altLang="ja-JP" sz="1100" b="0" i="1" smtClean="0">
                                  <a:latin typeface="Cambria Math" panose="02040503050406030204" pitchFamily="18" charset="0"/>
                                </a:rPr>
                                <m:t>𝑝</m:t>
                              </m:r>
                            </m:sub>
                          </m:sSub>
                          <m:r>
                            <a:rPr kumimoji="1" lang="en-US" altLang="ja-JP" sz="1100" b="0" i="1" smtClean="0">
                              <a:latin typeface="Cambria Math" panose="02040503050406030204" pitchFamily="18" charset="0"/>
                            </a:rPr>
                            <m:t>,</m:t>
                          </m:r>
                          <m:sSub>
                            <m:sSubPr>
                              <m:ctrlPr>
                                <a:rPr kumimoji="1" lang="en-US" altLang="ja-JP" sz="1100" b="0" i="1" smtClean="0">
                                  <a:latin typeface="Cambria Math" panose="02040503050406030204" pitchFamily="18" charset="0"/>
                                </a:rPr>
                              </m:ctrlPr>
                            </m:sSubPr>
                            <m:e>
                              <m:r>
                                <a:rPr kumimoji="1" lang="en-US" altLang="ja-JP" sz="1100" b="0" i="1" smtClean="0">
                                  <a:latin typeface="Cambria Math" panose="02040503050406030204" pitchFamily="18" charset="0"/>
                                </a:rPr>
                                <m:t>𝑄</m:t>
                              </m:r>
                            </m:e>
                            <m:sub>
                              <m:r>
                                <a:rPr kumimoji="1" lang="en-US" altLang="ja-JP" sz="1100" b="0" i="1" smtClean="0">
                                  <a:latin typeface="Cambria Math" panose="02040503050406030204" pitchFamily="18" charset="0"/>
                                </a:rPr>
                                <m:t>𝑝</m:t>
                              </m:r>
                            </m:sub>
                          </m:sSub>
                          <m:r>
                            <a:rPr kumimoji="1" lang="en-US" altLang="ja-JP" sz="1100" b="0" i="1" smtClean="0">
                              <a:latin typeface="Cambria Math" panose="02040503050406030204" pitchFamily="18" charset="0"/>
                            </a:rPr>
                            <m:t>)</m:t>
                          </m:r>
                        </m:oMath>
                      </m:oMathPara>
                    </a14:m>
                    <a:endParaRPr kumimoji="1" lang="ja-JP" altLang="en-US" sz="1100" dirty="0"/>
                  </a:p>
                </p:txBody>
              </p:sp>
            </mc:Choice>
            <mc:Fallback xmlns="">
              <p:sp>
                <p:nvSpPr>
                  <p:cNvPr id="28" name="テキスト ボックス 27">
                    <a:extLst>
                      <a:ext uri="{FF2B5EF4-FFF2-40B4-BE49-F238E27FC236}">
                        <a16:creationId xmlns:a16="http://schemas.microsoft.com/office/drawing/2014/main" id="{58EDA308-542C-1C19-5D54-B26C0E2FEFBA}"/>
                      </a:ext>
                    </a:extLst>
                  </p:cNvPr>
                  <p:cNvSpPr txBox="1">
                    <a:spLocks noRot="1" noChangeAspect="1" noMove="1" noResize="1" noEditPoints="1" noAdjustHandles="1" noChangeArrowheads="1" noChangeShapeType="1" noTextEdit="1"/>
                  </p:cNvSpPr>
                  <p:nvPr/>
                </p:nvSpPr>
                <p:spPr>
                  <a:xfrm>
                    <a:off x="3827277" y="2911130"/>
                    <a:ext cx="488275" cy="182294"/>
                  </a:xfrm>
                  <a:prstGeom prst="rect">
                    <a:avLst/>
                  </a:prstGeom>
                  <a:blipFill>
                    <a:blip r:embed="rId2"/>
                    <a:stretch>
                      <a:fillRect l="-10000" t="-31034" r="-20000" b="-41379"/>
                    </a:stretch>
                  </a:blipFill>
                </p:spPr>
                <p:txBody>
                  <a:bodyPr/>
                  <a:lstStyle/>
                  <a:p>
                    <a:r>
                      <a:rPr lang="ja-JP" altLang="en-US">
                        <a:noFill/>
                      </a:rPr>
                      <a:t> </a:t>
                    </a:r>
                  </a:p>
                </p:txBody>
              </p:sp>
            </mc:Fallback>
          </mc:AlternateContent>
          <p:sp>
            <p:nvSpPr>
              <p:cNvPr id="32" name="楕円 31">
                <a:extLst>
                  <a:ext uri="{FF2B5EF4-FFF2-40B4-BE49-F238E27FC236}">
                    <a16:creationId xmlns:a16="http://schemas.microsoft.com/office/drawing/2014/main" id="{C651FE8D-CB55-37F2-929C-69345EB8F460}"/>
                  </a:ext>
                </a:extLst>
              </p:cNvPr>
              <p:cNvSpPr/>
              <p:nvPr/>
            </p:nvSpPr>
            <p:spPr>
              <a:xfrm>
                <a:off x="4901651" y="4815380"/>
                <a:ext cx="90000" cy="90000"/>
              </a:xfrm>
              <a:prstGeom prst="ellipse">
                <a:avLst/>
              </a:prstGeom>
              <a:solidFill>
                <a:schemeClr val="accent1">
                  <a:lumMod val="20000"/>
                  <a:lumOff val="80000"/>
                </a:schemeClr>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36B957A0-2C97-9934-543B-402753D78398}"/>
                  </a:ext>
                </a:extLst>
              </p:cNvPr>
              <p:cNvSpPr txBox="1"/>
              <p:nvPr/>
            </p:nvSpPr>
            <p:spPr>
              <a:xfrm>
                <a:off x="3182473" y="4905380"/>
                <a:ext cx="1566454" cy="461665"/>
              </a:xfrm>
              <a:prstGeom prst="rect">
                <a:avLst/>
              </a:prstGeom>
              <a:noFill/>
            </p:spPr>
            <p:txBody>
              <a:bodyPr wrap="none" rtlCol="0">
                <a:spAutoFit/>
              </a:bodyPr>
              <a:lstStyle/>
              <a:p>
                <a:r>
                  <a:rPr kumimoji="1" lang="ja-JP" altLang="en-US" sz="1200" dirty="0"/>
                  <a:t>ドップラーシフトで</a:t>
                </a:r>
                <a:br>
                  <a:rPr kumimoji="1" lang="en-US" altLang="ja-JP" sz="1200" dirty="0"/>
                </a:br>
                <a:r>
                  <a:rPr kumimoji="1" lang="ja-JP" altLang="en-US" sz="1200" dirty="0"/>
                  <a:t>進んだ位相</a:t>
                </a:r>
              </a:p>
            </p:txBody>
          </p:sp>
          <p:sp>
            <p:nvSpPr>
              <p:cNvPr id="34" name="テキスト ボックス 33">
                <a:extLst>
                  <a:ext uri="{FF2B5EF4-FFF2-40B4-BE49-F238E27FC236}">
                    <a16:creationId xmlns:a16="http://schemas.microsoft.com/office/drawing/2014/main" id="{6110E4AA-4CF4-ED76-7F99-98CB35AFF2B2}"/>
                  </a:ext>
                </a:extLst>
              </p:cNvPr>
              <p:cNvSpPr txBox="1"/>
              <p:nvPr/>
            </p:nvSpPr>
            <p:spPr>
              <a:xfrm>
                <a:off x="4524926" y="3284406"/>
                <a:ext cx="2334293" cy="461665"/>
              </a:xfrm>
              <a:prstGeom prst="rect">
                <a:avLst/>
              </a:prstGeom>
              <a:noFill/>
            </p:spPr>
            <p:txBody>
              <a:bodyPr wrap="none" rtlCol="0">
                <a:spAutoFit/>
              </a:bodyPr>
              <a:lstStyle/>
              <a:p>
                <a:r>
                  <a:rPr kumimoji="1" lang="ja-JP" altLang="en-US" sz="1200" dirty="0"/>
                  <a:t>逆回転して戻さないと行けない</a:t>
                </a:r>
                <a:br>
                  <a:rPr kumimoji="1" lang="en-US" altLang="ja-JP" sz="1200" dirty="0"/>
                </a:br>
                <a:r>
                  <a:rPr kumimoji="1" lang="ja-JP" altLang="en-US" sz="1200" dirty="0"/>
                  <a:t>→ 回転変換</a:t>
                </a:r>
              </a:p>
            </p:txBody>
          </p:sp>
        </p:grpSp>
      </p:grpSp>
    </p:spTree>
    <p:extLst>
      <p:ext uri="{BB962C8B-B14F-4D97-AF65-F5344CB8AC3E}">
        <p14:creationId xmlns:p14="http://schemas.microsoft.com/office/powerpoint/2010/main" val="1219390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72D08F9-CFCC-BE95-DB2D-2FAEF95F3DFE}"/>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D93EFA2E-87E1-90DF-90FE-8BDC9D4C67CC}"/>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BFF429F-15AB-9F5F-3C45-CBFD8227F789}"/>
              </a:ext>
            </a:extLst>
          </p:cNvPr>
          <p:cNvSpPr>
            <a:spLocks noGrp="1"/>
          </p:cNvSpPr>
          <p:nvPr>
            <p:ph type="sldNum" sz="quarter" idx="15"/>
          </p:nvPr>
        </p:nvSpPr>
        <p:spPr/>
        <p:txBody>
          <a:bodyPr/>
          <a:lstStyle/>
          <a:p>
            <a:fld id="{CC43B8D3-9A08-F84C-9DD4-44948BA52D4B}" type="slidenum">
              <a:rPr lang="en-US" altLang="ja-JP" smtClean="0"/>
              <a:pPr/>
              <a:t>29</a:t>
            </a:fld>
            <a:endParaRPr lang="ja-JP" altLang="en-US" b="1"/>
          </a:p>
        </p:txBody>
      </p:sp>
      <p:grpSp>
        <p:nvGrpSpPr>
          <p:cNvPr id="11" name="グループ化 10">
            <a:extLst>
              <a:ext uri="{FF2B5EF4-FFF2-40B4-BE49-F238E27FC236}">
                <a16:creationId xmlns:a16="http://schemas.microsoft.com/office/drawing/2014/main" id="{C59BA5E6-1367-1D18-AE2E-3A4B6BCF5EDD}"/>
              </a:ext>
            </a:extLst>
          </p:cNvPr>
          <p:cNvGrpSpPr/>
          <p:nvPr/>
        </p:nvGrpSpPr>
        <p:grpSpPr>
          <a:xfrm>
            <a:off x="117695" y="1853886"/>
            <a:ext cx="11955203" cy="4750832"/>
            <a:chOff x="117695" y="1853886"/>
            <a:chExt cx="11955203" cy="4750832"/>
          </a:xfrm>
        </p:grpSpPr>
        <p:pic>
          <p:nvPicPr>
            <p:cNvPr id="6" name="図 5">
              <a:extLst>
                <a:ext uri="{FF2B5EF4-FFF2-40B4-BE49-F238E27FC236}">
                  <a16:creationId xmlns:a16="http://schemas.microsoft.com/office/drawing/2014/main" id="{88B2412F-C453-4FFD-9EAD-7761AC6E6DEB}"/>
                </a:ext>
              </a:extLst>
            </p:cNvPr>
            <p:cNvPicPr>
              <a:picLocks noChangeAspect="1"/>
            </p:cNvPicPr>
            <p:nvPr/>
          </p:nvPicPr>
          <p:blipFill>
            <a:blip r:embed="rId2"/>
            <a:stretch>
              <a:fillRect/>
            </a:stretch>
          </p:blipFill>
          <p:spPr>
            <a:xfrm>
              <a:off x="117695" y="2223218"/>
              <a:ext cx="5842000" cy="4381500"/>
            </a:xfrm>
            <a:prstGeom prst="rect">
              <a:avLst/>
            </a:prstGeom>
          </p:spPr>
        </p:pic>
        <p:pic>
          <p:nvPicPr>
            <p:cNvPr id="8" name="図 7">
              <a:extLst>
                <a:ext uri="{FF2B5EF4-FFF2-40B4-BE49-F238E27FC236}">
                  <a16:creationId xmlns:a16="http://schemas.microsoft.com/office/drawing/2014/main" id="{88FC1803-DCEA-D42F-2D34-71636F5BB522}"/>
                </a:ext>
              </a:extLst>
            </p:cNvPr>
            <p:cNvPicPr>
              <a:picLocks noChangeAspect="1"/>
            </p:cNvPicPr>
            <p:nvPr/>
          </p:nvPicPr>
          <p:blipFill>
            <a:blip r:embed="rId3"/>
            <a:stretch>
              <a:fillRect/>
            </a:stretch>
          </p:blipFill>
          <p:spPr>
            <a:xfrm>
              <a:off x="6230898" y="2223218"/>
              <a:ext cx="5842000" cy="4381500"/>
            </a:xfrm>
            <a:prstGeom prst="rect">
              <a:avLst/>
            </a:prstGeom>
          </p:spPr>
        </p:pic>
        <p:sp>
          <p:nvSpPr>
            <p:cNvPr id="9" name="テキスト ボックス 8">
              <a:extLst>
                <a:ext uri="{FF2B5EF4-FFF2-40B4-BE49-F238E27FC236}">
                  <a16:creationId xmlns:a16="http://schemas.microsoft.com/office/drawing/2014/main" id="{BFE5CFED-C852-59DC-99CE-4C67954A5E00}"/>
                </a:ext>
              </a:extLst>
            </p:cNvPr>
            <p:cNvSpPr txBox="1"/>
            <p:nvPr/>
          </p:nvSpPr>
          <p:spPr>
            <a:xfrm>
              <a:off x="2600113" y="1853886"/>
              <a:ext cx="877163" cy="369332"/>
            </a:xfrm>
            <a:prstGeom prst="rect">
              <a:avLst/>
            </a:prstGeom>
            <a:noFill/>
          </p:spPr>
          <p:txBody>
            <a:bodyPr wrap="none" rtlCol="0">
              <a:spAutoFit/>
            </a:bodyPr>
            <a:lstStyle/>
            <a:p>
              <a:r>
                <a:rPr kumimoji="1" lang="ja-JP" altLang="en-US"/>
                <a:t>修正前</a:t>
              </a:r>
            </a:p>
          </p:txBody>
        </p:sp>
        <p:sp>
          <p:nvSpPr>
            <p:cNvPr id="10" name="テキスト ボックス 9">
              <a:extLst>
                <a:ext uri="{FF2B5EF4-FFF2-40B4-BE49-F238E27FC236}">
                  <a16:creationId xmlns:a16="http://schemas.microsoft.com/office/drawing/2014/main" id="{899774CD-47B3-D7D3-4324-6E35C872D3B0}"/>
                </a:ext>
              </a:extLst>
            </p:cNvPr>
            <p:cNvSpPr txBox="1"/>
            <p:nvPr/>
          </p:nvSpPr>
          <p:spPr>
            <a:xfrm>
              <a:off x="8713316" y="1853886"/>
              <a:ext cx="877163" cy="369332"/>
            </a:xfrm>
            <a:prstGeom prst="rect">
              <a:avLst/>
            </a:prstGeom>
            <a:noFill/>
          </p:spPr>
          <p:txBody>
            <a:bodyPr wrap="none" rtlCol="0">
              <a:spAutoFit/>
            </a:bodyPr>
            <a:lstStyle/>
            <a:p>
              <a:r>
                <a:rPr kumimoji="1" lang="ja-JP" altLang="en-US"/>
                <a:t>修正後</a:t>
              </a:r>
            </a:p>
          </p:txBody>
        </p:sp>
      </p:grpSp>
    </p:spTree>
    <p:extLst>
      <p:ext uri="{BB962C8B-B14F-4D97-AF65-F5344CB8AC3E}">
        <p14:creationId xmlns:p14="http://schemas.microsoft.com/office/powerpoint/2010/main" val="33850731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58AA754-3FE7-FBD6-D558-052D6C882D11}"/>
              </a:ext>
            </a:extLst>
          </p:cNvPr>
          <p:cNvSpPr>
            <a:spLocks noGrp="1"/>
          </p:cNvSpPr>
          <p:nvPr>
            <p:ph type="body" sz="quarter" idx="13"/>
          </p:nvPr>
        </p:nvSpPr>
        <p:spPr/>
        <p:txBody>
          <a:bodyPr/>
          <a:lstStyle/>
          <a:p>
            <a:endParaRPr kumimoji="1" lang="ja-JP" altLang="en-US"/>
          </a:p>
        </p:txBody>
      </p:sp>
      <p:sp>
        <p:nvSpPr>
          <p:cNvPr id="3" name="タイトル 2">
            <a:extLst>
              <a:ext uri="{FF2B5EF4-FFF2-40B4-BE49-F238E27FC236}">
                <a16:creationId xmlns:a16="http://schemas.microsoft.com/office/drawing/2014/main" id="{B5522340-158A-BF5F-B020-19604BFE6EBA}"/>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0EA6094-0284-D0CE-9DB9-13D972771767}"/>
              </a:ext>
            </a:extLst>
          </p:cNvPr>
          <p:cNvSpPr>
            <a:spLocks noGrp="1"/>
          </p:cNvSpPr>
          <p:nvPr>
            <p:ph type="sldNum" sz="quarter" idx="15"/>
          </p:nvPr>
        </p:nvSpPr>
        <p:spPr/>
        <p:txBody>
          <a:bodyPr/>
          <a:lstStyle/>
          <a:p>
            <a:fld id="{CC43B8D3-9A08-F84C-9DD4-44948BA52D4B}" type="slidenum">
              <a:rPr lang="en-US" altLang="ja-JP" smtClean="0"/>
              <a:pPr/>
              <a:t>30</a:t>
            </a:fld>
            <a:endParaRPr lang="ja-JP" altLang="en-US" b="1"/>
          </a:p>
        </p:txBody>
      </p:sp>
      <p:cxnSp>
        <p:nvCxnSpPr>
          <p:cNvPr id="40" name="直線コネクタ 39">
            <a:extLst>
              <a:ext uri="{FF2B5EF4-FFF2-40B4-BE49-F238E27FC236}">
                <a16:creationId xmlns:a16="http://schemas.microsoft.com/office/drawing/2014/main" id="{07754E24-1ED1-60A9-5D15-5FC1754FDA4C}"/>
              </a:ext>
            </a:extLst>
          </p:cNvPr>
          <p:cNvCxnSpPr>
            <a:cxnSpLocks/>
          </p:cNvCxnSpPr>
          <p:nvPr/>
        </p:nvCxnSpPr>
        <p:spPr>
          <a:xfrm>
            <a:off x="7368121" y="4245045"/>
            <a:ext cx="260221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直線コネクタ 40">
            <a:extLst>
              <a:ext uri="{FF2B5EF4-FFF2-40B4-BE49-F238E27FC236}">
                <a16:creationId xmlns:a16="http://schemas.microsoft.com/office/drawing/2014/main" id="{8CEE1315-B4DC-268E-C3FD-91F7D20C86FE}"/>
              </a:ext>
            </a:extLst>
          </p:cNvPr>
          <p:cNvCxnSpPr>
            <a:cxnSpLocks/>
          </p:cNvCxnSpPr>
          <p:nvPr/>
        </p:nvCxnSpPr>
        <p:spPr>
          <a:xfrm rot="16200000">
            <a:off x="7368121" y="4245045"/>
            <a:ext cx="260221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2" name="テキスト ボックス 41">
            <a:extLst>
              <a:ext uri="{FF2B5EF4-FFF2-40B4-BE49-F238E27FC236}">
                <a16:creationId xmlns:a16="http://schemas.microsoft.com/office/drawing/2014/main" id="{76DAB629-01E1-848A-80DC-190928792A05}"/>
              </a:ext>
            </a:extLst>
          </p:cNvPr>
          <p:cNvSpPr txBox="1"/>
          <p:nvPr/>
        </p:nvSpPr>
        <p:spPr>
          <a:xfrm>
            <a:off x="9987944" y="4060378"/>
            <a:ext cx="311304" cy="369332"/>
          </a:xfrm>
          <a:prstGeom prst="rect">
            <a:avLst/>
          </a:prstGeom>
          <a:noFill/>
        </p:spPr>
        <p:txBody>
          <a:bodyPr wrap="none" rtlCol="0">
            <a:spAutoFit/>
          </a:bodyPr>
          <a:lstStyle/>
          <a:p>
            <a:r>
              <a:rPr kumimoji="1" lang="en-US" altLang="ja-JP" dirty="0">
                <a:latin typeface="Consolas" panose="020B0609020204030204" pitchFamily="49" charset="0"/>
              </a:rPr>
              <a:t>I</a:t>
            </a:r>
            <a:endParaRPr kumimoji="1" lang="ja-JP" altLang="en-US" dirty="0">
              <a:latin typeface="Consolas" panose="020B0609020204030204" pitchFamily="49" charset="0"/>
            </a:endParaRPr>
          </a:p>
        </p:txBody>
      </p:sp>
      <p:sp>
        <p:nvSpPr>
          <p:cNvPr id="43" name="テキスト ボックス 42">
            <a:extLst>
              <a:ext uri="{FF2B5EF4-FFF2-40B4-BE49-F238E27FC236}">
                <a16:creationId xmlns:a16="http://schemas.microsoft.com/office/drawing/2014/main" id="{315A26B4-A655-8259-70A0-DC3E20F55642}"/>
              </a:ext>
            </a:extLst>
          </p:cNvPr>
          <p:cNvSpPr txBox="1"/>
          <p:nvPr/>
        </p:nvSpPr>
        <p:spPr>
          <a:xfrm>
            <a:off x="8513576" y="2574606"/>
            <a:ext cx="311304" cy="369332"/>
          </a:xfrm>
          <a:prstGeom prst="rect">
            <a:avLst/>
          </a:prstGeom>
          <a:noFill/>
        </p:spPr>
        <p:txBody>
          <a:bodyPr wrap="none" rtlCol="0">
            <a:spAutoFit/>
          </a:bodyPr>
          <a:lstStyle/>
          <a:p>
            <a:r>
              <a:rPr kumimoji="1" lang="en-US" altLang="ja-JP" dirty="0">
                <a:latin typeface="Consolas" panose="020B0609020204030204" pitchFamily="49" charset="0"/>
              </a:rPr>
              <a:t>Q</a:t>
            </a:r>
            <a:endParaRPr kumimoji="1" lang="ja-JP" altLang="en-US" dirty="0">
              <a:latin typeface="Consolas" panose="020B0609020204030204" pitchFamily="49" charset="0"/>
            </a:endParaRPr>
          </a:p>
        </p:txBody>
      </p:sp>
      <p:cxnSp>
        <p:nvCxnSpPr>
          <p:cNvPr id="44" name="直線コネクタ 43">
            <a:extLst>
              <a:ext uri="{FF2B5EF4-FFF2-40B4-BE49-F238E27FC236}">
                <a16:creationId xmlns:a16="http://schemas.microsoft.com/office/drawing/2014/main" id="{283B4BF2-EF4B-2FED-52C3-6442D6D70CC4}"/>
              </a:ext>
            </a:extLst>
          </p:cNvPr>
          <p:cNvCxnSpPr>
            <a:cxnSpLocks/>
          </p:cNvCxnSpPr>
          <p:nvPr/>
        </p:nvCxnSpPr>
        <p:spPr>
          <a:xfrm>
            <a:off x="7871380" y="2803717"/>
            <a:ext cx="1589723" cy="2871869"/>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直線矢印コネクタ 44">
            <a:extLst>
              <a:ext uri="{FF2B5EF4-FFF2-40B4-BE49-F238E27FC236}">
                <a16:creationId xmlns:a16="http://schemas.microsoft.com/office/drawing/2014/main" id="{5993EA99-77E3-9DC0-D84F-BFACF35A503C}"/>
              </a:ext>
            </a:extLst>
          </p:cNvPr>
          <p:cNvCxnSpPr>
            <a:stCxn id="48" idx="4"/>
          </p:cNvCxnSpPr>
          <p:nvPr/>
        </p:nvCxnSpPr>
        <p:spPr>
          <a:xfrm flipH="1">
            <a:off x="8116103" y="3362037"/>
            <a:ext cx="1" cy="87761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6" name="楕円 7">
            <a:extLst>
              <a:ext uri="{FF2B5EF4-FFF2-40B4-BE49-F238E27FC236}">
                <a16:creationId xmlns:a16="http://schemas.microsoft.com/office/drawing/2014/main" id="{1F26D009-1C47-445C-97B1-F33ECE008FC0}"/>
              </a:ext>
            </a:extLst>
          </p:cNvPr>
          <p:cNvSpPr/>
          <p:nvPr/>
        </p:nvSpPr>
        <p:spPr>
          <a:xfrm>
            <a:off x="9105861" y="5128050"/>
            <a:ext cx="233635" cy="2336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7" name="直線矢印コネクタ 46">
            <a:extLst>
              <a:ext uri="{FF2B5EF4-FFF2-40B4-BE49-F238E27FC236}">
                <a16:creationId xmlns:a16="http://schemas.microsoft.com/office/drawing/2014/main" id="{20F33DE9-6D36-DFD6-0E6C-F9BBE2228C6D}"/>
              </a:ext>
            </a:extLst>
          </p:cNvPr>
          <p:cNvCxnSpPr>
            <a:stCxn id="46" idx="0"/>
          </p:cNvCxnSpPr>
          <p:nvPr/>
        </p:nvCxnSpPr>
        <p:spPr>
          <a:xfrm flipH="1" flipV="1">
            <a:off x="9222678" y="4239651"/>
            <a:ext cx="1" cy="88839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8" name="楕円 8">
            <a:extLst>
              <a:ext uri="{FF2B5EF4-FFF2-40B4-BE49-F238E27FC236}">
                <a16:creationId xmlns:a16="http://schemas.microsoft.com/office/drawing/2014/main" id="{E4AEBBED-183F-78D4-022B-DC71BF302249}"/>
              </a:ext>
            </a:extLst>
          </p:cNvPr>
          <p:cNvSpPr/>
          <p:nvPr/>
        </p:nvSpPr>
        <p:spPr>
          <a:xfrm>
            <a:off x="7999286" y="3128402"/>
            <a:ext cx="233635" cy="2336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直線コネクタ 49">
            <a:extLst>
              <a:ext uri="{FF2B5EF4-FFF2-40B4-BE49-F238E27FC236}">
                <a16:creationId xmlns:a16="http://schemas.microsoft.com/office/drawing/2014/main" id="{87EE5B58-ED2D-983C-BDC1-86FA314B0D5E}"/>
              </a:ext>
            </a:extLst>
          </p:cNvPr>
          <p:cNvCxnSpPr>
            <a:cxnSpLocks/>
          </p:cNvCxnSpPr>
          <p:nvPr/>
        </p:nvCxnSpPr>
        <p:spPr>
          <a:xfrm flipH="1">
            <a:off x="7888989" y="2800367"/>
            <a:ext cx="1589723" cy="2871869"/>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1" name="楕円 8">
            <a:extLst>
              <a:ext uri="{FF2B5EF4-FFF2-40B4-BE49-F238E27FC236}">
                <a16:creationId xmlns:a16="http://schemas.microsoft.com/office/drawing/2014/main" id="{74738786-2D8D-D991-41B6-E3755E438007}"/>
              </a:ext>
            </a:extLst>
          </p:cNvPr>
          <p:cNvSpPr/>
          <p:nvPr/>
        </p:nvSpPr>
        <p:spPr>
          <a:xfrm>
            <a:off x="7999286" y="5123169"/>
            <a:ext cx="233635" cy="2336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楕円 7">
            <a:extLst>
              <a:ext uri="{FF2B5EF4-FFF2-40B4-BE49-F238E27FC236}">
                <a16:creationId xmlns:a16="http://schemas.microsoft.com/office/drawing/2014/main" id="{A675B918-EB83-1DEC-85BB-98DCFFE61749}"/>
              </a:ext>
            </a:extLst>
          </p:cNvPr>
          <p:cNvSpPr/>
          <p:nvPr/>
        </p:nvSpPr>
        <p:spPr>
          <a:xfrm>
            <a:off x="9105861" y="3125706"/>
            <a:ext cx="233635" cy="2336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3" name="直線矢印コネクタ 52">
            <a:extLst>
              <a:ext uri="{FF2B5EF4-FFF2-40B4-BE49-F238E27FC236}">
                <a16:creationId xmlns:a16="http://schemas.microsoft.com/office/drawing/2014/main" id="{82F1E164-64A5-E50A-ECD9-5CC68CC3E87D}"/>
              </a:ext>
            </a:extLst>
          </p:cNvPr>
          <p:cNvCxnSpPr>
            <a:stCxn id="51" idx="0"/>
          </p:cNvCxnSpPr>
          <p:nvPr/>
        </p:nvCxnSpPr>
        <p:spPr>
          <a:xfrm flipH="1" flipV="1">
            <a:off x="8116103" y="4245044"/>
            <a:ext cx="1" cy="8781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4" name="直線矢印コネクタ 53">
            <a:extLst>
              <a:ext uri="{FF2B5EF4-FFF2-40B4-BE49-F238E27FC236}">
                <a16:creationId xmlns:a16="http://schemas.microsoft.com/office/drawing/2014/main" id="{B41E2DB3-81C7-5DDD-424B-C7D5E82288EE}"/>
              </a:ext>
            </a:extLst>
          </p:cNvPr>
          <p:cNvCxnSpPr>
            <a:stCxn id="52" idx="4"/>
          </p:cNvCxnSpPr>
          <p:nvPr/>
        </p:nvCxnSpPr>
        <p:spPr>
          <a:xfrm flipH="1">
            <a:off x="9222678" y="3359341"/>
            <a:ext cx="1" cy="88570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62" name="グループ化 61">
            <a:extLst>
              <a:ext uri="{FF2B5EF4-FFF2-40B4-BE49-F238E27FC236}">
                <a16:creationId xmlns:a16="http://schemas.microsoft.com/office/drawing/2014/main" id="{49B57379-9542-54CD-E483-737FA1EEF21B}"/>
              </a:ext>
            </a:extLst>
          </p:cNvPr>
          <p:cNvGrpSpPr/>
          <p:nvPr/>
        </p:nvGrpSpPr>
        <p:grpSpPr>
          <a:xfrm>
            <a:off x="1155194" y="2574606"/>
            <a:ext cx="4571281" cy="3100980"/>
            <a:chOff x="1155194" y="2574606"/>
            <a:chExt cx="4571281" cy="3100980"/>
          </a:xfrm>
        </p:grpSpPr>
        <p:sp>
          <p:nvSpPr>
            <p:cNvPr id="26" name="円弧 25">
              <a:extLst>
                <a:ext uri="{FF2B5EF4-FFF2-40B4-BE49-F238E27FC236}">
                  <a16:creationId xmlns:a16="http://schemas.microsoft.com/office/drawing/2014/main" id="{DDBCF432-60B4-8A2D-F71A-B1F09EBC9D4D}"/>
                </a:ext>
              </a:extLst>
            </p:cNvPr>
            <p:cNvSpPr/>
            <p:nvPr/>
          </p:nvSpPr>
          <p:spPr>
            <a:xfrm>
              <a:off x="2262346" y="3076991"/>
              <a:ext cx="2325320" cy="2325320"/>
            </a:xfrm>
            <a:prstGeom prst="arc">
              <a:avLst>
                <a:gd name="adj1" fmla="val 10872845"/>
                <a:gd name="adj2" fmla="val 14450571"/>
              </a:avLst>
            </a:prstGeom>
            <a:ln w="19050" cap="flat" cmpd="sng" algn="ctr">
              <a:solidFill>
                <a:schemeClr val="accent2"/>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845DF04B-7446-5F4F-E95F-5BBF37B59A6D}"/>
                </a:ext>
              </a:extLst>
            </p:cNvPr>
            <p:cNvCxnSpPr>
              <a:cxnSpLocks/>
            </p:cNvCxnSpPr>
            <p:nvPr/>
          </p:nvCxnSpPr>
          <p:spPr>
            <a:xfrm>
              <a:off x="2126886" y="4245045"/>
              <a:ext cx="260221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直線コネクタ 6">
              <a:extLst>
                <a:ext uri="{FF2B5EF4-FFF2-40B4-BE49-F238E27FC236}">
                  <a16:creationId xmlns:a16="http://schemas.microsoft.com/office/drawing/2014/main" id="{8535AA89-1F9F-9296-4626-020C55E9779E}"/>
                </a:ext>
              </a:extLst>
            </p:cNvPr>
            <p:cNvCxnSpPr>
              <a:cxnSpLocks/>
            </p:cNvCxnSpPr>
            <p:nvPr/>
          </p:nvCxnSpPr>
          <p:spPr>
            <a:xfrm rot="16200000">
              <a:off x="2126886" y="4245045"/>
              <a:ext cx="260221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 name="テキスト ボックス 9">
              <a:extLst>
                <a:ext uri="{FF2B5EF4-FFF2-40B4-BE49-F238E27FC236}">
                  <a16:creationId xmlns:a16="http://schemas.microsoft.com/office/drawing/2014/main" id="{E8FA8E8E-0C54-7A1B-FB97-62ECECEAADD4}"/>
                </a:ext>
              </a:extLst>
            </p:cNvPr>
            <p:cNvSpPr txBox="1"/>
            <p:nvPr/>
          </p:nvSpPr>
          <p:spPr>
            <a:xfrm>
              <a:off x="4746709" y="4060378"/>
              <a:ext cx="311304" cy="369332"/>
            </a:xfrm>
            <a:prstGeom prst="rect">
              <a:avLst/>
            </a:prstGeom>
            <a:noFill/>
          </p:spPr>
          <p:txBody>
            <a:bodyPr wrap="none" rtlCol="0">
              <a:spAutoFit/>
            </a:bodyPr>
            <a:lstStyle/>
            <a:p>
              <a:r>
                <a:rPr kumimoji="1" lang="en-US" altLang="ja-JP" dirty="0">
                  <a:latin typeface="Consolas" panose="020B0609020204030204" pitchFamily="49" charset="0"/>
                </a:rPr>
                <a:t>I</a:t>
              </a:r>
              <a:endParaRPr kumimoji="1" lang="ja-JP" altLang="en-US" dirty="0">
                <a:latin typeface="Consolas" panose="020B0609020204030204" pitchFamily="49" charset="0"/>
              </a:endParaRPr>
            </a:p>
          </p:txBody>
        </p:sp>
        <p:sp>
          <p:nvSpPr>
            <p:cNvPr id="11" name="テキスト ボックス 10">
              <a:extLst>
                <a:ext uri="{FF2B5EF4-FFF2-40B4-BE49-F238E27FC236}">
                  <a16:creationId xmlns:a16="http://schemas.microsoft.com/office/drawing/2014/main" id="{B8C1C9B3-27D9-F3D0-C86E-57D0B7080232}"/>
                </a:ext>
              </a:extLst>
            </p:cNvPr>
            <p:cNvSpPr txBox="1"/>
            <p:nvPr/>
          </p:nvSpPr>
          <p:spPr>
            <a:xfrm>
              <a:off x="3272341" y="2574606"/>
              <a:ext cx="311304" cy="369332"/>
            </a:xfrm>
            <a:prstGeom prst="rect">
              <a:avLst/>
            </a:prstGeom>
            <a:noFill/>
          </p:spPr>
          <p:txBody>
            <a:bodyPr wrap="none" rtlCol="0">
              <a:spAutoFit/>
            </a:bodyPr>
            <a:lstStyle/>
            <a:p>
              <a:r>
                <a:rPr kumimoji="1" lang="en-US" altLang="ja-JP" dirty="0">
                  <a:latin typeface="Consolas" panose="020B0609020204030204" pitchFamily="49" charset="0"/>
                </a:rPr>
                <a:t>Q</a:t>
              </a:r>
              <a:endParaRPr kumimoji="1" lang="ja-JP" altLang="en-US" dirty="0">
                <a:latin typeface="Consolas" panose="020B0609020204030204" pitchFamily="49" charset="0"/>
              </a:endParaRPr>
            </a:p>
          </p:txBody>
        </p:sp>
        <p:cxnSp>
          <p:nvCxnSpPr>
            <p:cNvPr id="15" name="直線コネクタ 14">
              <a:extLst>
                <a:ext uri="{FF2B5EF4-FFF2-40B4-BE49-F238E27FC236}">
                  <a16:creationId xmlns:a16="http://schemas.microsoft.com/office/drawing/2014/main" id="{5276B37C-6CD4-127F-8E74-23128F7291A4}"/>
                </a:ext>
              </a:extLst>
            </p:cNvPr>
            <p:cNvCxnSpPr>
              <a:cxnSpLocks/>
            </p:cNvCxnSpPr>
            <p:nvPr/>
          </p:nvCxnSpPr>
          <p:spPr>
            <a:xfrm>
              <a:off x="2630145" y="2803717"/>
              <a:ext cx="1589723" cy="2871869"/>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円弧 26">
              <a:extLst>
                <a:ext uri="{FF2B5EF4-FFF2-40B4-BE49-F238E27FC236}">
                  <a16:creationId xmlns:a16="http://schemas.microsoft.com/office/drawing/2014/main" id="{338C79E4-D104-5403-0061-E9BA2CD42470}"/>
                </a:ext>
              </a:extLst>
            </p:cNvPr>
            <p:cNvSpPr/>
            <p:nvPr/>
          </p:nvSpPr>
          <p:spPr>
            <a:xfrm>
              <a:off x="2262346" y="3073642"/>
              <a:ext cx="2325320" cy="2325320"/>
            </a:xfrm>
            <a:prstGeom prst="arc">
              <a:avLst>
                <a:gd name="adj1" fmla="val 81079"/>
                <a:gd name="adj2" fmla="val 3570730"/>
              </a:avLst>
            </a:prstGeom>
            <a:ln w="19050" cap="flat" cmpd="sng" algn="ctr">
              <a:solidFill>
                <a:schemeClr val="accent2"/>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cxnSp>
          <p:nvCxnSpPr>
            <p:cNvPr id="30" name="直線コネクタ 29">
              <a:extLst>
                <a:ext uri="{FF2B5EF4-FFF2-40B4-BE49-F238E27FC236}">
                  <a16:creationId xmlns:a16="http://schemas.microsoft.com/office/drawing/2014/main" id="{317478F6-D89A-157D-C8E5-4D52E015F986}"/>
                </a:ext>
              </a:extLst>
            </p:cNvPr>
            <p:cNvCxnSpPr>
              <a:cxnSpLocks/>
            </p:cNvCxnSpPr>
            <p:nvPr/>
          </p:nvCxnSpPr>
          <p:spPr>
            <a:xfrm flipH="1">
              <a:off x="2647754" y="2800367"/>
              <a:ext cx="1589723" cy="2871869"/>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楕円 7">
              <a:extLst>
                <a:ext uri="{FF2B5EF4-FFF2-40B4-BE49-F238E27FC236}">
                  <a16:creationId xmlns:a16="http://schemas.microsoft.com/office/drawing/2014/main" id="{2D878BD7-822F-A463-E40E-EDBE19C0C969}"/>
                </a:ext>
              </a:extLst>
            </p:cNvPr>
            <p:cNvSpPr/>
            <p:nvPr/>
          </p:nvSpPr>
          <p:spPr>
            <a:xfrm>
              <a:off x="3864626" y="5128050"/>
              <a:ext cx="233635" cy="233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7D5CEEE1-E30D-8DA9-E9C3-88B0A3A14A11}"/>
                </a:ext>
              </a:extLst>
            </p:cNvPr>
            <p:cNvSpPr/>
            <p:nvPr/>
          </p:nvSpPr>
          <p:spPr>
            <a:xfrm>
              <a:off x="2758051" y="3128402"/>
              <a:ext cx="233635" cy="233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35" name="円弧 34">
              <a:extLst>
                <a:ext uri="{FF2B5EF4-FFF2-40B4-BE49-F238E27FC236}">
                  <a16:creationId xmlns:a16="http://schemas.microsoft.com/office/drawing/2014/main" id="{A30FE935-C902-5D21-4296-BEB051E55D00}"/>
                </a:ext>
              </a:extLst>
            </p:cNvPr>
            <p:cNvSpPr/>
            <p:nvPr/>
          </p:nvSpPr>
          <p:spPr>
            <a:xfrm>
              <a:off x="2262346" y="3073642"/>
              <a:ext cx="2325320" cy="2325320"/>
            </a:xfrm>
            <a:prstGeom prst="arc">
              <a:avLst>
                <a:gd name="adj1" fmla="val 18261706"/>
                <a:gd name="adj2" fmla="val 21594843"/>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28" name="楕円 8">
              <a:extLst>
                <a:ext uri="{FF2B5EF4-FFF2-40B4-BE49-F238E27FC236}">
                  <a16:creationId xmlns:a16="http://schemas.microsoft.com/office/drawing/2014/main" id="{629FE1DD-977D-3B21-82C1-A90C9E273825}"/>
                </a:ext>
              </a:extLst>
            </p:cNvPr>
            <p:cNvSpPr/>
            <p:nvPr/>
          </p:nvSpPr>
          <p:spPr>
            <a:xfrm>
              <a:off x="2758051" y="5123169"/>
              <a:ext cx="233635" cy="23363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36" name="円弧 35">
              <a:extLst>
                <a:ext uri="{FF2B5EF4-FFF2-40B4-BE49-F238E27FC236}">
                  <a16:creationId xmlns:a16="http://schemas.microsoft.com/office/drawing/2014/main" id="{C903C2C3-37FD-8851-6AEF-6B7955C24502}"/>
                </a:ext>
              </a:extLst>
            </p:cNvPr>
            <p:cNvSpPr/>
            <p:nvPr/>
          </p:nvSpPr>
          <p:spPr>
            <a:xfrm>
              <a:off x="2262346" y="3073642"/>
              <a:ext cx="2325320" cy="2325320"/>
            </a:xfrm>
            <a:prstGeom prst="arc">
              <a:avLst>
                <a:gd name="adj1" fmla="val 7364595"/>
                <a:gd name="adj2" fmla="val 10716762"/>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97212A5B-03DF-2226-F3AB-19439B44D24C}"/>
                </a:ext>
              </a:extLst>
            </p:cNvPr>
            <p:cNvSpPr txBox="1"/>
            <p:nvPr/>
          </p:nvSpPr>
          <p:spPr>
            <a:xfrm>
              <a:off x="1155194" y="3429000"/>
              <a:ext cx="1261884" cy="307777"/>
            </a:xfrm>
            <a:prstGeom prst="rect">
              <a:avLst/>
            </a:prstGeom>
            <a:noFill/>
          </p:spPr>
          <p:txBody>
            <a:bodyPr wrap="none" rtlCol="0">
              <a:spAutoFit/>
            </a:bodyPr>
            <a:lstStyle/>
            <a:p>
              <a:r>
                <a:rPr kumimoji="1" lang="ja-JP" altLang="en-US" sz="1400"/>
                <a:t>位相を進める</a:t>
              </a:r>
            </a:p>
          </p:txBody>
        </p:sp>
        <p:sp>
          <p:nvSpPr>
            <p:cNvPr id="29" name="楕円 7">
              <a:extLst>
                <a:ext uri="{FF2B5EF4-FFF2-40B4-BE49-F238E27FC236}">
                  <a16:creationId xmlns:a16="http://schemas.microsoft.com/office/drawing/2014/main" id="{5A25C569-EDCE-2C83-870C-5B51FAFBC084}"/>
                </a:ext>
              </a:extLst>
            </p:cNvPr>
            <p:cNvSpPr/>
            <p:nvPr/>
          </p:nvSpPr>
          <p:spPr>
            <a:xfrm>
              <a:off x="3864626" y="3125706"/>
              <a:ext cx="233635" cy="23363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A8862B15-F342-68FB-649F-B4EEA01B52DC}"/>
                </a:ext>
              </a:extLst>
            </p:cNvPr>
            <p:cNvSpPr txBox="1"/>
            <p:nvPr/>
          </p:nvSpPr>
          <p:spPr>
            <a:xfrm>
              <a:off x="4464591" y="4714883"/>
              <a:ext cx="1261884" cy="307777"/>
            </a:xfrm>
            <a:prstGeom prst="rect">
              <a:avLst/>
            </a:prstGeom>
            <a:noFill/>
          </p:spPr>
          <p:txBody>
            <a:bodyPr wrap="none" rtlCol="0">
              <a:spAutoFit/>
            </a:bodyPr>
            <a:lstStyle/>
            <a:p>
              <a:r>
                <a:rPr kumimoji="1" lang="ja-JP" altLang="en-US" sz="1400"/>
                <a:t>位相を進める</a:t>
              </a:r>
            </a:p>
          </p:txBody>
        </p:sp>
        <p:sp>
          <p:nvSpPr>
            <p:cNvPr id="59" name="テキスト ボックス 58">
              <a:extLst>
                <a:ext uri="{FF2B5EF4-FFF2-40B4-BE49-F238E27FC236}">
                  <a16:creationId xmlns:a16="http://schemas.microsoft.com/office/drawing/2014/main" id="{65E6F211-C7DE-A49C-60E0-D6AAE09F2D80}"/>
                </a:ext>
              </a:extLst>
            </p:cNvPr>
            <p:cNvSpPr txBox="1"/>
            <p:nvPr/>
          </p:nvSpPr>
          <p:spPr>
            <a:xfrm>
              <a:off x="4554359" y="3428999"/>
              <a:ext cx="1082348" cy="307777"/>
            </a:xfrm>
            <a:prstGeom prst="rect">
              <a:avLst/>
            </a:prstGeom>
            <a:noFill/>
          </p:spPr>
          <p:txBody>
            <a:bodyPr wrap="none" rtlCol="0">
              <a:spAutoFit/>
            </a:bodyPr>
            <a:lstStyle/>
            <a:p>
              <a:r>
                <a:rPr kumimoji="1" lang="ja-JP" altLang="en-US" sz="1400"/>
                <a:t>位相を戻す</a:t>
              </a:r>
            </a:p>
          </p:txBody>
        </p:sp>
        <p:sp>
          <p:nvSpPr>
            <p:cNvPr id="60" name="テキスト ボックス 59">
              <a:extLst>
                <a:ext uri="{FF2B5EF4-FFF2-40B4-BE49-F238E27FC236}">
                  <a16:creationId xmlns:a16="http://schemas.microsoft.com/office/drawing/2014/main" id="{312B63A7-D156-3E79-90D2-BD723D7618F6}"/>
                </a:ext>
              </a:extLst>
            </p:cNvPr>
            <p:cNvSpPr txBox="1"/>
            <p:nvPr/>
          </p:nvSpPr>
          <p:spPr>
            <a:xfrm>
              <a:off x="1244962" y="4714883"/>
              <a:ext cx="1082348" cy="307777"/>
            </a:xfrm>
            <a:prstGeom prst="rect">
              <a:avLst/>
            </a:prstGeom>
            <a:noFill/>
          </p:spPr>
          <p:txBody>
            <a:bodyPr wrap="none" rtlCol="0">
              <a:spAutoFit/>
            </a:bodyPr>
            <a:lstStyle/>
            <a:p>
              <a:r>
                <a:rPr kumimoji="1" lang="ja-JP" altLang="en-US" sz="1400"/>
                <a:t>位相を戻す</a:t>
              </a:r>
            </a:p>
          </p:txBody>
        </p:sp>
      </p:grpSp>
    </p:spTree>
    <p:extLst>
      <p:ext uri="{BB962C8B-B14F-4D97-AF65-F5344CB8AC3E}">
        <p14:creationId xmlns:p14="http://schemas.microsoft.com/office/powerpoint/2010/main" val="3614231029"/>
      </p:ext>
    </p:extLst>
  </p:cSld>
  <p:clrMapOvr>
    <a:masterClrMapping/>
  </p:clrMapOvr>
</p:sld>
</file>

<file path=ppt/theme/theme1.xml><?xml version="1.0" encoding="utf-8"?>
<a:theme xmlns:a="http://schemas.openxmlformats.org/drawingml/2006/main" name="Office テーマ">
  <a:themeElements>
    <a:clrScheme name="Custom 19">
      <a:dk1>
        <a:srgbClr val="231F20"/>
      </a:dk1>
      <a:lt1>
        <a:srgbClr val="FFFFFF"/>
      </a:lt1>
      <a:dk2>
        <a:srgbClr val="231F20"/>
      </a:dk2>
      <a:lt2>
        <a:srgbClr val="FDF9E2"/>
      </a:lt2>
      <a:accent1>
        <a:srgbClr val="FC2834"/>
      </a:accent1>
      <a:accent2>
        <a:srgbClr val="43AAC7"/>
      </a:accent2>
      <a:accent3>
        <a:srgbClr val="00AA59"/>
      </a:accent3>
      <a:accent4>
        <a:srgbClr val="FEA000"/>
      </a:accent4>
      <a:accent5>
        <a:srgbClr val="FDEE6B"/>
      </a:accent5>
      <a:accent6>
        <a:srgbClr val="3266A6"/>
      </a:accent6>
      <a:hlink>
        <a:srgbClr val="FC2734"/>
      </a:hlink>
      <a:folHlink>
        <a:srgbClr val="42AAC7"/>
      </a:folHlink>
    </a:clrScheme>
    <a:fontScheme name="Noto Sans">
      <a:majorFont>
        <a:latin typeface="Arial"/>
        <a:ea typeface="Noto Sans JP"/>
        <a:cs typeface=""/>
      </a:majorFont>
      <a:minorFont>
        <a:latin typeface="Arial"/>
        <a:ea typeface="Noto Sans JP"/>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8494347_TF22529792_Win32" id="{CB5D3DF3-2838-46B2-9DFB-BB03BB813139}" vid="{89D4D467-1326-4855-BF5E-B10223CE06C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65A588-1D2A-427C-AA32-A236D95C8F8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83441F37-C10B-49C7-9131-D813AD6E9480}">
  <ds:schemaRefs>
    <ds:schemaRef ds:uri="http://schemas.microsoft.com/sharepoint/v3/contenttype/forms"/>
  </ds:schemaRefs>
</ds:datastoreItem>
</file>

<file path=customXml/itemProps3.xml><?xml version="1.0" encoding="utf-8"?>
<ds:datastoreItem xmlns:ds="http://schemas.openxmlformats.org/officeDocument/2006/customXml" ds:itemID="{4FB0F111-FD6B-4279-A9B8-A9ADF27746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メトロポリタン デザイン</Template>
  <TotalTime>3755</TotalTime>
  <Words>1194</Words>
  <Application>Microsoft Macintosh PowerPoint</Application>
  <PresentationFormat>ワイド画面</PresentationFormat>
  <Paragraphs>349</Paragraphs>
  <Slides>30</Slides>
  <Notes>8</Notes>
  <HiddenSlides>1</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30</vt:i4>
      </vt:variant>
    </vt:vector>
  </HeadingPairs>
  <TitlesOfParts>
    <vt:vector size="40" baseType="lpstr">
      <vt:lpstr>Cascadia Mono</vt:lpstr>
      <vt:lpstr>Meiryo UI</vt:lpstr>
      <vt:lpstr>Noto Sans JP</vt:lpstr>
      <vt:lpstr>ADLaM Display</vt:lpstr>
      <vt:lpstr>Arial</vt:lpstr>
      <vt:lpstr>Cambria Math</vt:lpstr>
      <vt:lpstr>Consolas</vt:lpstr>
      <vt:lpstr>Segoe UI</vt:lpstr>
      <vt:lpstr>Wingdings</vt:lpstr>
      <vt:lpstr>Office テーマ</vt:lpstr>
      <vt:lpstr>小型ロケット向け 衛星航法装置の開発</vt:lpstr>
      <vt:lpstr>目次</vt:lpstr>
      <vt:lpstr>チーム紹介</vt:lpstr>
      <vt:lpstr>チームの紹介</vt:lpstr>
      <vt:lpstr>ロケットの航法装置</vt:lpstr>
      <vt:lpstr>航法装置の必要性</vt:lpstr>
      <vt:lpstr>航法のための仕組み</vt:lpstr>
      <vt:lpstr>衛星航法装置を作る理由</vt:lpstr>
      <vt:lpstr>本装置の ターゲット</vt:lpstr>
      <vt:lpstr>対象とするロケット</vt:lpstr>
      <vt:lpstr>GPS受信機の 仕組み</vt:lpstr>
      <vt:lpstr>GPSとは？</vt:lpstr>
      <vt:lpstr>GPSの信号構成</vt:lpstr>
      <vt:lpstr>GPS受信機の構成</vt:lpstr>
      <vt:lpstr>開発するチップ</vt:lpstr>
      <vt:lpstr>開発するチップの構成</vt:lpstr>
      <vt:lpstr>性能目標</vt:lpstr>
      <vt:lpstr>スケジュール</vt:lpstr>
      <vt:lpstr>ありがとう ございました</vt:lpstr>
      <vt:lpstr>PowerPoint プレゼンテーション</vt:lpstr>
      <vt:lpstr>PowerPoint プレゼンテーション</vt:lpstr>
      <vt:lpstr>GPSの信号構成</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政大 福岡</dc:creator>
  <cp:lastModifiedBy>Masahiro Fukuoka</cp:lastModifiedBy>
  <cp:revision>57</cp:revision>
  <dcterms:created xsi:type="dcterms:W3CDTF">2026-06-15T16:24:04Z</dcterms:created>
  <dcterms:modified xsi:type="dcterms:W3CDTF">2026-08-11T22:47:11Z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