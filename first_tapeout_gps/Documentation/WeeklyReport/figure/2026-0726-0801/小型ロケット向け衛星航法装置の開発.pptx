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2"/>
  </p:notesMasterIdLst>
  <p:handoutMasterIdLst>
    <p:handoutMasterId r:id="rId33"/>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 id="315" r:id="rId27"/>
    <p:sldId id="316" r:id="rId28"/>
    <p:sldId id="317" r:id="rId29"/>
    <p:sldId id="318" r:id="rId30"/>
    <p:sldId id="319" r:id="rId31"/>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19"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58" autoAdjust="0"/>
    <p:restoredTop sz="96619" autoAdjust="0"/>
  </p:normalViewPr>
  <p:slideViewPr>
    <p:cSldViewPr snapToGrid="0" showGuides="1">
      <p:cViewPr>
        <p:scale>
          <a:sx n="125" d="100"/>
          <a:sy n="125" d="100"/>
        </p:scale>
        <p:origin x="60" y="560"/>
      </p:cViewPr>
      <p:guideLst>
        <p:guide orient="horz" pos="2160"/>
        <p:guide pos="461"/>
        <p:guide pos="3840"/>
        <p:guide pos="7219"/>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2026/8/5</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2026/8/5</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grpSp>
        <p:nvGrpSpPr>
          <p:cNvPr id="160" name="グループ化 159">
            <a:extLst>
              <a:ext uri="{FF2B5EF4-FFF2-40B4-BE49-F238E27FC236}">
                <a16:creationId xmlns:a16="http://schemas.microsoft.com/office/drawing/2014/main" id="{8F90A400-9A57-2B6A-65D9-0E96281BB987}"/>
              </a:ext>
            </a:extLst>
          </p:cNvPr>
          <p:cNvGrpSpPr/>
          <p:nvPr/>
        </p:nvGrpSpPr>
        <p:grpSpPr>
          <a:xfrm>
            <a:off x="-3444524" y="1697987"/>
            <a:ext cx="14160492" cy="5464813"/>
            <a:chOff x="-3444524" y="1697987"/>
            <a:chExt cx="14160492" cy="5464813"/>
          </a:xfrm>
        </p:grpSpPr>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300847"/>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
          <p:nvSpPr>
            <p:cNvPr id="8" name="フローチャート: 和接合 7">
              <a:extLst>
                <a:ext uri="{FF2B5EF4-FFF2-40B4-BE49-F238E27FC236}">
                  <a16:creationId xmlns:a16="http://schemas.microsoft.com/office/drawing/2014/main" id="{D8DC24D4-3AAD-9D54-E0CA-700A1B8AA915}"/>
                </a:ext>
              </a:extLst>
            </p:cNvPr>
            <p:cNvSpPr/>
            <p:nvPr/>
          </p:nvSpPr>
          <p:spPr>
            <a:xfrm>
              <a:off x="6823056" y="2832369"/>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9" name="フリーフォーム: 図形 8">
              <a:extLst>
                <a:ext uri="{FF2B5EF4-FFF2-40B4-BE49-F238E27FC236}">
                  <a16:creationId xmlns:a16="http://schemas.microsoft.com/office/drawing/2014/main" id="{0417727D-554F-9E50-CD0C-29FE490CDDB6}"/>
                </a:ext>
              </a:extLst>
            </p:cNvPr>
            <p:cNvSpPr/>
            <p:nvPr/>
          </p:nvSpPr>
          <p:spPr>
            <a:xfrm rot="21137506">
              <a:off x="3679264" y="2559742"/>
              <a:ext cx="2528150" cy="499324"/>
            </a:xfrm>
            <a:custGeom>
              <a:avLst/>
              <a:gdLst>
                <a:gd name="csX0" fmla="*/ 0 w 1824566"/>
                <a:gd name="csY0" fmla="*/ 230782 h 499324"/>
                <a:gd name="csX1" fmla="*/ 448733 w 1824566"/>
                <a:gd name="csY1" fmla="*/ 36048 h 499324"/>
                <a:gd name="csX2" fmla="*/ 582083 w 1824566"/>
                <a:gd name="csY2" fmla="*/ 455148 h 499324"/>
                <a:gd name="csX3" fmla="*/ 1123950 w 1824566"/>
                <a:gd name="csY3" fmla="*/ 65 h 499324"/>
                <a:gd name="csX4" fmla="*/ 1397000 w 1824566"/>
                <a:gd name="csY4" fmla="*/ 493248 h 499324"/>
                <a:gd name="csX5" fmla="*/ 1682750 w 1824566"/>
                <a:gd name="csY5" fmla="*/ 273115 h 499324"/>
                <a:gd name="csX6" fmla="*/ 1824566 w 1824566"/>
                <a:gd name="csY6" fmla="*/ 241365 h 4993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24566" h="499324">
                  <a:moveTo>
                    <a:pt x="0" y="230782"/>
                  </a:moveTo>
                  <a:cubicBezTo>
                    <a:pt x="175859" y="114718"/>
                    <a:pt x="351719" y="-1346"/>
                    <a:pt x="448733" y="36048"/>
                  </a:cubicBezTo>
                  <a:cubicBezTo>
                    <a:pt x="545747" y="73442"/>
                    <a:pt x="469547" y="461145"/>
                    <a:pt x="582083" y="455148"/>
                  </a:cubicBezTo>
                  <a:cubicBezTo>
                    <a:pt x="694619" y="449151"/>
                    <a:pt x="988131" y="-6285"/>
                    <a:pt x="1123950" y="65"/>
                  </a:cubicBezTo>
                  <a:cubicBezTo>
                    <a:pt x="1259769" y="6415"/>
                    <a:pt x="1303867" y="447740"/>
                    <a:pt x="1397000" y="493248"/>
                  </a:cubicBezTo>
                  <a:cubicBezTo>
                    <a:pt x="1490133" y="538756"/>
                    <a:pt x="1611489" y="315095"/>
                    <a:pt x="1682750" y="273115"/>
                  </a:cubicBezTo>
                  <a:cubicBezTo>
                    <a:pt x="1754011" y="231135"/>
                    <a:pt x="1789288" y="236250"/>
                    <a:pt x="1824566" y="241365"/>
                  </a:cubicBezTo>
                </a:path>
              </a:pathLst>
            </a:custGeom>
            <a:noFill/>
            <a:ln w="76200">
              <a:solidFill>
                <a:srgbClr val="ED7D31"/>
              </a:solidFill>
              <a:prstDash val="sysDot"/>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論理和 68">
              <a:extLst>
                <a:ext uri="{FF2B5EF4-FFF2-40B4-BE49-F238E27FC236}">
                  <a16:creationId xmlns:a16="http://schemas.microsoft.com/office/drawing/2014/main" id="{924CAB2F-715E-318C-2B39-128C51F98495}"/>
                </a:ext>
              </a:extLst>
            </p:cNvPr>
            <p:cNvSpPr/>
            <p:nvPr/>
          </p:nvSpPr>
          <p:spPr>
            <a:xfrm>
              <a:off x="8462277" y="2832369"/>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73" name="楕円 72">
              <a:extLst>
                <a:ext uri="{FF2B5EF4-FFF2-40B4-BE49-F238E27FC236}">
                  <a16:creationId xmlns:a16="http://schemas.microsoft.com/office/drawing/2014/main" id="{3E878BB7-2582-BE06-C541-5186751D7EE1}"/>
                </a:ext>
              </a:extLst>
            </p:cNvPr>
            <p:cNvSpPr/>
            <p:nvPr/>
          </p:nvSpPr>
          <p:spPr>
            <a:xfrm>
              <a:off x="1721634" y="2250388"/>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5" name="コネクタ: カギ線 74">
              <a:extLst>
                <a:ext uri="{FF2B5EF4-FFF2-40B4-BE49-F238E27FC236}">
                  <a16:creationId xmlns:a16="http://schemas.microsoft.com/office/drawing/2014/main" id="{85CDBF67-CAAC-5E65-0D89-2F5EC231B0A2}"/>
                </a:ext>
              </a:extLst>
            </p:cNvPr>
            <p:cNvCxnSpPr>
              <a:cxnSpLocks/>
              <a:stCxn id="73" idx="0"/>
              <a:endCxn id="120" idx="1"/>
            </p:cNvCxnSpPr>
            <p:nvPr/>
          </p:nvCxnSpPr>
          <p:spPr>
            <a:xfrm rot="5400000" flipH="1" flipV="1">
              <a:off x="3798700" y="-46912"/>
              <a:ext cx="229235" cy="4365366"/>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直線コネクタ 78">
              <a:extLst>
                <a:ext uri="{FF2B5EF4-FFF2-40B4-BE49-F238E27FC236}">
                  <a16:creationId xmlns:a16="http://schemas.microsoft.com/office/drawing/2014/main" id="{5DD61876-034E-320A-DB3D-07E5EC2F4B00}"/>
                </a:ext>
              </a:extLst>
            </p:cNvPr>
            <p:cNvCxnSpPr>
              <a:cxnSpLocks/>
              <a:stCxn id="20" idx="9"/>
              <a:endCxn id="73" idx="4"/>
            </p:cNvCxnSpPr>
            <p:nvPr/>
          </p:nvCxnSpPr>
          <p:spPr>
            <a:xfrm flipV="1">
              <a:off x="1730013" y="2268388"/>
              <a:ext cx="621" cy="53017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4" name="直線矢印コネクタ 83">
              <a:extLst>
                <a:ext uri="{FF2B5EF4-FFF2-40B4-BE49-F238E27FC236}">
                  <a16:creationId xmlns:a16="http://schemas.microsoft.com/office/drawing/2014/main" id="{4277CFAC-0FD8-268A-4FB5-A9F7B4F36E0C}"/>
                </a:ext>
              </a:extLst>
            </p:cNvPr>
            <p:cNvCxnSpPr>
              <a:cxnSpLocks/>
              <a:stCxn id="8" idx="6"/>
              <a:endCxn id="69" idx="2"/>
            </p:cNvCxnSpPr>
            <p:nvPr/>
          </p:nvCxnSpPr>
          <p:spPr>
            <a:xfrm>
              <a:off x="7131144" y="2986413"/>
              <a:ext cx="1331133" cy="0"/>
            </a:xfrm>
            <a:prstGeom prst="straightConnector1">
              <a:avLst/>
            </a:prstGeom>
            <a:noFill/>
            <a:ln w="57150" cap="flat" cmpd="sng" algn="ctr">
              <a:solidFill>
                <a:srgbClr val="ED7D31"/>
              </a:solidFill>
              <a:prstDash val="solid"/>
              <a:miter lim="800000"/>
              <a:tailEnd type="triangle"/>
            </a:ln>
            <a:effectLst/>
          </p:spPr>
        </p:cxnSp>
        <p:sp>
          <p:nvSpPr>
            <p:cNvPr id="93" name="楕円 92">
              <a:extLst>
                <a:ext uri="{FF2B5EF4-FFF2-40B4-BE49-F238E27FC236}">
                  <a16:creationId xmlns:a16="http://schemas.microsoft.com/office/drawing/2014/main" id="{E544BC0B-0BA9-895B-C3F3-0C5B54A89AF6}"/>
                </a:ext>
              </a:extLst>
            </p:cNvPr>
            <p:cNvSpPr/>
            <p:nvPr/>
          </p:nvSpPr>
          <p:spPr>
            <a:xfrm>
              <a:off x="1721634" y="3963499"/>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BA220A06-E093-7442-7A84-CF3341724E32}"/>
                </a:ext>
              </a:extLst>
            </p:cNvPr>
            <p:cNvCxnSpPr>
              <a:cxnSpLocks/>
              <a:endCxn id="93" idx="4"/>
            </p:cNvCxnSpPr>
            <p:nvPr/>
          </p:nvCxnSpPr>
          <p:spPr>
            <a:xfrm flipV="1">
              <a:off x="1730634" y="3981499"/>
              <a:ext cx="0" cy="23036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1" name="コネクタ: カギ線 100">
              <a:extLst>
                <a:ext uri="{FF2B5EF4-FFF2-40B4-BE49-F238E27FC236}">
                  <a16:creationId xmlns:a16="http://schemas.microsoft.com/office/drawing/2014/main" id="{7FFFE556-D069-45FF-3D3C-0F2109520361}"/>
                </a:ext>
              </a:extLst>
            </p:cNvPr>
            <p:cNvCxnSpPr>
              <a:cxnSpLocks/>
              <a:stCxn id="93" idx="0"/>
              <a:endCxn id="146" idx="1"/>
            </p:cNvCxnSpPr>
            <p:nvPr/>
          </p:nvCxnSpPr>
          <p:spPr>
            <a:xfrm rot="5400000" flipH="1" flipV="1">
              <a:off x="4611976" y="1013771"/>
              <a:ext cx="68386" cy="5831070"/>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 name="直線矢印コネクタ 105">
              <a:extLst>
                <a:ext uri="{FF2B5EF4-FFF2-40B4-BE49-F238E27FC236}">
                  <a16:creationId xmlns:a16="http://schemas.microsoft.com/office/drawing/2014/main" id="{8EB52E0D-DB05-89A6-5DEC-83EF1B061D89}"/>
                </a:ext>
              </a:extLst>
            </p:cNvPr>
            <p:cNvCxnSpPr>
              <a:cxnSpLocks/>
              <a:stCxn id="69" idx="6"/>
            </p:cNvCxnSpPr>
            <p:nvPr/>
          </p:nvCxnSpPr>
          <p:spPr>
            <a:xfrm>
              <a:off x="8770365" y="2986413"/>
              <a:ext cx="593579" cy="0"/>
            </a:xfrm>
            <a:prstGeom prst="straightConnector1">
              <a:avLst/>
            </a:prstGeom>
            <a:noFill/>
            <a:ln w="57150" cap="flat" cmpd="sng" algn="ctr">
              <a:solidFill>
                <a:srgbClr val="ED7D31"/>
              </a:solidFill>
              <a:prstDash val="solid"/>
              <a:miter lim="800000"/>
              <a:tailEnd type="triangle"/>
            </a:ln>
            <a:effectLst/>
          </p:spPr>
        </p:cxnSp>
        <p:sp>
          <p:nvSpPr>
            <p:cNvPr id="111" name="テキスト ボックス 110">
              <a:extLst>
                <a:ext uri="{FF2B5EF4-FFF2-40B4-BE49-F238E27FC236}">
                  <a16:creationId xmlns:a16="http://schemas.microsoft.com/office/drawing/2014/main" id="{BFCE4A5A-5260-B5BD-174C-161AE0559C45}"/>
                </a:ext>
              </a:extLst>
            </p:cNvPr>
            <p:cNvSpPr txBox="1"/>
            <p:nvPr/>
          </p:nvSpPr>
          <p:spPr>
            <a:xfrm>
              <a:off x="9377140" y="2813919"/>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cxnSp>
          <p:nvCxnSpPr>
            <p:cNvPr id="117" name="直線コネクタ 116">
              <a:extLst>
                <a:ext uri="{FF2B5EF4-FFF2-40B4-BE49-F238E27FC236}">
                  <a16:creationId xmlns:a16="http://schemas.microsoft.com/office/drawing/2014/main" id="{8F33AC6A-F22D-1D45-D0E9-DDFFE4F777E5}"/>
                </a:ext>
              </a:extLst>
            </p:cNvPr>
            <p:cNvCxnSpPr/>
            <p:nvPr/>
          </p:nvCxnSpPr>
          <p:spPr>
            <a:xfrm>
              <a:off x="5552017" y="1732280"/>
              <a:ext cx="0" cy="5430520"/>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0" name="テキスト ボックス 119">
              <a:extLst>
                <a:ext uri="{FF2B5EF4-FFF2-40B4-BE49-F238E27FC236}">
                  <a16:creationId xmlns:a16="http://schemas.microsoft.com/office/drawing/2014/main" id="{D22BEF39-3D11-B903-311B-70A8529A88E2}"/>
                </a:ext>
              </a:extLst>
            </p:cNvPr>
            <p:cNvSpPr txBox="1"/>
            <p:nvPr/>
          </p:nvSpPr>
          <p:spPr>
            <a:xfrm>
              <a:off x="6096000" y="1697987"/>
              <a:ext cx="1761066"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Carrier replica</a:t>
              </a:r>
              <a:b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b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22" name="直線矢印コネクタ 121">
              <a:extLst>
                <a:ext uri="{FF2B5EF4-FFF2-40B4-BE49-F238E27FC236}">
                  <a16:creationId xmlns:a16="http://schemas.microsoft.com/office/drawing/2014/main" id="{33BA863A-8262-37D3-60F1-5FD31E9A4A9F}"/>
                </a:ext>
              </a:extLst>
            </p:cNvPr>
            <p:cNvCxnSpPr>
              <a:cxnSpLocks/>
              <a:stCxn id="120" idx="2"/>
              <a:endCxn id="8" idx="0"/>
            </p:cNvCxnSpPr>
            <p:nvPr/>
          </p:nvCxnSpPr>
          <p:spPr>
            <a:xfrm>
              <a:off x="6976533" y="2344318"/>
              <a:ext cx="567" cy="488051"/>
            </a:xfrm>
            <a:prstGeom prst="straightConnector1">
              <a:avLst/>
            </a:prstGeom>
            <a:noFill/>
            <a:ln w="57150" cap="flat" cmpd="sng" algn="ctr">
              <a:solidFill>
                <a:srgbClr val="ED7D31"/>
              </a:solidFill>
              <a:prstDash val="solid"/>
              <a:miter lim="800000"/>
              <a:tailEnd type="triangle"/>
            </a:ln>
            <a:effectLst/>
          </p:spPr>
        </p:cxnSp>
        <p:sp>
          <p:nvSpPr>
            <p:cNvPr id="146" name="テキスト ボックス 145">
              <a:extLst>
                <a:ext uri="{FF2B5EF4-FFF2-40B4-BE49-F238E27FC236}">
                  <a16:creationId xmlns:a16="http://schemas.microsoft.com/office/drawing/2014/main" id="{A2C89A34-0E87-3611-9C67-D08CD6F3D092}"/>
                </a:ext>
              </a:extLst>
            </p:cNvPr>
            <p:cNvSpPr txBox="1"/>
            <p:nvPr/>
          </p:nvSpPr>
          <p:spPr>
            <a:xfrm>
              <a:off x="7561704" y="3571947"/>
              <a:ext cx="2116853"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 code replica 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49" name="直線矢印コネクタ 148">
              <a:extLst>
                <a:ext uri="{FF2B5EF4-FFF2-40B4-BE49-F238E27FC236}">
                  <a16:creationId xmlns:a16="http://schemas.microsoft.com/office/drawing/2014/main" id="{E286EB13-E391-DA48-CB8E-C30E4E70A1FC}"/>
                </a:ext>
              </a:extLst>
            </p:cNvPr>
            <p:cNvCxnSpPr>
              <a:cxnSpLocks/>
              <a:stCxn id="146" idx="0"/>
              <a:endCxn id="69" idx="4"/>
            </p:cNvCxnSpPr>
            <p:nvPr/>
          </p:nvCxnSpPr>
          <p:spPr>
            <a:xfrm flipH="1" flipV="1">
              <a:off x="8616321" y="3140457"/>
              <a:ext cx="3810" cy="431490"/>
            </a:xfrm>
            <a:prstGeom prst="straightConnector1">
              <a:avLst/>
            </a:prstGeom>
            <a:noFill/>
            <a:ln w="57150" cap="flat" cmpd="sng" algn="ctr">
              <a:solidFill>
                <a:srgbClr val="ED7D31"/>
              </a:solidFill>
              <a:prstDash val="solid"/>
              <a:miter lim="800000"/>
              <a:tailEnd type="triangle"/>
            </a:ln>
            <a:effectLst/>
          </p:spPr>
        </p:cxnSp>
        <p:sp>
          <p:nvSpPr>
            <p:cNvPr id="153" name="矢印: 右 152">
              <a:extLst>
                <a:ext uri="{FF2B5EF4-FFF2-40B4-BE49-F238E27FC236}">
                  <a16:creationId xmlns:a16="http://schemas.microsoft.com/office/drawing/2014/main" id="{8CA38DA7-BB8B-BAF5-F0B8-F890828F44E9}"/>
                </a:ext>
              </a:extLst>
            </p:cNvPr>
            <p:cNvSpPr/>
            <p:nvPr/>
          </p:nvSpPr>
          <p:spPr>
            <a:xfrm>
              <a:off x="5773136"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4" name="テキスト ボックス 153">
              <a:extLst>
                <a:ext uri="{FF2B5EF4-FFF2-40B4-BE49-F238E27FC236}">
                  <a16:creationId xmlns:a16="http://schemas.microsoft.com/office/drawing/2014/main" id="{BF73393A-B495-4D51-138E-7D4F54CBFF20}"/>
                </a:ext>
              </a:extLst>
            </p:cNvPr>
            <p:cNvSpPr txBox="1"/>
            <p:nvPr/>
          </p:nvSpPr>
          <p:spPr>
            <a:xfrm>
              <a:off x="5636432" y="5941814"/>
              <a:ext cx="877163" cy="369332"/>
            </a:xfrm>
            <a:prstGeom prst="rect">
              <a:avLst/>
            </a:prstGeom>
            <a:noFill/>
          </p:spPr>
          <p:txBody>
            <a:bodyPr wrap="none" rtlCol="0">
              <a:spAutoFit/>
            </a:bodyPr>
            <a:lstStyle/>
            <a:p>
              <a:r>
                <a:rPr kumimoji="1" lang="ja-JP" altLang="en-US" dirty="0"/>
                <a:t>受信器</a:t>
              </a:r>
              <a:endParaRPr lang="ja-JP" altLang="en-US" dirty="0"/>
            </a:p>
          </p:txBody>
        </p:sp>
        <p:sp>
          <p:nvSpPr>
            <p:cNvPr id="155" name="矢印: 右 154">
              <a:extLst>
                <a:ext uri="{FF2B5EF4-FFF2-40B4-BE49-F238E27FC236}">
                  <a16:creationId xmlns:a16="http://schemas.microsoft.com/office/drawing/2014/main" id="{0C06E552-6439-FBE8-46A9-901147709155}"/>
                </a:ext>
              </a:extLst>
            </p:cNvPr>
            <p:cNvSpPr/>
            <p:nvPr/>
          </p:nvSpPr>
          <p:spPr>
            <a:xfrm flipH="1">
              <a:off x="4744771"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6" name="テキスト ボックス 155">
              <a:extLst>
                <a:ext uri="{FF2B5EF4-FFF2-40B4-BE49-F238E27FC236}">
                  <a16:creationId xmlns:a16="http://schemas.microsoft.com/office/drawing/2014/main" id="{C5B4B683-AEAF-5420-4F67-A0163D6EBFB3}"/>
                </a:ext>
              </a:extLst>
            </p:cNvPr>
            <p:cNvSpPr txBox="1"/>
            <p:nvPr/>
          </p:nvSpPr>
          <p:spPr>
            <a:xfrm>
              <a:off x="4700016" y="5941814"/>
              <a:ext cx="646331" cy="369332"/>
            </a:xfrm>
            <a:prstGeom prst="rect">
              <a:avLst/>
            </a:prstGeom>
            <a:noFill/>
          </p:spPr>
          <p:txBody>
            <a:bodyPr wrap="none" rtlCol="0">
              <a:spAutoFit/>
            </a:bodyPr>
            <a:lstStyle/>
            <a:p>
              <a:r>
                <a:rPr kumimoji="1" lang="ja-JP" altLang="en-US" dirty="0"/>
                <a:t>衛星</a:t>
              </a:r>
              <a:endParaRPr lang="ja-JP" altLang="en-US" dirty="0"/>
            </a:p>
          </p:txBody>
        </p:sp>
        <p:sp>
          <p:nvSpPr>
            <p:cNvPr id="157" name="二等辺三角形 156">
              <a:extLst>
                <a:ext uri="{FF2B5EF4-FFF2-40B4-BE49-F238E27FC236}">
                  <a16:creationId xmlns:a16="http://schemas.microsoft.com/office/drawing/2014/main" id="{A76EBA9F-CA5C-9E67-6F29-C507CD9EB591}"/>
                </a:ext>
              </a:extLst>
            </p:cNvPr>
            <p:cNvSpPr/>
            <p:nvPr/>
          </p:nvSpPr>
          <p:spPr>
            <a:xfrm flipV="1">
              <a:off x="6303686" y="2580113"/>
              <a:ext cx="387096" cy="233806"/>
            </a:xfrm>
            <a:prstGeom prst="triangl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cxnSp>
          <p:nvCxnSpPr>
            <p:cNvPr id="159" name="コネクタ: カギ線 158">
              <a:extLst>
                <a:ext uri="{FF2B5EF4-FFF2-40B4-BE49-F238E27FC236}">
                  <a16:creationId xmlns:a16="http://schemas.microsoft.com/office/drawing/2014/main" id="{8ADFC681-CD76-A528-B5C5-708B0C448079}"/>
                </a:ext>
              </a:extLst>
            </p:cNvPr>
            <p:cNvCxnSpPr>
              <a:stCxn id="157" idx="0"/>
              <a:endCxn id="8" idx="2"/>
            </p:cNvCxnSpPr>
            <p:nvPr/>
          </p:nvCxnSpPr>
          <p:spPr>
            <a:xfrm rot="16200000" flipH="1">
              <a:off x="6573898" y="2737255"/>
              <a:ext cx="172494" cy="325822"/>
            </a:xfrm>
            <a:prstGeom prst="bentConnector2">
              <a:avLst/>
            </a:prstGeom>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51651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9DEC38-59F5-E709-0ACC-7A5172E736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7E1366C7-A812-8908-E4ED-B84564E5C039}"/>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557CB46-FDE3-08D7-2B76-AAE764E33CD3}"/>
              </a:ext>
            </a:extLst>
          </p:cNvPr>
          <p:cNvSpPr>
            <a:spLocks noGrp="1"/>
          </p:cNvSpPr>
          <p:nvPr>
            <p:ph type="sldNum" sz="quarter" idx="15"/>
          </p:nvPr>
        </p:nvSpPr>
        <p:spPr/>
        <p:txBody>
          <a:bodyPr/>
          <a:lstStyle/>
          <a:p>
            <a:fld id="{CC43B8D3-9A08-F84C-9DD4-44948BA52D4B}" type="slidenum">
              <a:rPr lang="en-US" altLang="ja-JP" smtClean="0"/>
              <a:pPr/>
              <a:t>23</a:t>
            </a:fld>
            <a:endParaRPr lang="ja-JP" altLang="en-US" b="1"/>
          </a:p>
        </p:txBody>
      </p:sp>
      <p:grpSp>
        <p:nvGrpSpPr>
          <p:cNvPr id="58" name="グループ化 57">
            <a:extLst>
              <a:ext uri="{FF2B5EF4-FFF2-40B4-BE49-F238E27FC236}">
                <a16:creationId xmlns:a16="http://schemas.microsoft.com/office/drawing/2014/main" id="{C5B2EE9B-0953-1EC1-1191-73CAFC1D72D7}"/>
              </a:ext>
            </a:extLst>
          </p:cNvPr>
          <p:cNvGrpSpPr/>
          <p:nvPr/>
        </p:nvGrpSpPr>
        <p:grpSpPr>
          <a:xfrm>
            <a:off x="2122819" y="1833723"/>
            <a:ext cx="4646986" cy="2852997"/>
            <a:chOff x="2730372" y="2075023"/>
            <a:chExt cx="4646986" cy="2852997"/>
          </a:xfrm>
        </p:grpSpPr>
        <p:cxnSp>
          <p:nvCxnSpPr>
            <p:cNvPr id="6" name="直線矢印コネクタ 5">
              <a:extLst>
                <a:ext uri="{FF2B5EF4-FFF2-40B4-BE49-F238E27FC236}">
                  <a16:creationId xmlns:a16="http://schemas.microsoft.com/office/drawing/2014/main" id="{A572B7FA-2F43-17E5-2D1A-DE16E0BDCBC8}"/>
                </a:ext>
              </a:extLst>
            </p:cNvPr>
            <p:cNvCxnSpPr/>
            <p:nvPr/>
          </p:nvCxnSpPr>
          <p:spPr>
            <a:xfrm>
              <a:off x="2937933" y="42248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EF64C79F-B33C-B998-0500-81B6BFFB99EC}"/>
                </a:ext>
              </a:extLst>
            </p:cNvPr>
            <p:cNvCxnSpPr>
              <a:cxnSpLocks/>
            </p:cNvCxnSpPr>
            <p:nvPr/>
          </p:nvCxnSpPr>
          <p:spPr>
            <a:xfrm flipV="1">
              <a:off x="3177070" y="20750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08FDC5E2-B9D3-59BC-F87E-F0DA7CFD0F31}"/>
                </a:ext>
              </a:extLst>
            </p:cNvPr>
            <p:cNvGrpSpPr/>
            <p:nvPr/>
          </p:nvGrpSpPr>
          <p:grpSpPr>
            <a:xfrm>
              <a:off x="3594698" y="4130355"/>
              <a:ext cx="3483905" cy="121499"/>
              <a:chOff x="3540783" y="3961019"/>
              <a:chExt cx="2689110" cy="527694"/>
            </a:xfrm>
          </p:grpSpPr>
          <p:cxnSp>
            <p:nvCxnSpPr>
              <p:cNvPr id="10" name="直線コネクタ 9">
                <a:extLst>
                  <a:ext uri="{FF2B5EF4-FFF2-40B4-BE49-F238E27FC236}">
                    <a16:creationId xmlns:a16="http://schemas.microsoft.com/office/drawing/2014/main" id="{313A034F-83E2-7FBA-6E2E-035314974AE5}"/>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B41574BB-D34D-A616-D5AF-7CF33C9E51D2}"/>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72DB24AA-3D17-6137-FDC7-9386F0DB572B}"/>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50D936D3-D54B-F728-4DAF-C41D0C65F371}"/>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DA63B7F-3E59-5F19-0EE3-120A7B19C865}"/>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4D5AECB7-87FC-E31F-068D-FAC7C1334227}"/>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00A0E7DD-109C-D101-F7DA-E9A19F0BBD08}"/>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5922CC7-C88E-6764-B8BC-6AC9B2C7E5C2}"/>
                </a:ext>
              </a:extLst>
            </p:cNvPr>
            <p:cNvSpPr txBox="1"/>
            <p:nvPr/>
          </p:nvSpPr>
          <p:spPr>
            <a:xfrm>
              <a:off x="5201838" y="43193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046924F-12A7-589A-4C75-49E16A585C08}"/>
                </a:ext>
              </a:extLst>
            </p:cNvPr>
            <p:cNvSpPr txBox="1"/>
            <p:nvPr/>
          </p:nvSpPr>
          <p:spPr>
            <a:xfrm>
              <a:off x="4488939" y="43193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744A02DA-CB16-3CEA-DE97-BC7608C67AE5}"/>
                </a:ext>
              </a:extLst>
            </p:cNvPr>
            <p:cNvSpPr txBox="1"/>
            <p:nvPr/>
          </p:nvSpPr>
          <p:spPr>
            <a:xfrm>
              <a:off x="3953974" y="43193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4458A09E-624D-C9C7-00D8-3980D34A2FAA}"/>
                </a:ext>
              </a:extLst>
            </p:cNvPr>
            <p:cNvSpPr txBox="1"/>
            <p:nvPr/>
          </p:nvSpPr>
          <p:spPr>
            <a:xfrm>
              <a:off x="3327637" y="43193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5BB242EE-7F6E-07B6-1161-B2A8FC957412}"/>
                </a:ext>
              </a:extLst>
            </p:cNvPr>
            <p:cNvSpPr txBox="1"/>
            <p:nvPr/>
          </p:nvSpPr>
          <p:spPr>
            <a:xfrm>
              <a:off x="5631004" y="43193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B0CD8449-C5A8-FB41-7B45-2F89DA2CC442}"/>
                </a:ext>
              </a:extLst>
            </p:cNvPr>
            <p:cNvSpPr txBox="1"/>
            <p:nvPr/>
          </p:nvSpPr>
          <p:spPr>
            <a:xfrm>
              <a:off x="6254135" y="43193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2B0AF3BA-DF7E-55FF-C0D6-31EDD08868DA}"/>
                </a:ext>
              </a:extLst>
            </p:cNvPr>
            <p:cNvSpPr txBox="1"/>
            <p:nvPr/>
          </p:nvSpPr>
          <p:spPr>
            <a:xfrm>
              <a:off x="6792306" y="43193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2D522CEE-CA5C-E146-41DD-02C029F92F55}"/>
                </a:ext>
              </a:extLst>
            </p:cNvPr>
            <p:cNvSpPr/>
            <p:nvPr/>
          </p:nvSpPr>
          <p:spPr>
            <a:xfrm>
              <a:off x="5294317" y="22627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3B659C4-84C3-1754-3D86-14BF2ED2F466}"/>
                </a:ext>
              </a:extLst>
            </p:cNvPr>
            <p:cNvSpPr/>
            <p:nvPr/>
          </p:nvSpPr>
          <p:spPr>
            <a:xfrm>
              <a:off x="4713666"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1994DB4-BACE-56BF-4CBC-CB252B7131CB}"/>
                </a:ext>
              </a:extLst>
            </p:cNvPr>
            <p:cNvSpPr/>
            <p:nvPr/>
          </p:nvSpPr>
          <p:spPr>
            <a:xfrm>
              <a:off x="4133015"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9" name="楕円 28">
              <a:extLst>
                <a:ext uri="{FF2B5EF4-FFF2-40B4-BE49-F238E27FC236}">
                  <a16:creationId xmlns:a16="http://schemas.microsoft.com/office/drawing/2014/main" id="{C0F6271B-188B-6ACD-56E0-519FD4282DBE}"/>
                </a:ext>
              </a:extLst>
            </p:cNvPr>
            <p:cNvSpPr/>
            <p:nvPr/>
          </p:nvSpPr>
          <p:spPr>
            <a:xfrm>
              <a:off x="3552364"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504C570A-5C3F-E1B7-751B-F1CA3E060036}"/>
                </a:ext>
              </a:extLst>
            </p:cNvPr>
            <p:cNvSpPr/>
            <p:nvPr/>
          </p:nvSpPr>
          <p:spPr>
            <a:xfrm>
              <a:off x="5874968"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C88764-2138-E2F1-F438-E91997495B1E}"/>
                </a:ext>
              </a:extLst>
            </p:cNvPr>
            <p:cNvSpPr/>
            <p:nvPr/>
          </p:nvSpPr>
          <p:spPr>
            <a:xfrm>
              <a:off x="6455619"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DD8BA333-DA9E-F67D-E8EE-6F50E3813D05}"/>
                </a:ext>
              </a:extLst>
            </p:cNvPr>
            <p:cNvSpPr/>
            <p:nvPr/>
          </p:nvSpPr>
          <p:spPr>
            <a:xfrm>
              <a:off x="7036269"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FE5801C2-6358-2E31-EA49-29D750003CC9}"/>
                </a:ext>
              </a:extLst>
            </p:cNvPr>
            <p:cNvCxnSpPr>
              <a:cxnSpLocks/>
              <a:endCxn id="28" idx="3"/>
            </p:cNvCxnSpPr>
            <p:nvPr/>
          </p:nvCxnSpPr>
          <p:spPr>
            <a:xfrm flipV="1">
              <a:off x="3280833" y="3341106"/>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直線コネクタ 34">
              <a:extLst>
                <a:ext uri="{FF2B5EF4-FFF2-40B4-BE49-F238E27FC236}">
                  <a16:creationId xmlns:a16="http://schemas.microsoft.com/office/drawing/2014/main" id="{24D7A0DD-A7B3-FE56-3AF0-DF2F4FAD9CE0}"/>
                </a:ext>
              </a:extLst>
            </p:cNvPr>
            <p:cNvCxnSpPr>
              <a:cxnSpLocks/>
              <a:stCxn id="28" idx="7"/>
              <a:endCxn id="27" idx="3"/>
            </p:cNvCxnSpPr>
            <p:nvPr/>
          </p:nvCxnSpPr>
          <p:spPr>
            <a:xfrm flipV="1">
              <a:off x="4205282"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9" name="直線コネクタ 38">
              <a:extLst>
                <a:ext uri="{FF2B5EF4-FFF2-40B4-BE49-F238E27FC236}">
                  <a16:creationId xmlns:a16="http://schemas.microsoft.com/office/drawing/2014/main" id="{B78CE266-9283-4223-E877-FC04D6987027}"/>
                </a:ext>
              </a:extLst>
            </p:cNvPr>
            <p:cNvCxnSpPr>
              <a:cxnSpLocks/>
              <a:stCxn id="27" idx="7"/>
              <a:endCxn id="26" idx="3"/>
            </p:cNvCxnSpPr>
            <p:nvPr/>
          </p:nvCxnSpPr>
          <p:spPr>
            <a:xfrm flipV="1">
              <a:off x="4785933"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D3FC9A24-90D5-455D-8B66-8ABECBBB48D1}"/>
                </a:ext>
              </a:extLst>
            </p:cNvPr>
            <p:cNvCxnSpPr>
              <a:cxnSpLocks/>
              <a:stCxn id="30" idx="1"/>
              <a:endCxn id="26" idx="5"/>
            </p:cNvCxnSpPr>
            <p:nvPr/>
          </p:nvCxnSpPr>
          <p:spPr>
            <a:xfrm flipH="1" flipV="1">
              <a:off x="5366584"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直線コネクタ 45">
              <a:extLst>
                <a:ext uri="{FF2B5EF4-FFF2-40B4-BE49-F238E27FC236}">
                  <a16:creationId xmlns:a16="http://schemas.microsoft.com/office/drawing/2014/main" id="{11354C8D-4745-58A5-6599-4EFC43C52C45}"/>
                </a:ext>
              </a:extLst>
            </p:cNvPr>
            <p:cNvCxnSpPr>
              <a:cxnSpLocks/>
              <a:stCxn id="31" idx="1"/>
              <a:endCxn id="30" idx="5"/>
            </p:cNvCxnSpPr>
            <p:nvPr/>
          </p:nvCxnSpPr>
          <p:spPr>
            <a:xfrm flipH="1" flipV="1">
              <a:off x="5947235"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0" name="直線コネクタ 49">
              <a:extLst>
                <a:ext uri="{FF2B5EF4-FFF2-40B4-BE49-F238E27FC236}">
                  <a16:creationId xmlns:a16="http://schemas.microsoft.com/office/drawing/2014/main" id="{B9C37444-55D8-667B-CF31-663F80252AEB}"/>
                </a:ext>
              </a:extLst>
            </p:cNvPr>
            <p:cNvCxnSpPr>
              <a:cxnSpLocks/>
              <a:endCxn id="31" idx="5"/>
            </p:cNvCxnSpPr>
            <p:nvPr/>
          </p:nvCxnSpPr>
          <p:spPr>
            <a:xfrm flipH="1" flipV="1">
              <a:off x="6527886" y="3341106"/>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160BB382-923C-BD13-3CB2-4C668A024042}"/>
                </a:ext>
              </a:extLst>
            </p:cNvPr>
            <p:cNvCxnSpPr/>
            <p:nvPr/>
          </p:nvCxnSpPr>
          <p:spPr>
            <a:xfrm flipV="1">
              <a:off x="5336650" y="2105025"/>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F77647E-5E68-CD27-71B7-46012E683BE2}"/>
                </a:ext>
              </a:extLst>
            </p:cNvPr>
            <p:cNvSpPr txBox="1"/>
            <p:nvPr/>
          </p:nvSpPr>
          <p:spPr>
            <a:xfrm>
              <a:off x="4798332" y="46202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AF314600-B7C4-24D8-33E4-A374651C7BA8}"/>
                </a:ext>
              </a:extLst>
            </p:cNvPr>
            <p:cNvSpPr txBox="1"/>
            <p:nvPr/>
          </p:nvSpPr>
          <p:spPr>
            <a:xfrm rot="5400000">
              <a:off x="2612391" y="28425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254820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6144A-FC83-C311-E9D2-A1AA4C0F2D2A}"/>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AC6C151-AED4-B46C-92DA-17CC0049616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8502F735-B20C-ABED-F7DC-5BA6CC704D3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73D9B5E-7595-3850-79A3-6CA2701D7AC4}"/>
              </a:ext>
            </a:extLst>
          </p:cNvPr>
          <p:cNvSpPr>
            <a:spLocks noGrp="1"/>
          </p:cNvSpPr>
          <p:nvPr>
            <p:ph type="sldNum" sz="quarter" idx="15"/>
          </p:nvPr>
        </p:nvSpPr>
        <p:spPr/>
        <p:txBody>
          <a:bodyPr/>
          <a:lstStyle/>
          <a:p>
            <a:fld id="{CC43B8D3-9A08-F84C-9DD4-44948BA52D4B}" type="slidenum">
              <a:rPr lang="en-US" altLang="ja-JP" smtClean="0"/>
              <a:pPr/>
              <a:t>24</a:t>
            </a:fld>
            <a:endParaRPr lang="ja-JP" altLang="en-US" b="1"/>
          </a:p>
        </p:txBody>
      </p:sp>
      <p:cxnSp>
        <p:nvCxnSpPr>
          <p:cNvPr id="6" name="直線矢印コネクタ 5">
            <a:extLst>
              <a:ext uri="{FF2B5EF4-FFF2-40B4-BE49-F238E27FC236}">
                <a16:creationId xmlns:a16="http://schemas.microsoft.com/office/drawing/2014/main" id="{1E3E51AC-C278-0287-AF90-AFFD817400B0}"/>
              </a:ext>
            </a:extLst>
          </p:cNvPr>
          <p:cNvCxnSpPr/>
          <p:nvPr/>
        </p:nvCxnSpPr>
        <p:spPr>
          <a:xfrm>
            <a:off x="1640219" y="38819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37732673-003A-71A0-376F-D8C415ED1D1E}"/>
              </a:ext>
            </a:extLst>
          </p:cNvPr>
          <p:cNvCxnSpPr>
            <a:cxnSpLocks/>
          </p:cNvCxnSpPr>
          <p:nvPr/>
        </p:nvCxnSpPr>
        <p:spPr>
          <a:xfrm flipV="1">
            <a:off x="1879356" y="17321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9BB39E96-55AB-3A6D-FBE7-54FE2CCF32A8}"/>
              </a:ext>
            </a:extLst>
          </p:cNvPr>
          <p:cNvGrpSpPr/>
          <p:nvPr/>
        </p:nvGrpSpPr>
        <p:grpSpPr>
          <a:xfrm>
            <a:off x="2296984" y="3787455"/>
            <a:ext cx="3483905" cy="121499"/>
            <a:chOff x="3540783" y="3961019"/>
            <a:chExt cx="2689110" cy="527694"/>
          </a:xfrm>
        </p:grpSpPr>
        <p:cxnSp>
          <p:nvCxnSpPr>
            <p:cNvPr id="10" name="直線コネクタ 9">
              <a:extLst>
                <a:ext uri="{FF2B5EF4-FFF2-40B4-BE49-F238E27FC236}">
                  <a16:creationId xmlns:a16="http://schemas.microsoft.com/office/drawing/2014/main" id="{43DC03C6-2C45-131C-B94A-641CFDBACA6E}"/>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679CFED9-C2CF-02E1-B4F8-E59E5B642679}"/>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43FCD9B2-7263-B129-52D1-66353348767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7A0DE453-732F-3DC5-D009-86FD1917A4C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C3F7F8DB-7108-AFFE-421F-309CFA187772}"/>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E74CFE61-289D-680C-B1CB-F0CB7057A85E}"/>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D8FF1102-8561-35FF-BC02-B32E1DD4C4C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F9E5C2AC-90EE-85AD-1C33-B085A8F71D4D}"/>
              </a:ext>
            </a:extLst>
          </p:cNvPr>
          <p:cNvSpPr txBox="1"/>
          <p:nvPr/>
        </p:nvSpPr>
        <p:spPr>
          <a:xfrm>
            <a:off x="3904124" y="39764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1275C73-E194-173D-268A-53072CD36682}"/>
              </a:ext>
            </a:extLst>
          </p:cNvPr>
          <p:cNvSpPr txBox="1"/>
          <p:nvPr/>
        </p:nvSpPr>
        <p:spPr>
          <a:xfrm>
            <a:off x="3191225" y="39764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33C88392-E9F8-CEB8-47F7-5370BF35EA7E}"/>
              </a:ext>
            </a:extLst>
          </p:cNvPr>
          <p:cNvSpPr txBox="1"/>
          <p:nvPr/>
        </p:nvSpPr>
        <p:spPr>
          <a:xfrm>
            <a:off x="2656260" y="39764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C1389D95-BC64-69F5-BB96-609A66A5DF6A}"/>
              </a:ext>
            </a:extLst>
          </p:cNvPr>
          <p:cNvSpPr txBox="1"/>
          <p:nvPr/>
        </p:nvSpPr>
        <p:spPr>
          <a:xfrm>
            <a:off x="2029923" y="39764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880AE5AB-856F-7A99-1FB9-4D5AF52B1C5B}"/>
              </a:ext>
            </a:extLst>
          </p:cNvPr>
          <p:cNvSpPr txBox="1"/>
          <p:nvPr/>
        </p:nvSpPr>
        <p:spPr>
          <a:xfrm>
            <a:off x="4333290" y="39764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3687343A-398B-9917-5E28-7431642351D9}"/>
              </a:ext>
            </a:extLst>
          </p:cNvPr>
          <p:cNvSpPr txBox="1"/>
          <p:nvPr/>
        </p:nvSpPr>
        <p:spPr>
          <a:xfrm>
            <a:off x="4956421" y="39764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6024AA85-CA20-FF01-33CE-FF7632DD22C2}"/>
              </a:ext>
            </a:extLst>
          </p:cNvPr>
          <p:cNvSpPr txBox="1"/>
          <p:nvPr/>
        </p:nvSpPr>
        <p:spPr>
          <a:xfrm>
            <a:off x="5494592" y="39764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C0BD3B6F-4062-2355-5B36-E42665C871D9}"/>
              </a:ext>
            </a:extLst>
          </p:cNvPr>
          <p:cNvSpPr/>
          <p:nvPr/>
        </p:nvSpPr>
        <p:spPr>
          <a:xfrm>
            <a:off x="3996603" y="19198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2784515C-39A0-A134-DC05-AC1673A72132}"/>
              </a:ext>
            </a:extLst>
          </p:cNvPr>
          <p:cNvSpPr/>
          <p:nvPr/>
        </p:nvSpPr>
        <p:spPr>
          <a:xfrm>
            <a:off x="2835301"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200E8CEA-1E14-79FD-1DE3-8609CD7DF054}"/>
              </a:ext>
            </a:extLst>
          </p:cNvPr>
          <p:cNvSpPr/>
          <p:nvPr/>
        </p:nvSpPr>
        <p:spPr>
          <a:xfrm>
            <a:off x="5157905"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6D1DFB0E-D4A3-DA01-1FB4-C74CB2996AB6}"/>
              </a:ext>
            </a:extLst>
          </p:cNvPr>
          <p:cNvSpPr txBox="1"/>
          <p:nvPr/>
        </p:nvSpPr>
        <p:spPr>
          <a:xfrm>
            <a:off x="3500618" y="42773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438BB4A2-D116-C291-8DAB-30B5C9BF9486}"/>
              </a:ext>
            </a:extLst>
          </p:cNvPr>
          <p:cNvSpPr txBox="1"/>
          <p:nvPr/>
        </p:nvSpPr>
        <p:spPr>
          <a:xfrm rot="5400000">
            <a:off x="1314677" y="24996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nvGrpSpPr>
          <p:cNvPr id="76" name="グループ化 75">
            <a:extLst>
              <a:ext uri="{FF2B5EF4-FFF2-40B4-BE49-F238E27FC236}">
                <a16:creationId xmlns:a16="http://schemas.microsoft.com/office/drawing/2014/main" id="{606948AC-FAB8-60E1-0F9B-053F4ED6F7E5}"/>
              </a:ext>
            </a:extLst>
          </p:cNvPr>
          <p:cNvGrpSpPr/>
          <p:nvPr/>
        </p:nvGrpSpPr>
        <p:grpSpPr>
          <a:xfrm>
            <a:off x="6428108" y="2365659"/>
            <a:ext cx="4646986" cy="3099994"/>
            <a:chOff x="6428108" y="2365659"/>
            <a:chExt cx="4646986" cy="3099994"/>
          </a:xfrm>
        </p:grpSpPr>
        <p:sp>
          <p:nvSpPr>
            <p:cNvPr id="5" name="テキスト ボックス 4">
              <a:extLst>
                <a:ext uri="{FF2B5EF4-FFF2-40B4-BE49-F238E27FC236}">
                  <a16:creationId xmlns:a16="http://schemas.microsoft.com/office/drawing/2014/main" id="{B196B861-EFA5-832C-2383-36B23AE71389}"/>
                </a:ext>
              </a:extLst>
            </p:cNvPr>
            <p:cNvSpPr txBox="1"/>
            <p:nvPr/>
          </p:nvSpPr>
          <p:spPr>
            <a:xfrm>
              <a:off x="8694389" y="236565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8" name="テキスト ボックス 7">
              <a:extLst>
                <a:ext uri="{FF2B5EF4-FFF2-40B4-BE49-F238E27FC236}">
                  <a16:creationId xmlns:a16="http://schemas.microsoft.com/office/drawing/2014/main" id="{39085F3C-070D-ED4C-7536-F52CCD892DAC}"/>
                </a:ext>
              </a:extLst>
            </p:cNvPr>
            <p:cNvSpPr txBox="1"/>
            <p:nvPr/>
          </p:nvSpPr>
          <p:spPr>
            <a:xfrm>
              <a:off x="9988783" y="3482217"/>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9" name="テキスト ボックス 8">
              <a:extLst>
                <a:ext uri="{FF2B5EF4-FFF2-40B4-BE49-F238E27FC236}">
                  <a16:creationId xmlns:a16="http://schemas.microsoft.com/office/drawing/2014/main" id="{06566589-7BBD-FA54-33D1-0D2637CA0301}"/>
                </a:ext>
              </a:extLst>
            </p:cNvPr>
            <p:cNvSpPr txBox="1"/>
            <p:nvPr/>
          </p:nvSpPr>
          <p:spPr>
            <a:xfrm>
              <a:off x="7613441" y="3527744"/>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cxnSp>
          <p:nvCxnSpPr>
            <p:cNvPr id="33" name="直線矢印コネクタ 32">
              <a:extLst>
                <a:ext uri="{FF2B5EF4-FFF2-40B4-BE49-F238E27FC236}">
                  <a16:creationId xmlns:a16="http://schemas.microsoft.com/office/drawing/2014/main" id="{9E6DA6C4-5630-A599-B0D8-1659A413ADA5}"/>
                </a:ext>
              </a:extLst>
            </p:cNvPr>
            <p:cNvCxnSpPr/>
            <p:nvPr/>
          </p:nvCxnSpPr>
          <p:spPr>
            <a:xfrm>
              <a:off x="6635669" y="4762499"/>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直線矢印コネクタ 35">
              <a:extLst>
                <a:ext uri="{FF2B5EF4-FFF2-40B4-BE49-F238E27FC236}">
                  <a16:creationId xmlns:a16="http://schemas.microsoft.com/office/drawing/2014/main" id="{BCAD25B7-D222-47F9-BDC6-7128D0D6B49E}"/>
                </a:ext>
              </a:extLst>
            </p:cNvPr>
            <p:cNvCxnSpPr>
              <a:cxnSpLocks/>
            </p:cNvCxnSpPr>
            <p:nvPr/>
          </p:nvCxnSpPr>
          <p:spPr>
            <a:xfrm flipV="1">
              <a:off x="6874806" y="2612656"/>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37" name="グループ化 36">
              <a:extLst>
                <a:ext uri="{FF2B5EF4-FFF2-40B4-BE49-F238E27FC236}">
                  <a16:creationId xmlns:a16="http://schemas.microsoft.com/office/drawing/2014/main" id="{97ABF448-B181-304D-3CA0-DDEACA091524}"/>
                </a:ext>
              </a:extLst>
            </p:cNvPr>
            <p:cNvGrpSpPr/>
            <p:nvPr/>
          </p:nvGrpSpPr>
          <p:grpSpPr>
            <a:xfrm>
              <a:off x="7292434" y="4667988"/>
              <a:ext cx="3483905" cy="121499"/>
              <a:chOff x="3540783" y="3961019"/>
              <a:chExt cx="2689110" cy="527694"/>
            </a:xfrm>
          </p:grpSpPr>
          <p:cxnSp>
            <p:nvCxnSpPr>
              <p:cNvPr id="69" name="直線コネクタ 68">
                <a:extLst>
                  <a:ext uri="{FF2B5EF4-FFF2-40B4-BE49-F238E27FC236}">
                    <a16:creationId xmlns:a16="http://schemas.microsoft.com/office/drawing/2014/main" id="{30D7075D-DBE2-19C6-16C0-04F013730D6F}"/>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0" name="直線コネクタ 69">
                <a:extLst>
                  <a:ext uri="{FF2B5EF4-FFF2-40B4-BE49-F238E27FC236}">
                    <a16:creationId xmlns:a16="http://schemas.microsoft.com/office/drawing/2014/main" id="{7C4FE1B3-5801-F3AA-B2BE-3C22F6C1DFDA}"/>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1" name="直線コネクタ 70">
                <a:extLst>
                  <a:ext uri="{FF2B5EF4-FFF2-40B4-BE49-F238E27FC236}">
                    <a16:creationId xmlns:a16="http://schemas.microsoft.com/office/drawing/2014/main" id="{37190E61-D84A-4EE0-81BE-58E163B96779}"/>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2" name="直線コネクタ 71">
                <a:extLst>
                  <a:ext uri="{FF2B5EF4-FFF2-40B4-BE49-F238E27FC236}">
                    <a16:creationId xmlns:a16="http://schemas.microsoft.com/office/drawing/2014/main" id="{B9834A9E-165B-BA57-6CFC-CFD397FD8003}"/>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3" name="直線コネクタ 72">
                <a:extLst>
                  <a:ext uri="{FF2B5EF4-FFF2-40B4-BE49-F238E27FC236}">
                    <a16:creationId xmlns:a16="http://schemas.microsoft.com/office/drawing/2014/main" id="{5E89C0DF-DE7E-6D03-A380-5B4AD079B22C}"/>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4" name="直線コネクタ 73">
                <a:extLst>
                  <a:ext uri="{FF2B5EF4-FFF2-40B4-BE49-F238E27FC236}">
                    <a16:creationId xmlns:a16="http://schemas.microsoft.com/office/drawing/2014/main" id="{6FFEDD87-9827-687B-7645-D3D670136E0D}"/>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5" name="直線コネクタ 74">
                <a:extLst>
                  <a:ext uri="{FF2B5EF4-FFF2-40B4-BE49-F238E27FC236}">
                    <a16:creationId xmlns:a16="http://schemas.microsoft.com/office/drawing/2014/main" id="{DDEF0EA5-763C-23B0-E7F5-41488F25D60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38" name="テキスト ボックス 37">
              <a:extLst>
                <a:ext uri="{FF2B5EF4-FFF2-40B4-BE49-F238E27FC236}">
                  <a16:creationId xmlns:a16="http://schemas.microsoft.com/office/drawing/2014/main" id="{491638C8-50E6-6B6C-36CB-D934195583BF}"/>
                </a:ext>
              </a:extLst>
            </p:cNvPr>
            <p:cNvSpPr txBox="1"/>
            <p:nvPr/>
          </p:nvSpPr>
          <p:spPr>
            <a:xfrm>
              <a:off x="8899574" y="4857011"/>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40" name="テキスト ボックス 39">
              <a:extLst>
                <a:ext uri="{FF2B5EF4-FFF2-40B4-BE49-F238E27FC236}">
                  <a16:creationId xmlns:a16="http://schemas.microsoft.com/office/drawing/2014/main" id="{A184B2BC-57B3-2C42-4B2E-CEA3CB75F16E}"/>
                </a:ext>
              </a:extLst>
            </p:cNvPr>
            <p:cNvSpPr txBox="1"/>
            <p:nvPr/>
          </p:nvSpPr>
          <p:spPr>
            <a:xfrm>
              <a:off x="8186675" y="4857011"/>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1" name="テキスト ボックス 40">
              <a:extLst>
                <a:ext uri="{FF2B5EF4-FFF2-40B4-BE49-F238E27FC236}">
                  <a16:creationId xmlns:a16="http://schemas.microsoft.com/office/drawing/2014/main" id="{430FEB5A-74C2-1E8C-7F9F-C1D5016B1D04}"/>
                </a:ext>
              </a:extLst>
            </p:cNvPr>
            <p:cNvSpPr txBox="1"/>
            <p:nvPr/>
          </p:nvSpPr>
          <p:spPr>
            <a:xfrm>
              <a:off x="7651710" y="4857011"/>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3" name="テキスト ボックス 42">
              <a:extLst>
                <a:ext uri="{FF2B5EF4-FFF2-40B4-BE49-F238E27FC236}">
                  <a16:creationId xmlns:a16="http://schemas.microsoft.com/office/drawing/2014/main" id="{40394CCA-5EB0-FC4D-08C7-04D574236EE3}"/>
                </a:ext>
              </a:extLst>
            </p:cNvPr>
            <p:cNvSpPr txBox="1"/>
            <p:nvPr/>
          </p:nvSpPr>
          <p:spPr>
            <a:xfrm>
              <a:off x="7025373" y="4857010"/>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4" name="テキスト ボックス 43">
              <a:extLst>
                <a:ext uri="{FF2B5EF4-FFF2-40B4-BE49-F238E27FC236}">
                  <a16:creationId xmlns:a16="http://schemas.microsoft.com/office/drawing/2014/main" id="{33BC8CF7-E3AF-1FAD-7A82-A8CEFBCD7DED}"/>
                </a:ext>
              </a:extLst>
            </p:cNvPr>
            <p:cNvSpPr txBox="1"/>
            <p:nvPr/>
          </p:nvSpPr>
          <p:spPr>
            <a:xfrm>
              <a:off x="9328740" y="4857011"/>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5" name="テキスト ボックス 44">
              <a:extLst>
                <a:ext uri="{FF2B5EF4-FFF2-40B4-BE49-F238E27FC236}">
                  <a16:creationId xmlns:a16="http://schemas.microsoft.com/office/drawing/2014/main" id="{08F5A7A9-CA9D-7C85-81FE-7AC260CF8737}"/>
                </a:ext>
              </a:extLst>
            </p:cNvPr>
            <p:cNvSpPr txBox="1"/>
            <p:nvPr/>
          </p:nvSpPr>
          <p:spPr>
            <a:xfrm>
              <a:off x="9951871" y="4857011"/>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7" name="テキスト ボックス 46">
              <a:extLst>
                <a:ext uri="{FF2B5EF4-FFF2-40B4-BE49-F238E27FC236}">
                  <a16:creationId xmlns:a16="http://schemas.microsoft.com/office/drawing/2014/main" id="{A5526973-AFF4-CEFC-CC4B-4AAAA96639B5}"/>
                </a:ext>
              </a:extLst>
            </p:cNvPr>
            <p:cNvSpPr txBox="1"/>
            <p:nvPr/>
          </p:nvSpPr>
          <p:spPr>
            <a:xfrm>
              <a:off x="10490042" y="4857010"/>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8" name="楕円 47">
              <a:extLst>
                <a:ext uri="{FF2B5EF4-FFF2-40B4-BE49-F238E27FC236}">
                  <a16:creationId xmlns:a16="http://schemas.microsoft.com/office/drawing/2014/main" id="{191866F4-127E-1A33-4D33-6E4C95FC2D8A}"/>
                </a:ext>
              </a:extLst>
            </p:cNvPr>
            <p:cNvSpPr/>
            <p:nvPr/>
          </p:nvSpPr>
          <p:spPr>
            <a:xfrm>
              <a:off x="8992053" y="280035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7FF8535D-CDF1-4FCC-1521-EEE9A69CA73F}"/>
                </a:ext>
              </a:extLst>
            </p:cNvPr>
            <p:cNvSpPr/>
            <p:nvPr/>
          </p:nvSpPr>
          <p:spPr>
            <a:xfrm>
              <a:off x="7830751"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8306903A-795B-4278-E753-287A901F3954}"/>
                </a:ext>
              </a:extLst>
            </p:cNvPr>
            <p:cNvSpPr/>
            <p:nvPr/>
          </p:nvSpPr>
          <p:spPr>
            <a:xfrm>
              <a:off x="10153355"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DF572DDB-1D6D-308D-FF46-C6AD38CB691E}"/>
                </a:ext>
              </a:extLst>
            </p:cNvPr>
            <p:cNvCxnSpPr>
              <a:cxnSpLocks/>
              <a:endCxn id="51" idx="3"/>
            </p:cNvCxnSpPr>
            <p:nvPr/>
          </p:nvCxnSpPr>
          <p:spPr>
            <a:xfrm flipV="1">
              <a:off x="6978569" y="3878739"/>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1" name="直線コネクタ 60">
              <a:extLst>
                <a:ext uri="{FF2B5EF4-FFF2-40B4-BE49-F238E27FC236}">
                  <a16:creationId xmlns:a16="http://schemas.microsoft.com/office/drawing/2014/main" id="{BEA82CAF-732C-60EB-85F5-0B3D6FA8E0A6}"/>
                </a:ext>
              </a:extLst>
            </p:cNvPr>
            <p:cNvCxnSpPr>
              <a:cxnSpLocks/>
              <a:stCxn id="51" idx="7"/>
            </p:cNvCxnSpPr>
            <p:nvPr/>
          </p:nvCxnSpPr>
          <p:spPr>
            <a:xfrm flipV="1">
              <a:off x="7903018"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直線コネクタ 61">
              <a:extLst>
                <a:ext uri="{FF2B5EF4-FFF2-40B4-BE49-F238E27FC236}">
                  <a16:creationId xmlns:a16="http://schemas.microsoft.com/office/drawing/2014/main" id="{0D22E0E4-6456-572E-4CCC-73EABBAFDAB8}"/>
                </a:ext>
              </a:extLst>
            </p:cNvPr>
            <p:cNvCxnSpPr>
              <a:cxnSpLocks/>
              <a:endCxn id="48" idx="3"/>
            </p:cNvCxnSpPr>
            <p:nvPr/>
          </p:nvCxnSpPr>
          <p:spPr>
            <a:xfrm flipV="1">
              <a:off x="8483669"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3" name="直線コネクタ 62">
              <a:extLst>
                <a:ext uri="{FF2B5EF4-FFF2-40B4-BE49-F238E27FC236}">
                  <a16:creationId xmlns:a16="http://schemas.microsoft.com/office/drawing/2014/main" id="{9148557A-B2DE-BA7F-648E-DD713307373D}"/>
                </a:ext>
              </a:extLst>
            </p:cNvPr>
            <p:cNvCxnSpPr>
              <a:cxnSpLocks/>
              <a:endCxn id="48" idx="5"/>
            </p:cNvCxnSpPr>
            <p:nvPr/>
          </p:nvCxnSpPr>
          <p:spPr>
            <a:xfrm flipH="1" flipV="1">
              <a:off x="9064320"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4" name="直線コネクタ 63">
              <a:extLst>
                <a:ext uri="{FF2B5EF4-FFF2-40B4-BE49-F238E27FC236}">
                  <a16:creationId xmlns:a16="http://schemas.microsoft.com/office/drawing/2014/main" id="{F5856DAB-0B5A-299F-35D1-6A6A8D58A366}"/>
                </a:ext>
              </a:extLst>
            </p:cNvPr>
            <p:cNvCxnSpPr>
              <a:cxnSpLocks/>
              <a:stCxn id="54" idx="1"/>
            </p:cNvCxnSpPr>
            <p:nvPr/>
          </p:nvCxnSpPr>
          <p:spPr>
            <a:xfrm flipH="1" flipV="1">
              <a:off x="9644971"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5" name="直線コネクタ 64">
              <a:extLst>
                <a:ext uri="{FF2B5EF4-FFF2-40B4-BE49-F238E27FC236}">
                  <a16:creationId xmlns:a16="http://schemas.microsoft.com/office/drawing/2014/main" id="{0DBCBC38-F20F-4630-09B7-FC016CCB858F}"/>
                </a:ext>
              </a:extLst>
            </p:cNvPr>
            <p:cNvCxnSpPr>
              <a:cxnSpLocks/>
              <a:endCxn id="54" idx="5"/>
            </p:cNvCxnSpPr>
            <p:nvPr/>
          </p:nvCxnSpPr>
          <p:spPr>
            <a:xfrm flipH="1" flipV="1">
              <a:off x="10225622" y="3878739"/>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直線コネクタ 65">
              <a:extLst>
                <a:ext uri="{FF2B5EF4-FFF2-40B4-BE49-F238E27FC236}">
                  <a16:creationId xmlns:a16="http://schemas.microsoft.com/office/drawing/2014/main" id="{B3846C20-FE39-5463-7BFD-64EF4EFAFC54}"/>
                </a:ext>
              </a:extLst>
            </p:cNvPr>
            <p:cNvCxnSpPr/>
            <p:nvPr/>
          </p:nvCxnSpPr>
          <p:spPr>
            <a:xfrm flipV="1">
              <a:off x="9034386" y="2642658"/>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67" name="テキスト ボックス 66">
              <a:extLst>
                <a:ext uri="{FF2B5EF4-FFF2-40B4-BE49-F238E27FC236}">
                  <a16:creationId xmlns:a16="http://schemas.microsoft.com/office/drawing/2014/main" id="{34D91680-D410-8406-0EDB-982F95D99FE2}"/>
                </a:ext>
              </a:extLst>
            </p:cNvPr>
            <p:cNvSpPr txBox="1"/>
            <p:nvPr/>
          </p:nvSpPr>
          <p:spPr>
            <a:xfrm>
              <a:off x="8496068" y="5157876"/>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68" name="テキスト ボックス 67">
              <a:extLst>
                <a:ext uri="{FF2B5EF4-FFF2-40B4-BE49-F238E27FC236}">
                  <a16:creationId xmlns:a16="http://schemas.microsoft.com/office/drawing/2014/main" id="{C0F2347A-8D3D-544E-0BBB-E3C44C28047D}"/>
                </a:ext>
              </a:extLst>
            </p:cNvPr>
            <p:cNvSpPr txBox="1"/>
            <p:nvPr/>
          </p:nvSpPr>
          <p:spPr>
            <a:xfrm rot="5400000">
              <a:off x="6310127" y="3380226"/>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3022540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FB3C-1075-3284-1B3A-78DF9C19EDE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43CCAC4-EE47-9DC1-D908-373AC87A01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CD6D94AF-1967-AF6D-C5A0-8FC174649583}"/>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FB39C5-FC92-6E64-BB00-0B8CE6978E59}"/>
              </a:ext>
            </a:extLst>
          </p:cNvPr>
          <p:cNvSpPr>
            <a:spLocks noGrp="1"/>
          </p:cNvSpPr>
          <p:nvPr>
            <p:ph type="sldNum" sz="quarter" idx="15"/>
          </p:nvPr>
        </p:nvSpPr>
        <p:spPr/>
        <p:txBody>
          <a:bodyPr/>
          <a:lstStyle/>
          <a:p>
            <a:fld id="{CC43B8D3-9A08-F84C-9DD4-44948BA52D4B}" type="slidenum">
              <a:rPr lang="en-US" altLang="ja-JP" smtClean="0"/>
              <a:pPr/>
              <a:t>25</a:t>
            </a:fld>
            <a:endParaRPr lang="ja-JP" altLang="en-US" b="1"/>
          </a:p>
        </p:txBody>
      </p:sp>
      <p:grpSp>
        <p:nvGrpSpPr>
          <p:cNvPr id="166" name="グループ化 165">
            <a:extLst>
              <a:ext uri="{FF2B5EF4-FFF2-40B4-BE49-F238E27FC236}">
                <a16:creationId xmlns:a16="http://schemas.microsoft.com/office/drawing/2014/main" id="{01562CDF-6447-14BD-3A8A-B194DBFC6EEA}"/>
              </a:ext>
            </a:extLst>
          </p:cNvPr>
          <p:cNvGrpSpPr/>
          <p:nvPr/>
        </p:nvGrpSpPr>
        <p:grpSpPr>
          <a:xfrm>
            <a:off x="974784" y="2036189"/>
            <a:ext cx="9421230" cy="3154055"/>
            <a:chOff x="974784" y="2036189"/>
            <a:chExt cx="9421230" cy="3154055"/>
          </a:xfrm>
        </p:grpSpPr>
        <p:grpSp>
          <p:nvGrpSpPr>
            <p:cNvPr id="119" name="グループ化 118">
              <a:extLst>
                <a:ext uri="{FF2B5EF4-FFF2-40B4-BE49-F238E27FC236}">
                  <a16:creationId xmlns:a16="http://schemas.microsoft.com/office/drawing/2014/main" id="{31AAB1AA-9496-6DFC-6E35-F81664F1E15A}"/>
                </a:ext>
              </a:extLst>
            </p:cNvPr>
            <p:cNvGrpSpPr/>
            <p:nvPr/>
          </p:nvGrpSpPr>
          <p:grpSpPr>
            <a:xfrm>
              <a:off x="974784" y="2337247"/>
              <a:ext cx="9421230" cy="2852997"/>
              <a:chOff x="974784" y="2337247"/>
              <a:chExt cx="9421230" cy="2852997"/>
            </a:xfrm>
          </p:grpSpPr>
          <p:grpSp>
            <p:nvGrpSpPr>
              <p:cNvPr id="116" name="グループ化 115">
                <a:extLst>
                  <a:ext uri="{FF2B5EF4-FFF2-40B4-BE49-F238E27FC236}">
                    <a16:creationId xmlns:a16="http://schemas.microsoft.com/office/drawing/2014/main" id="{219B7FA2-E301-E953-32E0-0FBBF2177AD7}"/>
                  </a:ext>
                </a:extLst>
              </p:cNvPr>
              <p:cNvGrpSpPr/>
              <p:nvPr/>
            </p:nvGrpSpPr>
            <p:grpSpPr>
              <a:xfrm>
                <a:off x="974784" y="2337247"/>
                <a:ext cx="4643198" cy="2852997"/>
                <a:chOff x="974784" y="2337247"/>
                <a:chExt cx="4643198" cy="2852997"/>
              </a:xfrm>
            </p:grpSpPr>
            <p:cxnSp>
              <p:nvCxnSpPr>
                <p:cNvPr id="6" name="直線矢印コネクタ 5">
                  <a:extLst>
                    <a:ext uri="{FF2B5EF4-FFF2-40B4-BE49-F238E27FC236}">
                      <a16:creationId xmlns:a16="http://schemas.microsoft.com/office/drawing/2014/main" id="{8A89D765-081F-11C9-D983-BB83E05C03F3}"/>
                    </a:ext>
                  </a:extLst>
                </p:cNvPr>
                <p:cNvCxnSpPr/>
                <p:nvPr/>
              </p:nvCxnSpPr>
              <p:spPr>
                <a:xfrm>
                  <a:off x="1182345"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6D94D76F-86C6-7B6C-AADD-77ABE495AFFF}"/>
                    </a:ext>
                  </a:extLst>
                </p:cNvPr>
                <p:cNvCxnSpPr>
                  <a:cxnSpLocks/>
                </p:cNvCxnSpPr>
                <p:nvPr/>
              </p:nvCxnSpPr>
              <p:spPr>
                <a:xfrm flipV="1">
                  <a:off x="1421482"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505F3A1E-F5DE-FFE1-D61D-E4E0A527220B}"/>
                    </a:ext>
                  </a:extLst>
                </p:cNvPr>
                <p:cNvGrpSpPr/>
                <p:nvPr/>
              </p:nvGrpSpPr>
              <p:grpSpPr>
                <a:xfrm>
                  <a:off x="1839110" y="4392579"/>
                  <a:ext cx="3483905" cy="121499"/>
                  <a:chOff x="3540783" y="3961019"/>
                  <a:chExt cx="2689110" cy="527694"/>
                </a:xfrm>
              </p:grpSpPr>
              <p:cxnSp>
                <p:nvCxnSpPr>
                  <p:cNvPr id="10" name="直線コネクタ 9">
                    <a:extLst>
                      <a:ext uri="{FF2B5EF4-FFF2-40B4-BE49-F238E27FC236}">
                        <a16:creationId xmlns:a16="http://schemas.microsoft.com/office/drawing/2014/main" id="{147817E1-7FCA-A46B-19B8-DA4718A7C8C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CA8E64ED-B182-D64F-D62F-A62766CCD4CE}"/>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C38174BB-556B-DA5B-6ADA-1D73BCB256C8}"/>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071ED264-B0FB-8ECC-8608-D919AB2682E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C0CB20B-58F3-373B-0145-CDD7044DE63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A1F6C98C-76DC-DB50-61A2-80E4D2C6B3D9}"/>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B990CA35-3983-387F-A7A8-83D02E1F44D5}"/>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B6DF5F7-5CD5-B12E-0625-623651863740}"/>
                    </a:ext>
                  </a:extLst>
                </p:cNvPr>
                <p:cNvSpPr txBox="1"/>
                <p:nvPr/>
              </p:nvSpPr>
              <p:spPr>
                <a:xfrm>
                  <a:off x="3446250"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879807F0-067B-B9A5-741C-2B5708FA6853}"/>
                    </a:ext>
                  </a:extLst>
                </p:cNvPr>
                <p:cNvSpPr txBox="1"/>
                <p:nvPr/>
              </p:nvSpPr>
              <p:spPr>
                <a:xfrm>
                  <a:off x="2733351"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D6C91070-E14B-E943-5356-A3C1E02071A0}"/>
                    </a:ext>
                  </a:extLst>
                </p:cNvPr>
                <p:cNvSpPr txBox="1"/>
                <p:nvPr/>
              </p:nvSpPr>
              <p:spPr>
                <a:xfrm>
                  <a:off x="2198386"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B8937517-2900-44AE-23E5-EAE4A37FADD7}"/>
                    </a:ext>
                  </a:extLst>
                </p:cNvPr>
                <p:cNvSpPr txBox="1"/>
                <p:nvPr/>
              </p:nvSpPr>
              <p:spPr>
                <a:xfrm>
                  <a:off x="1572049"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7075BEFB-6058-C581-3837-A630FB1DC1EC}"/>
                    </a:ext>
                  </a:extLst>
                </p:cNvPr>
                <p:cNvSpPr txBox="1"/>
                <p:nvPr/>
              </p:nvSpPr>
              <p:spPr>
                <a:xfrm>
                  <a:off x="3875416"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5451B6A2-E805-D3D1-0501-25A98C6961D9}"/>
                    </a:ext>
                  </a:extLst>
                </p:cNvPr>
                <p:cNvSpPr txBox="1"/>
                <p:nvPr/>
              </p:nvSpPr>
              <p:spPr>
                <a:xfrm>
                  <a:off x="4498547"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9D6205D8-B017-A59F-ED36-AAE4EA6D824F}"/>
                    </a:ext>
                  </a:extLst>
                </p:cNvPr>
                <p:cNvSpPr txBox="1"/>
                <p:nvPr/>
              </p:nvSpPr>
              <p:spPr>
                <a:xfrm>
                  <a:off x="5036718"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3B95256D-7ECD-087B-497E-D1379489CFDE}"/>
                    </a:ext>
                  </a:extLst>
                </p:cNvPr>
                <p:cNvSpPr/>
                <p:nvPr/>
              </p:nvSpPr>
              <p:spPr>
                <a:xfrm>
                  <a:off x="3950330"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38490F66-B528-3F51-20D7-1C0C68503A0A}"/>
                    </a:ext>
                  </a:extLst>
                </p:cNvPr>
                <p:cNvSpPr/>
                <p:nvPr/>
              </p:nvSpPr>
              <p:spPr>
                <a:xfrm>
                  <a:off x="2789028"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3F256611-AB17-AF9A-0B60-46A55F337290}"/>
                    </a:ext>
                  </a:extLst>
                </p:cNvPr>
                <p:cNvSpPr/>
                <p:nvPr/>
              </p:nvSpPr>
              <p:spPr>
                <a:xfrm>
                  <a:off x="5111632"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直線コネクタ 38">
                  <a:extLst>
                    <a:ext uri="{FF2B5EF4-FFF2-40B4-BE49-F238E27FC236}">
                      <a16:creationId xmlns:a16="http://schemas.microsoft.com/office/drawing/2014/main" id="{04E2633F-55AB-9BCB-6C09-FB73C2B20DBC}"/>
                    </a:ext>
                  </a:extLst>
                </p:cNvPr>
                <p:cNvCxnSpPr>
                  <a:cxnSpLocks/>
                </p:cNvCxnSpPr>
                <p:nvPr/>
              </p:nvCxnSpPr>
              <p:spPr>
                <a:xfrm flipV="1">
                  <a:off x="1536275"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752B3277-9991-38DB-8613-88C29C4514EE}"/>
                    </a:ext>
                  </a:extLst>
                </p:cNvPr>
                <p:cNvCxnSpPr>
                  <a:cxnSpLocks/>
                </p:cNvCxnSpPr>
                <p:nvPr/>
              </p:nvCxnSpPr>
              <p:spPr>
                <a:xfrm flipH="1" flipV="1">
                  <a:off x="3610996"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2C9439F3-C542-F148-F578-348C1F7758D4}"/>
                    </a:ext>
                  </a:extLst>
                </p:cNvPr>
                <p:cNvCxnSpPr/>
                <p:nvPr/>
              </p:nvCxnSpPr>
              <p:spPr>
                <a:xfrm flipV="1">
                  <a:off x="3581062"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7C9C3BC-6009-7C55-AB49-D13A272022C6}"/>
                    </a:ext>
                  </a:extLst>
                </p:cNvPr>
                <p:cNvSpPr txBox="1"/>
                <p:nvPr/>
              </p:nvSpPr>
              <p:spPr>
                <a:xfrm>
                  <a:off x="3042744"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3A87E41E-59D3-4AB4-3827-F0E99EF93354}"/>
                    </a:ext>
                  </a:extLst>
                </p:cNvPr>
                <p:cNvSpPr txBox="1"/>
                <p:nvPr/>
              </p:nvSpPr>
              <p:spPr>
                <a:xfrm rot="5400000">
                  <a:off x="856803"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81" name="直線コネクタ 80">
                  <a:extLst>
                    <a:ext uri="{FF2B5EF4-FFF2-40B4-BE49-F238E27FC236}">
                      <a16:creationId xmlns:a16="http://schemas.microsoft.com/office/drawing/2014/main" id="{B3AA782A-0FA3-7AF2-CC0B-2F7BB6958092}"/>
                    </a:ext>
                  </a:extLst>
                </p:cNvPr>
                <p:cNvCxnSpPr/>
                <p:nvPr/>
              </p:nvCxnSpPr>
              <p:spPr>
                <a:xfrm>
                  <a:off x="1434289"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2" name="直線コネクタ 81">
                  <a:extLst>
                    <a:ext uri="{FF2B5EF4-FFF2-40B4-BE49-F238E27FC236}">
                      <a16:creationId xmlns:a16="http://schemas.microsoft.com/office/drawing/2014/main" id="{3BFDFF63-0782-FAE6-001C-EB36847E639F}"/>
                    </a:ext>
                  </a:extLst>
                </p:cNvPr>
                <p:cNvCxnSpPr/>
                <p:nvPr/>
              </p:nvCxnSpPr>
              <p:spPr>
                <a:xfrm>
                  <a:off x="1434289"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4" name="直線コネクタ 83">
                  <a:extLst>
                    <a:ext uri="{FF2B5EF4-FFF2-40B4-BE49-F238E27FC236}">
                      <a16:creationId xmlns:a16="http://schemas.microsoft.com/office/drawing/2014/main" id="{06C3B3AC-5188-7EC9-338A-63A5B3643059}"/>
                    </a:ext>
                  </a:extLst>
                </p:cNvPr>
                <p:cNvCxnSpPr>
                  <a:cxnSpLocks/>
                </p:cNvCxnSpPr>
                <p:nvPr/>
              </p:nvCxnSpPr>
              <p:spPr>
                <a:xfrm flipV="1">
                  <a:off x="3992663"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86" name="直線矢印コネクタ 85">
                  <a:extLst>
                    <a:ext uri="{FF2B5EF4-FFF2-40B4-BE49-F238E27FC236}">
                      <a16:creationId xmlns:a16="http://schemas.microsoft.com/office/drawing/2014/main" id="{F1E5D919-180C-E281-92DF-F71B1E81508A}"/>
                    </a:ext>
                  </a:extLst>
                </p:cNvPr>
                <p:cNvCxnSpPr/>
                <p:nvPr/>
              </p:nvCxnSpPr>
              <p:spPr>
                <a:xfrm>
                  <a:off x="3610996" y="2513593"/>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18" name="グループ化 117">
                <a:extLst>
                  <a:ext uri="{FF2B5EF4-FFF2-40B4-BE49-F238E27FC236}">
                    <a16:creationId xmlns:a16="http://schemas.microsoft.com/office/drawing/2014/main" id="{1AF08D7D-BE85-4803-1531-51B1C71FC734}"/>
                  </a:ext>
                </a:extLst>
              </p:cNvPr>
              <p:cNvGrpSpPr/>
              <p:nvPr/>
            </p:nvGrpSpPr>
            <p:grpSpPr>
              <a:xfrm>
                <a:off x="5752816" y="2337247"/>
                <a:ext cx="4643198" cy="2852997"/>
                <a:chOff x="6152243" y="2337247"/>
                <a:chExt cx="4643198" cy="2852997"/>
              </a:xfrm>
            </p:grpSpPr>
            <p:cxnSp>
              <p:nvCxnSpPr>
                <p:cNvPr id="87" name="直線矢印コネクタ 86">
                  <a:extLst>
                    <a:ext uri="{FF2B5EF4-FFF2-40B4-BE49-F238E27FC236}">
                      <a16:creationId xmlns:a16="http://schemas.microsoft.com/office/drawing/2014/main" id="{C00F121C-3F67-8DAF-4B7F-183EBEBF540F}"/>
                    </a:ext>
                  </a:extLst>
                </p:cNvPr>
                <p:cNvCxnSpPr/>
                <p:nvPr/>
              </p:nvCxnSpPr>
              <p:spPr>
                <a:xfrm>
                  <a:off x="6359804"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88" name="直線矢印コネクタ 87">
                  <a:extLst>
                    <a:ext uri="{FF2B5EF4-FFF2-40B4-BE49-F238E27FC236}">
                      <a16:creationId xmlns:a16="http://schemas.microsoft.com/office/drawing/2014/main" id="{927C04B0-CF06-6031-A28B-D81A7570A757}"/>
                    </a:ext>
                  </a:extLst>
                </p:cNvPr>
                <p:cNvCxnSpPr>
                  <a:cxnSpLocks/>
                </p:cNvCxnSpPr>
                <p:nvPr/>
              </p:nvCxnSpPr>
              <p:spPr>
                <a:xfrm flipV="1">
                  <a:off x="6598941"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9" name="グループ化 88">
                  <a:extLst>
                    <a:ext uri="{FF2B5EF4-FFF2-40B4-BE49-F238E27FC236}">
                      <a16:creationId xmlns:a16="http://schemas.microsoft.com/office/drawing/2014/main" id="{3CBC836B-1EE3-D4BD-8C28-EA3BB8D4068D}"/>
                    </a:ext>
                  </a:extLst>
                </p:cNvPr>
                <p:cNvGrpSpPr/>
                <p:nvPr/>
              </p:nvGrpSpPr>
              <p:grpSpPr>
                <a:xfrm>
                  <a:off x="7016569" y="4392579"/>
                  <a:ext cx="3483905" cy="121499"/>
                  <a:chOff x="3540783" y="3961019"/>
                  <a:chExt cx="2689110" cy="527694"/>
                </a:xfrm>
              </p:grpSpPr>
              <p:cxnSp>
                <p:nvCxnSpPr>
                  <p:cNvPr id="90" name="直線コネクタ 89">
                    <a:extLst>
                      <a:ext uri="{FF2B5EF4-FFF2-40B4-BE49-F238E27FC236}">
                        <a16:creationId xmlns:a16="http://schemas.microsoft.com/office/drawing/2014/main" id="{8FC275CA-6B43-40A4-8CEE-F112FCA082F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1" name="直線コネクタ 90">
                    <a:extLst>
                      <a:ext uri="{FF2B5EF4-FFF2-40B4-BE49-F238E27FC236}">
                        <a16:creationId xmlns:a16="http://schemas.microsoft.com/office/drawing/2014/main" id="{BBA36EF8-3BE7-BD39-95D3-60C4939C74CB}"/>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2" name="直線コネクタ 91">
                    <a:extLst>
                      <a:ext uri="{FF2B5EF4-FFF2-40B4-BE49-F238E27FC236}">
                        <a16:creationId xmlns:a16="http://schemas.microsoft.com/office/drawing/2014/main" id="{4F711264-C44E-C340-8E6B-D4582E18529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3" name="直線コネクタ 92">
                    <a:extLst>
                      <a:ext uri="{FF2B5EF4-FFF2-40B4-BE49-F238E27FC236}">
                        <a16:creationId xmlns:a16="http://schemas.microsoft.com/office/drawing/2014/main" id="{17CEEC05-F0E6-A69E-D20D-DAC32D0D0AD9}"/>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4" name="直線コネクタ 93">
                    <a:extLst>
                      <a:ext uri="{FF2B5EF4-FFF2-40B4-BE49-F238E27FC236}">
                        <a16:creationId xmlns:a16="http://schemas.microsoft.com/office/drawing/2014/main" id="{1127156C-DC1D-315C-EBD9-12B2BB5DD65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5" name="直線コネクタ 94">
                    <a:extLst>
                      <a:ext uri="{FF2B5EF4-FFF2-40B4-BE49-F238E27FC236}">
                        <a16:creationId xmlns:a16="http://schemas.microsoft.com/office/drawing/2014/main" id="{3AB95CE5-DA36-E8DD-E83A-70EC13ED0BE2}"/>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6" name="直線コネクタ 95">
                    <a:extLst>
                      <a:ext uri="{FF2B5EF4-FFF2-40B4-BE49-F238E27FC236}">
                        <a16:creationId xmlns:a16="http://schemas.microsoft.com/office/drawing/2014/main" id="{245E3B8D-73BF-B45E-B34C-9EC3194E95CB}"/>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97" name="テキスト ボックス 96">
                  <a:extLst>
                    <a:ext uri="{FF2B5EF4-FFF2-40B4-BE49-F238E27FC236}">
                      <a16:creationId xmlns:a16="http://schemas.microsoft.com/office/drawing/2014/main" id="{E9F532A6-6320-6164-8575-68783E4FDE9E}"/>
                    </a:ext>
                  </a:extLst>
                </p:cNvPr>
                <p:cNvSpPr txBox="1"/>
                <p:nvPr/>
              </p:nvSpPr>
              <p:spPr>
                <a:xfrm>
                  <a:off x="8623709"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98" name="テキスト ボックス 97">
                  <a:extLst>
                    <a:ext uri="{FF2B5EF4-FFF2-40B4-BE49-F238E27FC236}">
                      <a16:creationId xmlns:a16="http://schemas.microsoft.com/office/drawing/2014/main" id="{CAEFD993-A7AA-BAE7-A793-9B80F072CD73}"/>
                    </a:ext>
                  </a:extLst>
                </p:cNvPr>
                <p:cNvSpPr txBox="1"/>
                <p:nvPr/>
              </p:nvSpPr>
              <p:spPr>
                <a:xfrm>
                  <a:off x="7910810"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99" name="テキスト ボックス 98">
                  <a:extLst>
                    <a:ext uri="{FF2B5EF4-FFF2-40B4-BE49-F238E27FC236}">
                      <a16:creationId xmlns:a16="http://schemas.microsoft.com/office/drawing/2014/main" id="{55750529-207E-5C8D-0CF1-3E6DBD158D61}"/>
                    </a:ext>
                  </a:extLst>
                </p:cNvPr>
                <p:cNvSpPr txBox="1"/>
                <p:nvPr/>
              </p:nvSpPr>
              <p:spPr>
                <a:xfrm>
                  <a:off x="7375845"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0" name="テキスト ボックス 99">
                  <a:extLst>
                    <a:ext uri="{FF2B5EF4-FFF2-40B4-BE49-F238E27FC236}">
                      <a16:creationId xmlns:a16="http://schemas.microsoft.com/office/drawing/2014/main" id="{205AAA21-36DF-9D5B-2B92-44D55792A3D3}"/>
                    </a:ext>
                  </a:extLst>
                </p:cNvPr>
                <p:cNvSpPr txBox="1"/>
                <p:nvPr/>
              </p:nvSpPr>
              <p:spPr>
                <a:xfrm>
                  <a:off x="6749508"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1" name="テキスト ボックス 100">
                  <a:extLst>
                    <a:ext uri="{FF2B5EF4-FFF2-40B4-BE49-F238E27FC236}">
                      <a16:creationId xmlns:a16="http://schemas.microsoft.com/office/drawing/2014/main" id="{39059219-857C-0D21-EF6D-363BA7D5F08D}"/>
                    </a:ext>
                  </a:extLst>
                </p:cNvPr>
                <p:cNvSpPr txBox="1"/>
                <p:nvPr/>
              </p:nvSpPr>
              <p:spPr>
                <a:xfrm>
                  <a:off x="9052875"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102" name="テキスト ボックス 101">
                  <a:extLst>
                    <a:ext uri="{FF2B5EF4-FFF2-40B4-BE49-F238E27FC236}">
                      <a16:creationId xmlns:a16="http://schemas.microsoft.com/office/drawing/2014/main" id="{1B654497-1E3E-5134-393C-20A38973C3EB}"/>
                    </a:ext>
                  </a:extLst>
                </p:cNvPr>
                <p:cNvSpPr txBox="1"/>
                <p:nvPr/>
              </p:nvSpPr>
              <p:spPr>
                <a:xfrm>
                  <a:off x="9676006"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3" name="テキスト ボックス 102">
                  <a:extLst>
                    <a:ext uri="{FF2B5EF4-FFF2-40B4-BE49-F238E27FC236}">
                      <a16:creationId xmlns:a16="http://schemas.microsoft.com/office/drawing/2014/main" id="{1B9FC881-B3E9-A090-0685-FA14E0B7F0D1}"/>
                    </a:ext>
                  </a:extLst>
                </p:cNvPr>
                <p:cNvSpPr txBox="1"/>
                <p:nvPr/>
              </p:nvSpPr>
              <p:spPr>
                <a:xfrm>
                  <a:off x="10214177"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4" name="楕円 103">
                  <a:extLst>
                    <a:ext uri="{FF2B5EF4-FFF2-40B4-BE49-F238E27FC236}">
                      <a16:creationId xmlns:a16="http://schemas.microsoft.com/office/drawing/2014/main" id="{A9318793-5983-5BBA-6E2C-D3D70A8348E8}"/>
                    </a:ext>
                  </a:extLst>
                </p:cNvPr>
                <p:cNvSpPr/>
                <p:nvPr/>
              </p:nvSpPr>
              <p:spPr>
                <a:xfrm>
                  <a:off x="8310958"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24644E08-D82D-6269-C3C7-B36CB1307AA6}"/>
                    </a:ext>
                  </a:extLst>
                </p:cNvPr>
                <p:cNvSpPr/>
                <p:nvPr/>
              </p:nvSpPr>
              <p:spPr>
                <a:xfrm>
                  <a:off x="7149656"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75B3DE9C-BDC9-6B50-979C-2B0F858AC348}"/>
                    </a:ext>
                  </a:extLst>
                </p:cNvPr>
                <p:cNvSpPr/>
                <p:nvPr/>
              </p:nvSpPr>
              <p:spPr>
                <a:xfrm>
                  <a:off x="9472260"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107" name="直線コネクタ 106">
                  <a:extLst>
                    <a:ext uri="{FF2B5EF4-FFF2-40B4-BE49-F238E27FC236}">
                      <a16:creationId xmlns:a16="http://schemas.microsoft.com/office/drawing/2014/main" id="{44EE7CBA-EF3C-DBBF-F2F4-BCA008A16E46}"/>
                    </a:ext>
                  </a:extLst>
                </p:cNvPr>
                <p:cNvCxnSpPr>
                  <a:cxnSpLocks/>
                </p:cNvCxnSpPr>
                <p:nvPr/>
              </p:nvCxnSpPr>
              <p:spPr>
                <a:xfrm flipV="1">
                  <a:off x="6713734"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8" name="直線コネクタ 107">
                  <a:extLst>
                    <a:ext uri="{FF2B5EF4-FFF2-40B4-BE49-F238E27FC236}">
                      <a16:creationId xmlns:a16="http://schemas.microsoft.com/office/drawing/2014/main" id="{FCBD4F13-7879-5C99-38F6-97BEEB10E485}"/>
                    </a:ext>
                  </a:extLst>
                </p:cNvPr>
                <p:cNvCxnSpPr>
                  <a:cxnSpLocks/>
                </p:cNvCxnSpPr>
                <p:nvPr/>
              </p:nvCxnSpPr>
              <p:spPr>
                <a:xfrm flipH="1" flipV="1">
                  <a:off x="8788455"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直線コネクタ 108">
                  <a:extLst>
                    <a:ext uri="{FF2B5EF4-FFF2-40B4-BE49-F238E27FC236}">
                      <a16:creationId xmlns:a16="http://schemas.microsoft.com/office/drawing/2014/main" id="{46A16113-2B10-A371-4B5B-B076FD1D2548}"/>
                    </a:ext>
                  </a:extLst>
                </p:cNvPr>
                <p:cNvCxnSpPr/>
                <p:nvPr/>
              </p:nvCxnSpPr>
              <p:spPr>
                <a:xfrm flipV="1">
                  <a:off x="8758521"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0" name="テキスト ボックス 109">
                  <a:extLst>
                    <a:ext uri="{FF2B5EF4-FFF2-40B4-BE49-F238E27FC236}">
                      <a16:creationId xmlns:a16="http://schemas.microsoft.com/office/drawing/2014/main" id="{50307DF0-D511-3C67-BC9D-EF8DF059C55B}"/>
                    </a:ext>
                  </a:extLst>
                </p:cNvPr>
                <p:cNvSpPr txBox="1"/>
                <p:nvPr/>
              </p:nvSpPr>
              <p:spPr>
                <a:xfrm>
                  <a:off x="8220203"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111" name="テキスト ボックス 110">
                  <a:extLst>
                    <a:ext uri="{FF2B5EF4-FFF2-40B4-BE49-F238E27FC236}">
                      <a16:creationId xmlns:a16="http://schemas.microsoft.com/office/drawing/2014/main" id="{69C09F8D-1C77-F830-6F4E-01B8A69F87ED}"/>
                    </a:ext>
                  </a:extLst>
                </p:cNvPr>
                <p:cNvSpPr txBox="1"/>
                <p:nvPr/>
              </p:nvSpPr>
              <p:spPr>
                <a:xfrm rot="5400000">
                  <a:off x="6034262"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112" name="直線コネクタ 111">
                  <a:extLst>
                    <a:ext uri="{FF2B5EF4-FFF2-40B4-BE49-F238E27FC236}">
                      <a16:creationId xmlns:a16="http://schemas.microsoft.com/office/drawing/2014/main" id="{2F52BF16-C6DB-68CC-2ECB-DA0F02E7B1BA}"/>
                    </a:ext>
                  </a:extLst>
                </p:cNvPr>
                <p:cNvCxnSpPr/>
                <p:nvPr/>
              </p:nvCxnSpPr>
              <p:spPr>
                <a:xfrm>
                  <a:off x="6611748"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3" name="直線コネクタ 112">
                  <a:extLst>
                    <a:ext uri="{FF2B5EF4-FFF2-40B4-BE49-F238E27FC236}">
                      <a16:creationId xmlns:a16="http://schemas.microsoft.com/office/drawing/2014/main" id="{8BA523D3-640B-C22C-5449-C162003826D1}"/>
                    </a:ext>
                  </a:extLst>
                </p:cNvPr>
                <p:cNvCxnSpPr/>
                <p:nvPr/>
              </p:nvCxnSpPr>
              <p:spPr>
                <a:xfrm>
                  <a:off x="6611748"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4" name="直線コネクタ 113">
                  <a:extLst>
                    <a:ext uri="{FF2B5EF4-FFF2-40B4-BE49-F238E27FC236}">
                      <a16:creationId xmlns:a16="http://schemas.microsoft.com/office/drawing/2014/main" id="{9792C3AB-36DF-3CE2-8288-6B0E45C4FC2F}"/>
                    </a:ext>
                  </a:extLst>
                </p:cNvPr>
                <p:cNvCxnSpPr>
                  <a:cxnSpLocks/>
                </p:cNvCxnSpPr>
                <p:nvPr/>
              </p:nvCxnSpPr>
              <p:spPr>
                <a:xfrm flipV="1">
                  <a:off x="8353291"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115" name="直線矢印コネクタ 114">
                  <a:extLst>
                    <a:ext uri="{FF2B5EF4-FFF2-40B4-BE49-F238E27FC236}">
                      <a16:creationId xmlns:a16="http://schemas.microsoft.com/office/drawing/2014/main" id="{1EDD281D-CE91-22FF-5031-2D37AE948BA8}"/>
                    </a:ext>
                  </a:extLst>
                </p:cNvPr>
                <p:cNvCxnSpPr>
                  <a:cxnSpLocks/>
                </p:cNvCxnSpPr>
                <p:nvPr/>
              </p:nvCxnSpPr>
              <p:spPr>
                <a:xfrm flipH="1">
                  <a:off x="8353291" y="2516819"/>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sp>
          <p:nvSpPr>
            <p:cNvPr id="155" name="テキスト ボックス 154">
              <a:extLst>
                <a:ext uri="{FF2B5EF4-FFF2-40B4-BE49-F238E27FC236}">
                  <a16:creationId xmlns:a16="http://schemas.microsoft.com/office/drawing/2014/main" id="{C65BAF67-355E-2DDE-2766-8810006AC2FE}"/>
                </a:ext>
              </a:extLst>
            </p:cNvPr>
            <p:cNvSpPr txBox="1"/>
            <p:nvPr/>
          </p:nvSpPr>
          <p:spPr>
            <a:xfrm>
              <a:off x="7566800" y="203618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57" name="テキスト ボックス 156">
              <a:extLst>
                <a:ext uri="{FF2B5EF4-FFF2-40B4-BE49-F238E27FC236}">
                  <a16:creationId xmlns:a16="http://schemas.microsoft.com/office/drawing/2014/main" id="{1340AAB5-E8A8-B553-6AA2-36133FBD5E8A}"/>
                </a:ext>
              </a:extLst>
            </p:cNvPr>
            <p:cNvSpPr txBox="1"/>
            <p:nvPr/>
          </p:nvSpPr>
          <p:spPr>
            <a:xfrm>
              <a:off x="9115165" y="2850244"/>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59" name="テキスト ボックス 158">
              <a:extLst>
                <a:ext uri="{FF2B5EF4-FFF2-40B4-BE49-F238E27FC236}">
                  <a16:creationId xmlns:a16="http://schemas.microsoft.com/office/drawing/2014/main" id="{FC263D9B-034D-68A1-52C4-B5B8D4097C8B}"/>
                </a:ext>
              </a:extLst>
            </p:cNvPr>
            <p:cNvSpPr txBox="1"/>
            <p:nvPr/>
          </p:nvSpPr>
          <p:spPr>
            <a:xfrm>
              <a:off x="6388953" y="3593073"/>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sp>
          <p:nvSpPr>
            <p:cNvPr id="161" name="テキスト ボックス 160">
              <a:extLst>
                <a:ext uri="{FF2B5EF4-FFF2-40B4-BE49-F238E27FC236}">
                  <a16:creationId xmlns:a16="http://schemas.microsoft.com/office/drawing/2014/main" id="{9DC9AEE0-C2D6-CC2B-ABAD-41888D572263}"/>
                </a:ext>
              </a:extLst>
            </p:cNvPr>
            <p:cNvSpPr txBox="1"/>
            <p:nvPr/>
          </p:nvSpPr>
          <p:spPr>
            <a:xfrm>
              <a:off x="3705027" y="2051948"/>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63" name="テキスト ボックス 162">
              <a:extLst>
                <a:ext uri="{FF2B5EF4-FFF2-40B4-BE49-F238E27FC236}">
                  <a16:creationId xmlns:a16="http://schemas.microsoft.com/office/drawing/2014/main" id="{E4C043CE-7DE1-DA79-76B2-95F4C7572826}"/>
                </a:ext>
              </a:extLst>
            </p:cNvPr>
            <p:cNvSpPr txBox="1"/>
            <p:nvPr/>
          </p:nvSpPr>
          <p:spPr>
            <a:xfrm>
              <a:off x="5036718" y="3577931"/>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65" name="テキスト ボックス 164">
              <a:extLst>
                <a:ext uri="{FF2B5EF4-FFF2-40B4-BE49-F238E27FC236}">
                  <a16:creationId xmlns:a16="http://schemas.microsoft.com/office/drawing/2014/main" id="{01BFC362-56B9-82BA-7BAA-1021BE7C5F2D}"/>
                </a:ext>
              </a:extLst>
            </p:cNvPr>
            <p:cNvSpPr txBox="1"/>
            <p:nvPr/>
          </p:nvSpPr>
          <p:spPr>
            <a:xfrm>
              <a:off x="2382020" y="2889045"/>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grpSp>
    </p:spTree>
    <p:extLst>
      <p:ext uri="{BB962C8B-B14F-4D97-AF65-F5344CB8AC3E}">
        <p14:creationId xmlns:p14="http://schemas.microsoft.com/office/powerpoint/2010/main" val="171302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A7168B2-6FE7-E828-C389-D14D855E650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160AEF9E-000D-9EB8-4FBC-5A9E31885484}"/>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CE8228B-F133-8707-FFF9-03EC1F3468C8}"/>
              </a:ext>
            </a:extLst>
          </p:cNvPr>
          <p:cNvSpPr>
            <a:spLocks noGrp="1"/>
          </p:cNvSpPr>
          <p:nvPr>
            <p:ph type="sldNum" sz="quarter" idx="15"/>
          </p:nvPr>
        </p:nvSpPr>
        <p:spPr/>
        <p:txBody>
          <a:bodyPr/>
          <a:lstStyle/>
          <a:p>
            <a:fld id="{CC43B8D3-9A08-F84C-9DD4-44948BA52D4B}" type="slidenum">
              <a:rPr lang="en-US" altLang="ja-JP" smtClean="0"/>
              <a:pPr/>
              <a:t>26</a:t>
            </a:fld>
            <a:endParaRPr lang="ja-JP" altLang="en-US" b="1"/>
          </a:p>
        </p:txBody>
      </p:sp>
      <p:grpSp>
        <p:nvGrpSpPr>
          <p:cNvPr id="14" name="グループ化 13">
            <a:extLst>
              <a:ext uri="{FF2B5EF4-FFF2-40B4-BE49-F238E27FC236}">
                <a16:creationId xmlns:a16="http://schemas.microsoft.com/office/drawing/2014/main" id="{210AEBF3-9E0D-EA55-86DB-E397941E0769}"/>
              </a:ext>
            </a:extLst>
          </p:cNvPr>
          <p:cNvGrpSpPr/>
          <p:nvPr/>
        </p:nvGrpSpPr>
        <p:grpSpPr>
          <a:xfrm>
            <a:off x="2126886" y="2574606"/>
            <a:ext cx="2931127" cy="2971546"/>
            <a:chOff x="2126886" y="2574606"/>
            <a:chExt cx="2931127" cy="2971546"/>
          </a:xfrm>
        </p:grpSpPr>
        <p:cxnSp>
          <p:nvCxnSpPr>
            <p:cNvPr id="6" name="直線コネクタ 5">
              <a:extLst>
                <a:ext uri="{FF2B5EF4-FFF2-40B4-BE49-F238E27FC236}">
                  <a16:creationId xmlns:a16="http://schemas.microsoft.com/office/drawing/2014/main" id="{E1F80081-141F-A107-A399-93DA53A02DB7}"/>
                </a:ext>
              </a:extLst>
            </p:cNvPr>
            <p:cNvCxnSpPr>
              <a:cxnSpLocks/>
            </p:cNvCxnSpPr>
            <p:nvPr/>
          </p:nvCxnSpPr>
          <p:spPr>
            <a:xfrm>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4251E121-67E1-D18E-C291-998A87ADC26C}"/>
                </a:ext>
              </a:extLst>
            </p:cNvPr>
            <p:cNvCxnSpPr>
              <a:cxnSpLocks/>
            </p:cNvCxnSpPr>
            <p:nvPr/>
          </p:nvCxnSpPr>
          <p:spPr>
            <a:xfrm rot="16200000">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2B2D71B3-4EB5-F0D8-39CF-6C62308340CC}"/>
                </a:ext>
              </a:extLst>
            </p:cNvPr>
            <p:cNvSpPr/>
            <p:nvPr/>
          </p:nvSpPr>
          <p:spPr>
            <a:xfrm>
              <a:off x="3961729"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3E5F2B-9C48-F318-7A23-7C15D1BFF556}"/>
                </a:ext>
              </a:extLst>
            </p:cNvPr>
            <p:cNvSpPr/>
            <p:nvPr/>
          </p:nvSpPr>
          <p:spPr>
            <a:xfrm>
              <a:off x="2660622"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CDA8ECE-09F1-08CE-BD12-C2016E2310CA}"/>
                </a:ext>
              </a:extLst>
            </p:cNvPr>
            <p:cNvSpPr txBox="1"/>
            <p:nvPr/>
          </p:nvSpPr>
          <p:spPr>
            <a:xfrm>
              <a:off x="4746709" y="4060378"/>
              <a:ext cx="311304" cy="369332"/>
            </a:xfrm>
            <a:prstGeom prst="rect">
              <a:avLst/>
            </a:prstGeom>
            <a:noFill/>
          </p:spPr>
          <p:txBody>
            <a:bodyPr wrap="none" rtlCol="0">
              <a:spAutoFit/>
            </a:bodyPr>
            <a:lstStyle/>
            <a:p>
              <a:r>
                <a:rPr kumimoji="1" lang="en-US" altLang="ja-JP" dirty="0">
                  <a:latin typeface="Consolas" panose="020B0609020204030204" pitchFamily="49" charset="0"/>
                </a:rPr>
                <a:t>I</a:t>
              </a:r>
              <a:endParaRPr kumimoji="1" lang="ja-JP" altLang="en-US"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72B87275-4372-8C14-CAE2-38C2EAA8B179}"/>
                </a:ext>
              </a:extLst>
            </p:cNvPr>
            <p:cNvSpPr txBox="1"/>
            <p:nvPr/>
          </p:nvSpPr>
          <p:spPr>
            <a:xfrm>
              <a:off x="3272341" y="2574606"/>
              <a:ext cx="311304" cy="369332"/>
            </a:xfrm>
            <a:prstGeom prst="rect">
              <a:avLst/>
            </a:prstGeom>
            <a:noFill/>
          </p:spPr>
          <p:txBody>
            <a:bodyPr wrap="none" rtlCol="0">
              <a:spAutoFit/>
            </a:bodyPr>
            <a:lstStyle/>
            <a:p>
              <a:r>
                <a:rPr kumimoji="1" lang="en-US" altLang="ja-JP" dirty="0">
                  <a:latin typeface="Consolas" panose="020B0609020204030204" pitchFamily="49" charset="0"/>
                </a:rPr>
                <a:t>Q</a:t>
              </a:r>
              <a:endParaRPr kumimoji="1" lang="ja-JP" altLang="en-US" dirty="0">
                <a:latin typeface="Consolas" panose="020B0609020204030204" pitchFamily="49" charset="0"/>
              </a:endParaRPr>
            </a:p>
          </p:txBody>
        </p:sp>
        <p:sp>
          <p:nvSpPr>
            <p:cNvPr id="12" name="円弧 11">
              <a:extLst>
                <a:ext uri="{FF2B5EF4-FFF2-40B4-BE49-F238E27FC236}">
                  <a16:creationId xmlns:a16="http://schemas.microsoft.com/office/drawing/2014/main" id="{0F84A51E-FF49-5BC9-CE74-8C634C6F25BE}"/>
                </a:ext>
              </a:extLst>
            </p:cNvPr>
            <p:cNvSpPr/>
            <p:nvPr/>
          </p:nvSpPr>
          <p:spPr>
            <a:xfrm>
              <a:off x="2847932" y="3877974"/>
              <a:ext cx="1160120" cy="830815"/>
            </a:xfrm>
            <a:prstGeom prst="arc">
              <a:avLst>
                <a:gd name="adj1" fmla="val 12082626"/>
                <a:gd name="adj2" fmla="val 20347803"/>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sp>
          <p:nvSpPr>
            <p:cNvPr id="13" name="円弧 12">
              <a:extLst>
                <a:ext uri="{FF2B5EF4-FFF2-40B4-BE49-F238E27FC236}">
                  <a16:creationId xmlns:a16="http://schemas.microsoft.com/office/drawing/2014/main" id="{611F7C08-A5A9-77F8-9956-F7BD7EB11A5B}"/>
                </a:ext>
              </a:extLst>
            </p:cNvPr>
            <p:cNvSpPr/>
            <p:nvPr/>
          </p:nvSpPr>
          <p:spPr>
            <a:xfrm flipV="1">
              <a:off x="2847932" y="3786585"/>
              <a:ext cx="1160120" cy="830815"/>
            </a:xfrm>
            <a:prstGeom prst="arc">
              <a:avLst>
                <a:gd name="adj1" fmla="val 12082626"/>
                <a:gd name="adj2" fmla="val 20354196"/>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30924461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B84366-4679-4E2E-E536-802A58401B7A}"/>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A90C566F-A149-0BC5-C96F-DF5DBA650B4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5256A6A-85DA-1F48-6051-99E3DD2DF5D1}"/>
              </a:ext>
            </a:extLst>
          </p:cNvPr>
          <p:cNvSpPr>
            <a:spLocks noGrp="1"/>
          </p:cNvSpPr>
          <p:nvPr>
            <p:ph type="sldNum" sz="quarter" idx="15"/>
          </p:nvPr>
        </p:nvSpPr>
        <p:spPr/>
        <p:txBody>
          <a:bodyPr/>
          <a:lstStyle/>
          <a:p>
            <a:fld id="{CC43B8D3-9A08-F84C-9DD4-44948BA52D4B}" type="slidenum">
              <a:rPr lang="en-US" altLang="ja-JP" smtClean="0"/>
              <a:pPr/>
              <a:t>27</a:t>
            </a:fld>
            <a:endParaRPr lang="ja-JP" altLang="en-US" b="1"/>
          </a:p>
        </p:txBody>
      </p:sp>
      <p:grpSp>
        <p:nvGrpSpPr>
          <p:cNvPr id="58" name="グループ化 57">
            <a:extLst>
              <a:ext uri="{FF2B5EF4-FFF2-40B4-BE49-F238E27FC236}">
                <a16:creationId xmlns:a16="http://schemas.microsoft.com/office/drawing/2014/main" id="{B12CF135-63A1-4018-1735-4C6FC73BA281}"/>
              </a:ext>
            </a:extLst>
          </p:cNvPr>
          <p:cNvGrpSpPr/>
          <p:nvPr/>
        </p:nvGrpSpPr>
        <p:grpSpPr>
          <a:xfrm>
            <a:off x="2140831" y="2839665"/>
            <a:ext cx="3955169" cy="3924482"/>
            <a:chOff x="2140831" y="2839665"/>
            <a:chExt cx="3955169" cy="3924482"/>
          </a:xfrm>
        </p:grpSpPr>
        <p:sp>
          <p:nvSpPr>
            <p:cNvPr id="46" name="円弧 45">
              <a:extLst>
                <a:ext uri="{FF2B5EF4-FFF2-40B4-BE49-F238E27FC236}">
                  <a16:creationId xmlns:a16="http://schemas.microsoft.com/office/drawing/2014/main" id="{72CDDCD5-7DC3-A27D-6A62-5B757A042C06}"/>
                </a:ext>
              </a:extLst>
            </p:cNvPr>
            <p:cNvSpPr/>
            <p:nvPr/>
          </p:nvSpPr>
          <p:spPr>
            <a:xfrm>
              <a:off x="2140831" y="4512365"/>
              <a:ext cx="2251782" cy="2251782"/>
            </a:xfrm>
            <a:prstGeom prst="arc">
              <a:avLst>
                <a:gd name="adj1" fmla="val 17398681"/>
                <a:gd name="adj2" fmla="val 20195149"/>
              </a:avLst>
            </a:prstGeom>
            <a:ln w="19050">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6E599B04-6240-9321-5387-0E8133D8495E}"/>
                </a:ext>
              </a:extLst>
            </p:cNvPr>
            <p:cNvSpPr/>
            <p:nvPr/>
          </p:nvSpPr>
          <p:spPr>
            <a:xfrm>
              <a:off x="2459669" y="4831203"/>
              <a:ext cx="1614106" cy="1614106"/>
            </a:xfrm>
            <a:prstGeom prst="arc">
              <a:avLst>
                <a:gd name="adj1" fmla="val 17398681"/>
                <a:gd name="adj2" fmla="val 21594074"/>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53" name="円弧 52">
              <a:extLst>
                <a:ext uri="{FF2B5EF4-FFF2-40B4-BE49-F238E27FC236}">
                  <a16:creationId xmlns:a16="http://schemas.microsoft.com/office/drawing/2014/main" id="{24559113-C363-1DF3-10AD-DC5C2ADC94BE}"/>
                </a:ext>
              </a:extLst>
            </p:cNvPr>
            <p:cNvSpPr/>
            <p:nvPr/>
          </p:nvSpPr>
          <p:spPr>
            <a:xfrm>
              <a:off x="2824353" y="5195888"/>
              <a:ext cx="884736" cy="884736"/>
            </a:xfrm>
            <a:prstGeom prst="arc">
              <a:avLst>
                <a:gd name="adj1" fmla="val 20154540"/>
                <a:gd name="adj2" fmla="val 21590738"/>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43DACB6E-181E-31B2-E3C4-D745E99FA233}"/>
                </a:ext>
              </a:extLst>
            </p:cNvPr>
            <p:cNvGrpSpPr/>
            <p:nvPr/>
          </p:nvGrpSpPr>
          <p:grpSpPr>
            <a:xfrm>
              <a:off x="3126119" y="2839665"/>
              <a:ext cx="2969881" cy="2964235"/>
              <a:chOff x="3126119" y="2839665"/>
              <a:chExt cx="2969881" cy="2964235"/>
            </a:xfrm>
          </p:grpSpPr>
          <p:cxnSp>
            <p:nvCxnSpPr>
              <p:cNvPr id="39" name="直線コネクタ 38">
                <a:extLst>
                  <a:ext uri="{FF2B5EF4-FFF2-40B4-BE49-F238E27FC236}">
                    <a16:creationId xmlns:a16="http://schemas.microsoft.com/office/drawing/2014/main" id="{902B94A7-3C6C-BE96-1E35-AAEBE75E68B6}"/>
                  </a:ext>
                </a:extLst>
              </p:cNvPr>
              <p:cNvCxnSpPr>
                <a:cxnSpLocks/>
              </p:cNvCxnSpPr>
              <p:nvPr/>
            </p:nvCxnSpPr>
            <p:spPr>
              <a:xfrm flipH="1">
                <a:off x="3264299" y="3651904"/>
                <a:ext cx="737630" cy="1986352"/>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直線コネクタ 41">
                <a:extLst>
                  <a:ext uri="{FF2B5EF4-FFF2-40B4-BE49-F238E27FC236}">
                    <a16:creationId xmlns:a16="http://schemas.microsoft.com/office/drawing/2014/main" id="{70260B9A-2C8E-E550-1493-95E72A9F245A}"/>
                  </a:ext>
                </a:extLst>
              </p:cNvPr>
              <p:cNvCxnSpPr>
                <a:cxnSpLocks/>
              </p:cNvCxnSpPr>
              <p:nvPr/>
            </p:nvCxnSpPr>
            <p:spPr>
              <a:xfrm flipH="1">
                <a:off x="3264298" y="4832350"/>
                <a:ext cx="1858565" cy="80590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0" name="テキスト ボックス 9">
                <a:extLst>
                  <a:ext uri="{FF2B5EF4-FFF2-40B4-BE49-F238E27FC236}">
                    <a16:creationId xmlns:a16="http://schemas.microsoft.com/office/drawing/2014/main" id="{ECDB3483-9456-2C1F-86C8-AE7AC049A5AD}"/>
                  </a:ext>
                </a:extLst>
              </p:cNvPr>
              <p:cNvSpPr txBox="1"/>
              <p:nvPr/>
            </p:nvSpPr>
            <p:spPr>
              <a:xfrm>
                <a:off x="5763537" y="5499756"/>
                <a:ext cx="269626" cy="276999"/>
              </a:xfrm>
              <a:prstGeom prst="rect">
                <a:avLst/>
              </a:prstGeom>
              <a:noFill/>
            </p:spPr>
            <p:txBody>
              <a:bodyPr wrap="none" rtlCol="0">
                <a:spAutoFit/>
              </a:bodyPr>
              <a:lstStyle/>
              <a:p>
                <a:r>
                  <a:rPr kumimoji="1" lang="en-US" altLang="ja-JP" sz="1200" dirty="0">
                    <a:latin typeface="Consolas" panose="020B0609020204030204" pitchFamily="49" charset="0"/>
                  </a:rPr>
                  <a:t>I</a:t>
                </a:r>
                <a:endParaRPr kumimoji="1" lang="ja-JP" altLang="en-US" sz="1200"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0441053F-A2F5-A456-E8EB-107AA53E4355}"/>
                  </a:ext>
                </a:extLst>
              </p:cNvPr>
              <p:cNvSpPr txBox="1"/>
              <p:nvPr/>
            </p:nvSpPr>
            <p:spPr>
              <a:xfrm>
                <a:off x="3129486" y="2839665"/>
                <a:ext cx="269626" cy="276999"/>
              </a:xfrm>
              <a:prstGeom prst="rect">
                <a:avLst/>
              </a:prstGeom>
              <a:noFill/>
            </p:spPr>
            <p:txBody>
              <a:bodyPr wrap="none" rtlCol="0">
                <a:spAutoFit/>
              </a:bodyPr>
              <a:lstStyle/>
              <a:p>
                <a:r>
                  <a:rPr kumimoji="1" lang="en-US" altLang="ja-JP" sz="1200" dirty="0">
                    <a:latin typeface="Consolas" panose="020B0609020204030204" pitchFamily="49" charset="0"/>
                  </a:rPr>
                  <a:t>Q</a:t>
                </a:r>
                <a:endParaRPr kumimoji="1" lang="ja-JP" altLang="en-US" sz="1200" dirty="0">
                  <a:latin typeface="Consolas" panose="020B0609020204030204" pitchFamily="49" charset="0"/>
                </a:endParaRPr>
              </a:p>
            </p:txBody>
          </p:sp>
          <p:cxnSp>
            <p:nvCxnSpPr>
              <p:cNvPr id="6" name="直線コネクタ 5">
                <a:extLst>
                  <a:ext uri="{FF2B5EF4-FFF2-40B4-BE49-F238E27FC236}">
                    <a16:creationId xmlns:a16="http://schemas.microsoft.com/office/drawing/2014/main" id="{1BB8AB70-A093-C8B7-2A01-ED9B5A554848}"/>
                  </a:ext>
                </a:extLst>
              </p:cNvPr>
              <p:cNvCxnSpPr>
                <a:cxnSpLocks/>
              </p:cNvCxnSpPr>
              <p:nvPr/>
            </p:nvCxnSpPr>
            <p:spPr>
              <a:xfrm>
                <a:off x="3126119" y="5638258"/>
                <a:ext cx="2683269"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73DBD060-C28A-FDFD-FC35-38D02DC58AAA}"/>
                  </a:ext>
                </a:extLst>
              </p:cNvPr>
              <p:cNvCxnSpPr>
                <a:cxnSpLocks/>
              </p:cNvCxnSpPr>
              <p:nvPr/>
            </p:nvCxnSpPr>
            <p:spPr>
              <a:xfrm flipV="1">
                <a:off x="3264299" y="3093170"/>
                <a:ext cx="0" cy="271073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7CA2EB43-E6F1-1E08-C98F-468E802C4483}"/>
                  </a:ext>
                </a:extLst>
              </p:cNvPr>
              <p:cNvSpPr/>
              <p:nvPr/>
            </p:nvSpPr>
            <p:spPr>
              <a:xfrm>
                <a:off x="4907662" y="4860875"/>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1A9A022-3A9A-37C3-94CC-E1586CBEA228}"/>
                  </a:ext>
                </a:extLst>
              </p:cNvPr>
              <p:cNvSpPr/>
              <p:nvPr/>
            </p:nvSpPr>
            <p:spPr>
              <a:xfrm>
                <a:off x="3891477" y="3790400"/>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1D137E41-6B65-B46E-C851-A662CE531FA6}"/>
                      </a:ext>
                    </a:extLst>
                  </p:cNvPr>
                  <p:cNvSpPr txBox="1"/>
                  <p:nvPr/>
                </p:nvSpPr>
                <p:spPr>
                  <a:xfrm>
                    <a:off x="4993896" y="4859728"/>
                    <a:ext cx="604333" cy="182294"/>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27" name="テキスト ボックス 26">
                    <a:extLst>
                      <a:ext uri="{FF2B5EF4-FFF2-40B4-BE49-F238E27FC236}">
                        <a16:creationId xmlns:a16="http://schemas.microsoft.com/office/drawing/2014/main" id="{1D137E41-6B65-B46E-C851-A662CE531FA6}"/>
                      </a:ext>
                    </a:extLst>
                  </p:cNvPr>
                  <p:cNvSpPr txBox="1">
                    <a:spLocks noRot="1" noChangeAspect="1" noMove="1" noResize="1" noEditPoints="1" noAdjustHandles="1" noChangeArrowheads="1" noChangeShapeType="1" noTextEdit="1"/>
                  </p:cNvSpPr>
                  <p:nvPr/>
                </p:nvSpPr>
                <p:spPr>
                  <a:xfrm>
                    <a:off x="4993896" y="4859728"/>
                    <a:ext cx="604333" cy="182294"/>
                  </a:xfrm>
                  <a:prstGeom prst="rect">
                    <a:avLst/>
                  </a:prstGeom>
                  <a:blipFill>
                    <a:blip r:embed="rId2"/>
                    <a:stretch>
                      <a:fillRect l="-7071" t="-26667" r="-18182" b="-4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7DFE4467-3118-F11E-67C4-061BCB41B929}"/>
                      </a:ext>
                    </a:extLst>
                  </p:cNvPr>
                  <p:cNvSpPr txBox="1"/>
                  <p:nvPr/>
                </p:nvSpPr>
                <p:spPr>
                  <a:xfrm>
                    <a:off x="3981477" y="3699253"/>
                    <a:ext cx="604333" cy="182294"/>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28" name="テキスト ボックス 27">
                    <a:extLst>
                      <a:ext uri="{FF2B5EF4-FFF2-40B4-BE49-F238E27FC236}">
                        <a16:creationId xmlns:a16="http://schemas.microsoft.com/office/drawing/2014/main" id="{7DFE4467-3118-F11E-67C4-061BCB41B929}"/>
                      </a:ext>
                    </a:extLst>
                  </p:cNvPr>
                  <p:cNvSpPr txBox="1">
                    <a:spLocks noRot="1" noChangeAspect="1" noMove="1" noResize="1" noEditPoints="1" noAdjustHandles="1" noChangeArrowheads="1" noChangeShapeType="1" noTextEdit="1"/>
                  </p:cNvSpPr>
                  <p:nvPr/>
                </p:nvSpPr>
                <p:spPr>
                  <a:xfrm>
                    <a:off x="3981477" y="3699253"/>
                    <a:ext cx="604333" cy="182294"/>
                  </a:xfrm>
                  <a:prstGeom prst="rect">
                    <a:avLst/>
                  </a:prstGeom>
                  <a:blipFill>
                    <a:blip r:embed="rId3"/>
                    <a:stretch>
                      <a:fillRect l="-7071" t="-30000" r="-18182" b="-36667"/>
                    </a:stretch>
                  </a:blipFill>
                </p:spPr>
                <p:txBody>
                  <a:bodyPr/>
                  <a:lstStyle/>
                  <a:p>
                    <a:r>
                      <a:rPr lang="ja-JP" altLang="en-US">
                        <a:noFill/>
                      </a:rPr>
                      <a:t> </a:t>
                    </a:r>
                  </a:p>
                </p:txBody>
              </p:sp>
            </mc:Fallback>
          </mc:AlternateContent>
          <p:sp>
            <p:nvSpPr>
              <p:cNvPr id="47" name="フリーフォーム: 図形 46">
                <a:extLst>
                  <a:ext uri="{FF2B5EF4-FFF2-40B4-BE49-F238E27FC236}">
                    <a16:creationId xmlns:a16="http://schemas.microsoft.com/office/drawing/2014/main" id="{576FFF3E-3F30-7148-9CCC-0F6D41302802}"/>
                  </a:ext>
                </a:extLst>
              </p:cNvPr>
              <p:cNvSpPr/>
              <p:nvPr/>
            </p:nvSpPr>
            <p:spPr>
              <a:xfrm>
                <a:off x="3927018" y="4317105"/>
                <a:ext cx="419448" cy="348457"/>
              </a:xfrm>
              <a:custGeom>
                <a:avLst/>
                <a:gdLst>
                  <a:gd name="csX0" fmla="*/ 0 w 827087"/>
                  <a:gd name="csY0" fmla="*/ 696913 h 696913"/>
                  <a:gd name="csX1" fmla="*/ 330200 w 827087"/>
                  <a:gd name="csY1" fmla="*/ 230188 h 696913"/>
                  <a:gd name="csX2" fmla="*/ 827087 w 827087"/>
                  <a:gd name="csY2" fmla="*/ 0 h 696913"/>
                </a:gdLst>
                <a:ahLst/>
                <a:cxnLst>
                  <a:cxn ang="0">
                    <a:pos x="csX0" y="csY0"/>
                  </a:cxn>
                  <a:cxn ang="0">
                    <a:pos x="csX1" y="csY1"/>
                  </a:cxn>
                  <a:cxn ang="0">
                    <a:pos x="csX2" y="csY2"/>
                  </a:cxn>
                </a:cxnLst>
                <a:rect l="l" t="t" r="r" b="b"/>
                <a:pathLst>
                  <a:path w="827087" h="696913">
                    <a:moveTo>
                      <a:pt x="0" y="696913"/>
                    </a:moveTo>
                    <a:cubicBezTo>
                      <a:pt x="96176" y="521626"/>
                      <a:pt x="192352" y="346340"/>
                      <a:pt x="330200" y="230188"/>
                    </a:cubicBezTo>
                    <a:cubicBezTo>
                      <a:pt x="468048" y="114036"/>
                      <a:pt x="647567" y="57018"/>
                      <a:pt x="827087" y="0"/>
                    </a:cubicBezTo>
                  </a:path>
                </a:pathLst>
              </a:custGeom>
              <a:noFill/>
              <a:ln>
                <a:solidFill>
                  <a:schemeClr val="accent1"/>
                </a:solidFill>
                <a:headEnd type="arrow"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mc:Choice xmlns:a14="http://schemas.microsoft.com/office/drawing/2010/main" Requires="a14">
              <p:sp>
                <p:nvSpPr>
                  <p:cNvPr id="48" name="テキスト ボックス 47">
                    <a:extLst>
                      <a:ext uri="{FF2B5EF4-FFF2-40B4-BE49-F238E27FC236}">
                        <a16:creationId xmlns:a16="http://schemas.microsoft.com/office/drawing/2014/main" id="{BA644FC7-0893-F1AC-E4D1-4EA9AB6A560F}"/>
                      </a:ext>
                    </a:extLst>
                  </p:cNvPr>
                  <p:cNvSpPr txBox="1"/>
                  <p:nvPr/>
                </p:nvSpPr>
                <p:spPr>
                  <a:xfrm>
                    <a:off x="4383545" y="4154640"/>
                    <a:ext cx="1712455" cy="169277"/>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𝜃</m:t>
                          </m:r>
                          <m:r>
                            <a:rPr kumimoji="1" lang="en-US" altLang="ja-JP" sz="1100" b="0" i="1" smtClean="0">
                              <a:latin typeface="Cambria Math" panose="02040503050406030204" pitchFamily="18" charset="0"/>
                            </a:rPr>
                            <m:t>=</m:t>
                          </m:r>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r>
                            <a:rPr kumimoji="1" lang="en-US" altLang="ja-JP" sz="1100" b="0" i="1" smtClean="0">
                              <a:latin typeface="Cambria Math" panose="02040503050406030204" pitchFamily="18" charset="0"/>
                            </a:rPr>
                            <m:t>=</m:t>
                          </m:r>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 (</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48" name="テキスト ボックス 47">
                    <a:extLst>
                      <a:ext uri="{FF2B5EF4-FFF2-40B4-BE49-F238E27FC236}">
                        <a16:creationId xmlns:a16="http://schemas.microsoft.com/office/drawing/2014/main" id="{BA644FC7-0893-F1AC-E4D1-4EA9AB6A560F}"/>
                      </a:ext>
                    </a:extLst>
                  </p:cNvPr>
                  <p:cNvSpPr txBox="1">
                    <a:spLocks noRot="1" noChangeAspect="1" noMove="1" noResize="1" noEditPoints="1" noAdjustHandles="1" noChangeArrowheads="1" noChangeShapeType="1" noTextEdit="1"/>
                  </p:cNvSpPr>
                  <p:nvPr/>
                </p:nvSpPr>
                <p:spPr>
                  <a:xfrm>
                    <a:off x="4383545" y="4154640"/>
                    <a:ext cx="1712455" cy="169277"/>
                  </a:xfrm>
                  <a:prstGeom prst="rect">
                    <a:avLst/>
                  </a:prstGeom>
                  <a:blipFill>
                    <a:blip r:embed="rId4"/>
                    <a:stretch>
                      <a:fillRect l="-1423" t="-33333" r="-5694" b="-5185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4" name="テキスト ボックス 53">
                    <a:extLst>
                      <a:ext uri="{FF2B5EF4-FFF2-40B4-BE49-F238E27FC236}">
                        <a16:creationId xmlns:a16="http://schemas.microsoft.com/office/drawing/2014/main" id="{F81FBB65-1501-CBB2-3188-50371CB6A04A}"/>
                      </a:ext>
                    </a:extLst>
                  </p:cNvPr>
                  <p:cNvSpPr txBox="1"/>
                  <p:nvPr/>
                </p:nvSpPr>
                <p:spPr>
                  <a:xfrm>
                    <a:off x="3759336" y="5415117"/>
                    <a:ext cx="175561" cy="169277"/>
                  </a:xfrm>
                  <a:prstGeom prst="rect">
                    <a:avLst/>
                  </a:prstGeom>
                  <a:noFill/>
                </p:spPr>
                <p:txBody>
                  <a:bodyPr wrap="none" lIns="0" tIns="0" rIns="0" bIns="0" rtlCol="0">
                    <a:spAutoFit/>
                  </a:bodyPr>
                  <a:lstStyle/>
                  <a:p>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oMath>
                      </m:oMathPara>
                    </a14:m>
                    <a:endParaRPr kumimoji="1" lang="ja-JP" altLang="en-US" sz="1100" dirty="0"/>
                  </a:p>
                </p:txBody>
              </p:sp>
            </mc:Choice>
            <mc:Fallback>
              <p:sp>
                <p:nvSpPr>
                  <p:cNvPr id="54" name="テキスト ボックス 53">
                    <a:extLst>
                      <a:ext uri="{FF2B5EF4-FFF2-40B4-BE49-F238E27FC236}">
                        <a16:creationId xmlns:a16="http://schemas.microsoft.com/office/drawing/2014/main" id="{F81FBB65-1501-CBB2-3188-50371CB6A04A}"/>
                      </a:ext>
                    </a:extLst>
                  </p:cNvPr>
                  <p:cNvSpPr txBox="1">
                    <a:spLocks noRot="1" noChangeAspect="1" noMove="1" noResize="1" noEditPoints="1" noAdjustHandles="1" noChangeArrowheads="1" noChangeShapeType="1" noTextEdit="1"/>
                  </p:cNvSpPr>
                  <p:nvPr/>
                </p:nvSpPr>
                <p:spPr>
                  <a:xfrm>
                    <a:off x="3759336" y="5415117"/>
                    <a:ext cx="175561" cy="169277"/>
                  </a:xfrm>
                  <a:prstGeom prst="rect">
                    <a:avLst/>
                  </a:prstGeom>
                  <a:blipFill>
                    <a:blip r:embed="rId5"/>
                    <a:stretch>
                      <a:fillRect l="-21429" t="-28571" r="-60714" b="-5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5" name="テキスト ボックス 54">
                    <a:extLst>
                      <a:ext uri="{FF2B5EF4-FFF2-40B4-BE49-F238E27FC236}">
                        <a16:creationId xmlns:a16="http://schemas.microsoft.com/office/drawing/2014/main" id="{A4209F49-C3CA-5378-E5FE-5AF0D8D1EDEE}"/>
                      </a:ext>
                    </a:extLst>
                  </p:cNvPr>
                  <p:cNvSpPr txBox="1"/>
                  <p:nvPr/>
                </p:nvSpPr>
                <p:spPr>
                  <a:xfrm>
                    <a:off x="3930212" y="5032361"/>
                    <a:ext cx="178832" cy="169277"/>
                  </a:xfrm>
                  <a:prstGeom prst="rect">
                    <a:avLst/>
                  </a:prstGeom>
                  <a:noFill/>
                </p:spPr>
                <p:txBody>
                  <a:bodyPr wrap="none" lIns="0" tIns="0" rIns="0" bIns="0" rtlCol="0">
                    <a:spAutoFit/>
                  </a:bodyPr>
                  <a:lstStyle/>
                  <a:p>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oMath>
                      </m:oMathPara>
                    </a14:m>
                    <a:endParaRPr kumimoji="1" lang="ja-JP" altLang="en-US" sz="1100" dirty="0"/>
                  </a:p>
                </p:txBody>
              </p:sp>
            </mc:Choice>
            <mc:Fallback>
              <p:sp>
                <p:nvSpPr>
                  <p:cNvPr id="55" name="テキスト ボックス 54">
                    <a:extLst>
                      <a:ext uri="{FF2B5EF4-FFF2-40B4-BE49-F238E27FC236}">
                        <a16:creationId xmlns:a16="http://schemas.microsoft.com/office/drawing/2014/main" id="{A4209F49-C3CA-5378-E5FE-5AF0D8D1EDEE}"/>
                      </a:ext>
                    </a:extLst>
                  </p:cNvPr>
                  <p:cNvSpPr txBox="1">
                    <a:spLocks noRot="1" noChangeAspect="1" noMove="1" noResize="1" noEditPoints="1" noAdjustHandles="1" noChangeArrowheads="1" noChangeShapeType="1" noTextEdit="1"/>
                  </p:cNvSpPr>
                  <p:nvPr/>
                </p:nvSpPr>
                <p:spPr>
                  <a:xfrm>
                    <a:off x="3930212" y="5032361"/>
                    <a:ext cx="178832" cy="169277"/>
                  </a:xfrm>
                  <a:prstGeom prst="rect">
                    <a:avLst/>
                  </a:prstGeom>
                  <a:blipFill>
                    <a:blip r:embed="rId6"/>
                    <a:stretch>
                      <a:fillRect l="-20690" t="-33333" r="-58621" b="-5185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6" name="テキスト ボックス 55">
                    <a:extLst>
                      <a:ext uri="{FF2B5EF4-FFF2-40B4-BE49-F238E27FC236}">
                        <a16:creationId xmlns:a16="http://schemas.microsoft.com/office/drawing/2014/main" id="{0C3CB072-9094-544E-66A2-6E6995B22AD6}"/>
                      </a:ext>
                    </a:extLst>
                  </p:cNvPr>
                  <p:cNvSpPr txBox="1"/>
                  <p:nvPr/>
                </p:nvSpPr>
                <p:spPr>
                  <a:xfrm>
                    <a:off x="4386892" y="4359854"/>
                    <a:ext cx="891334" cy="358560"/>
                  </a:xfrm>
                  <a:prstGeom prst="rect">
                    <a:avLst/>
                  </a:prstGeom>
                  <a:noFill/>
                </p:spPr>
                <p:txBody>
                  <a:bodyPr wrap="none" lIns="0" tIns="0" rIns="0" bIns="0" rtlCol="0">
                    <a:spAutoFit/>
                  </a:bodyPr>
                  <a:lstStyle/>
                  <a:p>
                    <a14:m>
                      <m:oMathPara xmlns:m="http://schemas.openxmlformats.org/officeDocument/2006/math">
                        <m:oMath>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m:t>
                          </m:r>
                          <m:f>
                            <m:fPr>
                              <m:ctrlPr>
                                <a:rPr kumimoji="1" lang="en-US" altLang="ja-JP" sz="1100" b="0" i="1" smtClean="0">
                                  <a:latin typeface="Cambria Math" panose="02040503050406030204" pitchFamily="18" charset="0"/>
                                </a:rPr>
                              </m:ctrlPr>
                            </m:fPr>
                            <m:num>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num>
                            <m:den>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den>
                          </m:f>
                        </m:oMath>
                      </m:oMathPara>
                    </a14:m>
                    <a:endParaRPr kumimoji="1" lang="ja-JP" altLang="en-US" sz="1100" dirty="0"/>
                  </a:p>
                </p:txBody>
              </p:sp>
            </mc:Choice>
            <mc:Fallback>
              <p:sp>
                <p:nvSpPr>
                  <p:cNvPr id="56" name="テキスト ボックス 55">
                    <a:extLst>
                      <a:ext uri="{FF2B5EF4-FFF2-40B4-BE49-F238E27FC236}">
                        <a16:creationId xmlns:a16="http://schemas.microsoft.com/office/drawing/2014/main" id="{0C3CB072-9094-544E-66A2-6E6995B22AD6}"/>
                      </a:ext>
                    </a:extLst>
                  </p:cNvPr>
                  <p:cNvSpPr txBox="1">
                    <a:spLocks noRot="1" noChangeAspect="1" noMove="1" noResize="1" noEditPoints="1" noAdjustHandles="1" noChangeArrowheads="1" noChangeShapeType="1" noTextEdit="1"/>
                  </p:cNvSpPr>
                  <p:nvPr/>
                </p:nvSpPr>
                <p:spPr>
                  <a:xfrm>
                    <a:off x="4386892" y="4359854"/>
                    <a:ext cx="891334" cy="358560"/>
                  </a:xfrm>
                  <a:prstGeom prst="rect">
                    <a:avLst/>
                  </a:prstGeom>
                  <a:blipFill>
                    <a:blip r:embed="rId7"/>
                    <a:stretch>
                      <a:fillRect l="-1370" r="-11644" b="-16949"/>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68215424"/>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1814</TotalTime>
  <Words>1153</Words>
  <Application>Microsoft Office PowerPoint</Application>
  <PresentationFormat>ワイド画面</PresentationFormat>
  <Paragraphs>331</Paragraphs>
  <Slides>27</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27</vt:i4>
      </vt:variant>
    </vt:vector>
  </HeadingPairs>
  <TitlesOfParts>
    <vt:vector size="37" baseType="lpstr">
      <vt:lpstr>Meiryo UI</vt:lpstr>
      <vt:lpstr>Noto Sans JP</vt:lpstr>
      <vt:lpstr>ADLaM Display</vt:lpstr>
      <vt:lpstr>Arial</vt:lpstr>
      <vt:lpstr>Cambria Math</vt:lpstr>
      <vt:lpstr>Cascadia Mono</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qacc6844 / 福岡 政大 / Masahiro Fukuoka</cp:lastModifiedBy>
  <cp:revision>53</cp:revision>
  <dcterms:created xsi:type="dcterms:W3CDTF">2026-06-15T16:24:04Z</dcterms:created>
  <dcterms:modified xsi:type="dcterms:W3CDTF">2026-08-05T08:03:34Z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