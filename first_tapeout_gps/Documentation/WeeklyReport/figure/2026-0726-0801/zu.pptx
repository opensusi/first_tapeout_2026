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00" userDrawn="1">
          <p15:clr>
            <a:srgbClr val="A4A3A4"/>
          </p15:clr>
        </p15:guide>
        <p15:guide id="5" pos="211">
          <p15:clr>
            <a:srgbClr val="A4A3A4"/>
          </p15:clr>
        </p15:guide>
        <p15:guide id="6" pos="7469">
          <p15:clr>
            <a:srgbClr val="A4A3A4"/>
          </p15:clr>
        </p15:guide>
        <p15:guide id="7" pos="5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D9"/>
    <a:srgbClr val="D5F1FB"/>
    <a:srgbClr val="E9F8FD"/>
    <a:srgbClr val="C7E2FD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4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644" y="642"/>
      </p:cViewPr>
      <p:guideLst>
        <p:guide orient="horz" pos="300"/>
        <p:guide pos="211"/>
        <p:guide pos="7469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7EED79-E981-02A7-2D10-A945DD800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10AACD-7581-542C-2057-CFB444E35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E234D3-FA52-DA2A-05CE-6D49B30B7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D01BE-BE51-429B-92B5-B87B18876D6C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96B57E-6DF0-FBEF-DCE9-485BD7EC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E5304-1CA6-6147-5422-6D743FA3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384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D6F13-8032-2E88-E99C-3C152F17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2C964D-195B-B34A-D117-2C93BDC6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360CB2-24CA-B283-6AFF-02A79CEA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50F18-A501-41A8-9066-946C4643747C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D8364-9FEF-958B-DCAE-FD7C13FC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EB2FE-F1ED-2099-7DC4-79D2D4E5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0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BEEEB-9F3D-1257-3281-FAA082D6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FA10E5-030D-07E1-32BD-32ABC429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E13B37-66FE-24FA-CADA-2B916AB4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E7C6C-3FF2-4D74-88DE-9AA8D2359BC5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EFF559-CDAF-B429-02E4-E77F5348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7C8573-4458-24AE-F3CA-E56656FF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58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B2FAD-6914-EFCF-D495-403B1FF5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C3EA77-9A81-A2C5-AF6B-0DD528C53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2C33E1-F50F-7F50-FA51-F976E25C6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DEF33B-EA65-9B93-8DD3-3D67B98A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89AB-C4E3-4E49-88D4-B90F15A5A41B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73873A-E28A-BD72-2A17-D6750621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73FD62-48B5-7BFC-26A1-7134B486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78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8BAE3-7576-5BF6-29DB-DF725ECE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D044BE-2B95-7AD8-99CD-6A7A05DA7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916593-90AC-5BC5-562C-5BACF1D4B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842B5C-7B6C-BEFA-6328-3FC7B102B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F16538-6AC8-7329-650C-73575E914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4E0353-8A2B-5131-9EA6-2F8BBD81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C11-3991-4622-86AC-6ACB39591553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409E884-EA7C-3748-88C9-B7F7A907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2A3C25-B9ED-E56E-9B5E-227376B3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64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B61BD-2E4B-5486-14CE-1AB6528C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54AC4E-65D4-96E2-22F0-E873877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A2BD1-1831-4F11-B263-6916C5686805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349A1E-9A01-81F1-720D-5584F9F0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66BF72-CDCF-42B5-EFA2-580F3CD1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03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78E2FFD-F753-9959-2DE8-EF7C7214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0D3E-1964-4777-8DF8-B0D87F1CE91C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22C84C-1B8A-B851-705C-D5D1BDA5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1A984C-68A3-9FFD-D74E-875D178A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47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2406B-A5BA-65E9-2F4E-66E3A837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DA457-D58F-79AC-8C0F-CC5B848E0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60DE7C-14E6-EA26-3FE8-A6803B87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2FEBE1-1437-17D0-5BF0-7B9BE588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627E-18C4-4259-BC26-DF3251737CA2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3ED91B-1766-3452-23F4-2C77934C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3A2512-7CAD-7D34-E180-D7B98941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01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9FF65-0190-1737-928F-952859BD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E4E06C-0DB3-6BED-0198-4A8CE9B2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6913DD-0C63-45A0-2B92-B1D739EBC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A9249D-F96C-B0AF-59E4-C0CC8246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EFAF-050A-4B77-A510-920B9BBE0DAD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DF7287-2832-0CD7-CAFB-4E9C144B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ECB13-DD3C-CD55-7A73-55D93DA2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16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0E1412-4887-6742-C3AF-72A5F32A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5AA91C-2E5B-34AD-DBFF-7AB6F82E8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B62B0-DDAE-77BB-B9F2-F18A9311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A961-12F7-445E-9094-A72E14030010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8B9B8C-FBBD-D151-71F0-5F34CA9A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2EFD33-1AEC-B092-85C6-6F29A5E2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1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B02E13A-30D5-3528-6A36-A28DC1F10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FCE4F7-1C2A-D8AD-D96D-8A95CDA5E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B88E11-BCEF-FAE0-7687-F5CC0EE3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4587-BECC-4387-8523-8A0F6A3478AF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F61A0D-703A-C267-764A-FE2AC37E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ECFB76-81A9-5422-AFC9-8A282EAE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65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1CEE52-B702-FA09-9D7C-76EA2AA4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1" y="100268"/>
            <a:ext cx="11176000" cy="801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B0699-B234-7225-859B-90E65178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550" y="1037968"/>
            <a:ext cx="11376109" cy="5140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1D15FB-3DAB-E7CA-6067-43575DAAC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33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21C71-EC1B-4BC5-8DC9-38326386A9A7}" type="datetime1">
              <a:rPr kumimoji="1" lang="ja-JP" altLang="en-US" smtClean="0"/>
              <a:t>2025/12/20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4B9967-D243-79CC-41AE-2BDAB62EF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32770" y="6356349"/>
            <a:ext cx="4726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633AF0-844D-2F84-7AE0-F3917D9F5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9450" y="100268"/>
            <a:ext cx="1175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36D103E-743F-4B05-B1B2-74D6FB9408BE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3448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80CB19-8037-0BEE-185E-C31619E29760}"/>
              </a:ext>
            </a:extLst>
          </p:cNvPr>
          <p:cNvSpPr txBox="1"/>
          <p:nvPr/>
        </p:nvSpPr>
        <p:spPr>
          <a:xfrm>
            <a:off x="354171" y="1558343"/>
            <a:ext cx="1271502" cy="646331"/>
          </a:xfrm>
          <a:prstGeom prst="rect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rPr>
              <a:t>10.23 MHz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rPr>
              <a:t>基準信号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3B4832-9F1A-B21D-ABF9-90D4459F95D1}"/>
              </a:ext>
            </a:extLst>
          </p:cNvPr>
          <p:cNvSpPr txBox="1"/>
          <p:nvPr/>
        </p:nvSpPr>
        <p:spPr>
          <a:xfrm>
            <a:off x="2871989" y="1696843"/>
            <a:ext cx="665567" cy="369332"/>
          </a:xfrm>
          <a:prstGeom prst="rec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rPr>
              <a:t>x154</a:t>
            </a: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929464-2DB7-1E3E-C533-96261E5443C9}"/>
              </a:ext>
            </a:extLst>
          </p:cNvPr>
          <p:cNvSpPr txBox="1"/>
          <p:nvPr/>
        </p:nvSpPr>
        <p:spPr>
          <a:xfrm>
            <a:off x="2871989" y="3115686"/>
            <a:ext cx="755335" cy="369332"/>
          </a:xfrm>
          <a:prstGeom prst="rec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rPr>
              <a:t>x1/10</a:t>
            </a: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70F19F0-DDDA-4DD1-6A28-549069B9510A}"/>
              </a:ext>
            </a:extLst>
          </p:cNvPr>
          <p:cNvSpPr txBox="1"/>
          <p:nvPr/>
        </p:nvSpPr>
        <p:spPr>
          <a:xfrm>
            <a:off x="2871989" y="4607160"/>
            <a:ext cx="1255472" cy="369332"/>
          </a:xfrm>
          <a:prstGeom prst="rect">
            <a:avLst/>
          </a:prstGeom>
          <a:solidFill>
            <a:sysClr val="window" lastClr="FFFFFF"/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rPr>
              <a:t>x1/204600</a:t>
            </a:r>
            <a:endParaRPr kumimoji="0" lang="ja-JP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sp>
        <p:nvSpPr>
          <p:cNvPr id="8" name="フローチャート: 和接合 7">
            <a:extLst>
              <a:ext uri="{FF2B5EF4-FFF2-40B4-BE49-F238E27FC236}">
                <a16:creationId xmlns:a16="http://schemas.microsoft.com/office/drawing/2014/main" id="{4DBE464C-D8FD-5EE6-67C8-DC122B72D9C1}"/>
              </a:ext>
            </a:extLst>
          </p:cNvPr>
          <p:cNvSpPr/>
          <p:nvPr/>
        </p:nvSpPr>
        <p:spPr>
          <a:xfrm>
            <a:off x="7145400" y="1706115"/>
            <a:ext cx="308088" cy="308088"/>
          </a:xfrm>
          <a:prstGeom prst="flowChartSummingJunction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1BC0389-C57E-7AC3-DAE1-71501D7188F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625673" y="1881509"/>
            <a:ext cx="124631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9EEE6F53-C0C0-EEEE-5BBF-9447275DAA6D}"/>
              </a:ext>
            </a:extLst>
          </p:cNvPr>
          <p:cNvCxnSpPr>
            <a:endCxn id="6" idx="1"/>
          </p:cNvCxnSpPr>
          <p:nvPr/>
        </p:nvCxnSpPr>
        <p:spPr>
          <a:xfrm rot="16200000" flipH="1">
            <a:off x="1850988" y="2279351"/>
            <a:ext cx="1418844" cy="623158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9D5721E2-F0EC-2B49-F6C1-CE9A82236B7A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1814673" y="3734510"/>
            <a:ext cx="1491474" cy="623158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E7BD8E2-C49A-B83B-2828-2752EE44B2D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537556" y="1881509"/>
            <a:ext cx="812174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C21E680-9303-6DF4-E283-21E01249990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27324" y="3300352"/>
            <a:ext cx="72240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CABEB70-CA6E-E5A2-231C-41973143E19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27461" y="4791826"/>
            <a:ext cx="222269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8A2AD0EB-5D42-2BFC-49AA-033126850FEF}"/>
              </a:ext>
            </a:extLst>
          </p:cNvPr>
          <p:cNvSpPr/>
          <p:nvPr/>
        </p:nvSpPr>
        <p:spPr>
          <a:xfrm>
            <a:off x="4472641" y="1683070"/>
            <a:ext cx="1448873" cy="354179"/>
          </a:xfrm>
          <a:custGeom>
            <a:avLst/>
            <a:gdLst>
              <a:gd name="connsiteX0" fmla="*/ 0 w 1448873"/>
              <a:gd name="connsiteY0" fmla="*/ 334850 h 354179"/>
              <a:gd name="connsiteX1" fmla="*/ 141667 w 1448873"/>
              <a:gd name="connsiteY1" fmla="*/ 0 h 354179"/>
              <a:gd name="connsiteX2" fmla="*/ 289775 w 1448873"/>
              <a:gd name="connsiteY2" fmla="*/ 334850 h 354179"/>
              <a:gd name="connsiteX3" fmla="*/ 399245 w 1448873"/>
              <a:gd name="connsiteY3" fmla="*/ 25758 h 354179"/>
              <a:gd name="connsiteX4" fmla="*/ 534473 w 1448873"/>
              <a:gd name="connsiteY4" fmla="*/ 347729 h 354179"/>
              <a:gd name="connsiteX5" fmla="*/ 637504 w 1448873"/>
              <a:gd name="connsiteY5" fmla="*/ 12879 h 354179"/>
              <a:gd name="connsiteX6" fmla="*/ 753414 w 1448873"/>
              <a:gd name="connsiteY6" fmla="*/ 341290 h 354179"/>
              <a:gd name="connsiteX7" fmla="*/ 856445 w 1448873"/>
              <a:gd name="connsiteY7" fmla="*/ 19318 h 354179"/>
              <a:gd name="connsiteX8" fmla="*/ 953036 w 1448873"/>
              <a:gd name="connsiteY8" fmla="*/ 334850 h 354179"/>
              <a:gd name="connsiteX9" fmla="*/ 1056067 w 1448873"/>
              <a:gd name="connsiteY9" fmla="*/ 19318 h 354179"/>
              <a:gd name="connsiteX10" fmla="*/ 1171977 w 1448873"/>
              <a:gd name="connsiteY10" fmla="*/ 341290 h 354179"/>
              <a:gd name="connsiteX11" fmla="*/ 1236372 w 1448873"/>
              <a:gd name="connsiteY11" fmla="*/ 32197 h 354179"/>
              <a:gd name="connsiteX12" fmla="*/ 1365160 w 1448873"/>
              <a:gd name="connsiteY12" fmla="*/ 354169 h 354179"/>
              <a:gd name="connsiteX13" fmla="*/ 1448873 w 1448873"/>
              <a:gd name="connsiteY13" fmla="*/ 19318 h 35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8873" h="354179">
                <a:moveTo>
                  <a:pt x="0" y="334850"/>
                </a:moveTo>
                <a:cubicBezTo>
                  <a:pt x="46685" y="167425"/>
                  <a:pt x="93371" y="0"/>
                  <a:pt x="141667" y="0"/>
                </a:cubicBezTo>
                <a:cubicBezTo>
                  <a:pt x="189963" y="0"/>
                  <a:pt x="246845" y="330557"/>
                  <a:pt x="289775" y="334850"/>
                </a:cubicBezTo>
                <a:cubicBezTo>
                  <a:pt x="332705" y="339143"/>
                  <a:pt x="358462" y="23612"/>
                  <a:pt x="399245" y="25758"/>
                </a:cubicBezTo>
                <a:cubicBezTo>
                  <a:pt x="440028" y="27904"/>
                  <a:pt x="494763" y="349875"/>
                  <a:pt x="534473" y="347729"/>
                </a:cubicBezTo>
                <a:cubicBezTo>
                  <a:pt x="574183" y="345583"/>
                  <a:pt x="601014" y="13952"/>
                  <a:pt x="637504" y="12879"/>
                </a:cubicBezTo>
                <a:cubicBezTo>
                  <a:pt x="673994" y="11806"/>
                  <a:pt x="716924" y="340217"/>
                  <a:pt x="753414" y="341290"/>
                </a:cubicBezTo>
                <a:cubicBezTo>
                  <a:pt x="789904" y="342363"/>
                  <a:pt x="823175" y="20391"/>
                  <a:pt x="856445" y="19318"/>
                </a:cubicBezTo>
                <a:cubicBezTo>
                  <a:pt x="889715" y="18245"/>
                  <a:pt x="919766" y="334850"/>
                  <a:pt x="953036" y="334850"/>
                </a:cubicBezTo>
                <a:cubicBezTo>
                  <a:pt x="986306" y="334850"/>
                  <a:pt x="1019577" y="18245"/>
                  <a:pt x="1056067" y="19318"/>
                </a:cubicBezTo>
                <a:cubicBezTo>
                  <a:pt x="1092557" y="20391"/>
                  <a:pt x="1141926" y="339144"/>
                  <a:pt x="1171977" y="341290"/>
                </a:cubicBezTo>
                <a:cubicBezTo>
                  <a:pt x="1202028" y="343437"/>
                  <a:pt x="1204175" y="30051"/>
                  <a:pt x="1236372" y="32197"/>
                </a:cubicBezTo>
                <a:cubicBezTo>
                  <a:pt x="1268569" y="34343"/>
                  <a:pt x="1329743" y="356315"/>
                  <a:pt x="1365160" y="354169"/>
                </a:cubicBezTo>
                <a:cubicBezTo>
                  <a:pt x="1400577" y="352023"/>
                  <a:pt x="1424725" y="185670"/>
                  <a:pt x="1448873" y="19318"/>
                </a:cubicBezTo>
              </a:path>
            </a:pathLst>
          </a:cu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70291D3-7B38-EF0A-BF07-BB9DCEB13E30}"/>
              </a:ext>
            </a:extLst>
          </p:cNvPr>
          <p:cNvSpPr txBox="1"/>
          <p:nvPr/>
        </p:nvSpPr>
        <p:spPr>
          <a:xfrm>
            <a:off x="3904430" y="2066174"/>
            <a:ext cx="2553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L1 Carrier:</a:t>
            </a:r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 </a:t>
            </a:r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1575.42MHz</a:t>
            </a:r>
            <a:endParaRPr lang="ja-JP" altLang="en-US" dirty="0">
              <a:solidFill>
                <a:prstClr val="black"/>
              </a:solidFill>
              <a:latin typeface="Segoe UI"/>
              <a:ea typeface="游ゴシック"/>
            </a:endParaRPr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CCC2D43F-B801-2F69-8CCD-686506177923}"/>
              </a:ext>
            </a:extLst>
          </p:cNvPr>
          <p:cNvGrpSpPr/>
          <p:nvPr/>
        </p:nvGrpSpPr>
        <p:grpSpPr>
          <a:xfrm>
            <a:off x="4456995" y="3115686"/>
            <a:ext cx="1465140" cy="314528"/>
            <a:chOff x="4456995" y="3115686"/>
            <a:chExt cx="1465140" cy="314528"/>
          </a:xfrm>
        </p:grpSpPr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15BCD1BF-43E0-5B2E-3231-761FD2156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6995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6DFA5BC-0425-8802-7DA7-D2BFE036F896}"/>
                </a:ext>
              </a:extLst>
            </p:cNvPr>
            <p:cNvCxnSpPr/>
            <p:nvPr/>
          </p:nvCxnSpPr>
          <p:spPr>
            <a:xfrm>
              <a:off x="4456995" y="3115686"/>
              <a:ext cx="211597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285809BB-10BC-95B4-93D8-26CB1B0B4CF6}"/>
                </a:ext>
              </a:extLst>
            </p:cNvPr>
            <p:cNvCxnSpPr/>
            <p:nvPr/>
          </p:nvCxnSpPr>
          <p:spPr>
            <a:xfrm>
              <a:off x="4668592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A0B7573A-7E20-3E11-3829-F1ED5964D99D}"/>
                </a:ext>
              </a:extLst>
            </p:cNvPr>
            <p:cNvCxnSpPr>
              <a:cxnSpLocks/>
            </p:cNvCxnSpPr>
            <p:nvPr/>
          </p:nvCxnSpPr>
          <p:spPr>
            <a:xfrm>
              <a:off x="4668592" y="3429000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EFCC202C-B6EC-9EF5-6FF8-1F61302CD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7380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5DAFCD52-0871-A53B-2229-4A786AA21D30}"/>
                </a:ext>
              </a:extLst>
            </p:cNvPr>
            <p:cNvCxnSpPr>
              <a:cxnSpLocks/>
            </p:cNvCxnSpPr>
            <p:nvPr/>
          </p:nvCxnSpPr>
          <p:spPr>
            <a:xfrm>
              <a:off x="4797380" y="3115686"/>
              <a:ext cx="328412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366E0E9B-145B-6D43-2B7C-C51A90188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550" y="3116900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5D4EC045-F144-520E-7F14-0C652EB70703}"/>
                </a:ext>
              </a:extLst>
            </p:cNvPr>
            <p:cNvCxnSpPr/>
            <p:nvPr/>
          </p:nvCxnSpPr>
          <p:spPr>
            <a:xfrm>
              <a:off x="5124550" y="3429000"/>
              <a:ext cx="211597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CBD4362C-348E-A7C4-0E6A-5D0C371E1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147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172A8193-1C87-CEDB-1887-F0B916CEA7B5}"/>
                </a:ext>
              </a:extLst>
            </p:cNvPr>
            <p:cNvCxnSpPr>
              <a:cxnSpLocks/>
            </p:cNvCxnSpPr>
            <p:nvPr/>
          </p:nvCxnSpPr>
          <p:spPr>
            <a:xfrm>
              <a:off x="5336147" y="3115686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9879C323-A282-8662-894D-62E4DC828D7A}"/>
                </a:ext>
              </a:extLst>
            </p:cNvPr>
            <p:cNvCxnSpPr/>
            <p:nvPr/>
          </p:nvCxnSpPr>
          <p:spPr>
            <a:xfrm>
              <a:off x="5464935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28FFA9EE-4D23-246E-C203-84F7BD662F1A}"/>
                </a:ext>
              </a:extLst>
            </p:cNvPr>
            <p:cNvCxnSpPr>
              <a:cxnSpLocks/>
            </p:cNvCxnSpPr>
            <p:nvPr/>
          </p:nvCxnSpPr>
          <p:spPr>
            <a:xfrm>
              <a:off x="5464935" y="3429000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3AD7A456-DA82-3DD9-F955-FC5301842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3723" y="3115686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57B564FD-3278-6DA1-EC5B-DD41DF39F133}"/>
                </a:ext>
              </a:extLst>
            </p:cNvPr>
            <p:cNvCxnSpPr>
              <a:cxnSpLocks/>
            </p:cNvCxnSpPr>
            <p:nvPr/>
          </p:nvCxnSpPr>
          <p:spPr>
            <a:xfrm>
              <a:off x="5593723" y="3115686"/>
              <a:ext cx="328412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72E2FFB6-8BD0-E19D-9521-5524F92198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0893" y="3116900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0DF4599-376D-9F8C-AD7A-13073E907030}"/>
              </a:ext>
            </a:extLst>
          </p:cNvPr>
          <p:cNvSpPr txBox="1"/>
          <p:nvPr/>
        </p:nvSpPr>
        <p:spPr>
          <a:xfrm>
            <a:off x="3940254" y="3492091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C/A code: 1.023 MHz</a:t>
            </a:r>
            <a:endParaRPr lang="ja-JP" altLang="en-US" dirty="0">
              <a:solidFill>
                <a:prstClr val="black"/>
              </a:solidFill>
              <a:latin typeface="Segoe UI"/>
              <a:ea typeface="游ゴシック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2079AC7-49B6-BD0F-ED04-9DB6F32D06FD}"/>
              </a:ext>
            </a:extLst>
          </p:cNvPr>
          <p:cNvSpPr txBox="1"/>
          <p:nvPr/>
        </p:nvSpPr>
        <p:spPr>
          <a:xfrm>
            <a:off x="4358798" y="24194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搬送波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466739A-8FE3-C465-5E8E-5448B3A81CC5}"/>
              </a:ext>
            </a:extLst>
          </p:cNvPr>
          <p:cNvSpPr txBox="1"/>
          <p:nvPr/>
        </p:nvSpPr>
        <p:spPr>
          <a:xfrm>
            <a:off x="4384878" y="386142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疑似ランダム符号</a:t>
            </a: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419E982-B6B1-890C-D855-6EEE84D1363C}"/>
              </a:ext>
            </a:extLst>
          </p:cNvPr>
          <p:cNvGrpSpPr/>
          <p:nvPr/>
        </p:nvGrpSpPr>
        <p:grpSpPr>
          <a:xfrm flipH="1" flipV="1">
            <a:off x="4475239" y="4623331"/>
            <a:ext cx="1465140" cy="314528"/>
            <a:chOff x="4475239" y="4623331"/>
            <a:chExt cx="1465140" cy="314528"/>
          </a:xfrm>
        </p:grpSpPr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DFAFEDE-9D42-B2BE-418F-6CEC8926F2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239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D4353496-54C4-66A5-CA27-B66C9CC798D4}"/>
                </a:ext>
              </a:extLst>
            </p:cNvPr>
            <p:cNvCxnSpPr/>
            <p:nvPr/>
          </p:nvCxnSpPr>
          <p:spPr>
            <a:xfrm>
              <a:off x="4475239" y="4623331"/>
              <a:ext cx="211597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2B51952B-BBA1-4BA9-7BC5-FB4E331C0D45}"/>
                </a:ext>
              </a:extLst>
            </p:cNvPr>
            <p:cNvCxnSpPr/>
            <p:nvPr/>
          </p:nvCxnSpPr>
          <p:spPr>
            <a:xfrm>
              <a:off x="4686836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0EE87C31-2585-152B-BCBC-5D125A47CBFA}"/>
                </a:ext>
              </a:extLst>
            </p:cNvPr>
            <p:cNvCxnSpPr>
              <a:cxnSpLocks/>
            </p:cNvCxnSpPr>
            <p:nvPr/>
          </p:nvCxnSpPr>
          <p:spPr>
            <a:xfrm>
              <a:off x="4686836" y="4936645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453C2EE1-9E69-6C5D-2A4C-32BBBE874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5624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3DE9E1E4-2227-A963-BF1A-6DE877E95217}"/>
                </a:ext>
              </a:extLst>
            </p:cNvPr>
            <p:cNvCxnSpPr>
              <a:cxnSpLocks/>
            </p:cNvCxnSpPr>
            <p:nvPr/>
          </p:nvCxnSpPr>
          <p:spPr>
            <a:xfrm>
              <a:off x="4815624" y="4623331"/>
              <a:ext cx="328412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46562A70-D68B-E36F-6185-54CADEA19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794" y="4624545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762DBF7E-907F-124E-A74A-A0FB987A37D7}"/>
                </a:ext>
              </a:extLst>
            </p:cNvPr>
            <p:cNvCxnSpPr/>
            <p:nvPr/>
          </p:nvCxnSpPr>
          <p:spPr>
            <a:xfrm>
              <a:off x="5142794" y="4936645"/>
              <a:ext cx="211597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C70168BE-0EE9-F413-966F-991BE74244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4391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5C228132-5616-80E2-A485-924549981822}"/>
                </a:ext>
              </a:extLst>
            </p:cNvPr>
            <p:cNvCxnSpPr>
              <a:cxnSpLocks/>
            </p:cNvCxnSpPr>
            <p:nvPr/>
          </p:nvCxnSpPr>
          <p:spPr>
            <a:xfrm>
              <a:off x="5354391" y="4623331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06E99AEE-279C-6EFC-F7DB-94FA5A778870}"/>
                </a:ext>
              </a:extLst>
            </p:cNvPr>
            <p:cNvCxnSpPr/>
            <p:nvPr/>
          </p:nvCxnSpPr>
          <p:spPr>
            <a:xfrm>
              <a:off x="5483179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65C4F276-268B-2538-2A32-E7EC94EAEA2C}"/>
                </a:ext>
              </a:extLst>
            </p:cNvPr>
            <p:cNvCxnSpPr>
              <a:cxnSpLocks/>
            </p:cNvCxnSpPr>
            <p:nvPr/>
          </p:nvCxnSpPr>
          <p:spPr>
            <a:xfrm>
              <a:off x="5483179" y="4936645"/>
              <a:ext cx="128788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BDF68FA5-6EDA-FF42-0032-5EBC934ED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1967" y="4623331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85C0261-7CA7-7DD5-987A-F64F50095B28}"/>
                </a:ext>
              </a:extLst>
            </p:cNvPr>
            <p:cNvCxnSpPr>
              <a:cxnSpLocks/>
            </p:cNvCxnSpPr>
            <p:nvPr/>
          </p:nvCxnSpPr>
          <p:spPr>
            <a:xfrm>
              <a:off x="5611967" y="4623331"/>
              <a:ext cx="328412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17A8DF29-3F0C-27FB-A0E2-9FF3B40D50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9137" y="4624545"/>
              <a:ext cx="0" cy="31331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0D0F752C-DCAE-10C7-0EEB-DEF2E0FEE2D2}"/>
              </a:ext>
            </a:extLst>
          </p:cNvPr>
          <p:cNvSpPr txBox="1"/>
          <p:nvPr/>
        </p:nvSpPr>
        <p:spPr>
          <a:xfrm>
            <a:off x="3998186" y="5064079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Navigation Data:</a:t>
            </a:r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 </a:t>
            </a:r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50 bps</a:t>
            </a:r>
            <a:endParaRPr lang="ja-JP" altLang="en-US" dirty="0">
              <a:solidFill>
                <a:prstClr val="black"/>
              </a:solidFill>
              <a:latin typeface="Segoe UI"/>
              <a:ea typeface="游ゴシック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88FE4FE-5367-2D48-4C1D-A42D05FD50BE}"/>
              </a:ext>
            </a:extLst>
          </p:cNvPr>
          <p:cNvSpPr txBox="1"/>
          <p:nvPr/>
        </p:nvSpPr>
        <p:spPr>
          <a:xfrm>
            <a:off x="4456995" y="53924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航法データ</a:t>
            </a:r>
          </a:p>
        </p:txBody>
      </p:sp>
      <p:sp>
        <p:nvSpPr>
          <p:cNvPr id="53" name="フローチャート: 論理和 52">
            <a:extLst>
              <a:ext uri="{FF2B5EF4-FFF2-40B4-BE49-F238E27FC236}">
                <a16:creationId xmlns:a16="http://schemas.microsoft.com/office/drawing/2014/main" id="{CE96996A-F867-EA88-E825-8A740D785D45}"/>
              </a:ext>
            </a:extLst>
          </p:cNvPr>
          <p:cNvSpPr/>
          <p:nvPr/>
        </p:nvSpPr>
        <p:spPr>
          <a:xfrm>
            <a:off x="6587081" y="3122104"/>
            <a:ext cx="308088" cy="308088"/>
          </a:xfrm>
          <a:prstGeom prst="flowChartOr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游ゴシック"/>
              <a:cs typeface="+mn-cs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559F7FB4-9E92-A175-9886-F29CB3A64635}"/>
              </a:ext>
            </a:extLst>
          </p:cNvPr>
          <p:cNvCxnSpPr>
            <a:cxnSpLocks/>
          </p:cNvCxnSpPr>
          <p:nvPr/>
        </p:nvCxnSpPr>
        <p:spPr>
          <a:xfrm>
            <a:off x="6059510" y="3279508"/>
            <a:ext cx="527571" cy="3805"/>
          </a:xfrm>
          <a:prstGeom prst="straightConnector1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0F5DADC4-36B1-9973-2C21-E1C4CFE6B30F}"/>
              </a:ext>
            </a:extLst>
          </p:cNvPr>
          <p:cNvCxnSpPr>
            <a:cxnSpLocks/>
          </p:cNvCxnSpPr>
          <p:nvPr/>
        </p:nvCxnSpPr>
        <p:spPr>
          <a:xfrm>
            <a:off x="6059510" y="4781647"/>
            <a:ext cx="679712" cy="1902"/>
          </a:xfrm>
          <a:prstGeom prst="straightConnector1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6E9432B-ECCD-F61F-28D2-5928CE4BC07A}"/>
              </a:ext>
            </a:extLst>
          </p:cNvPr>
          <p:cNvCxnSpPr>
            <a:cxnSpLocks/>
          </p:cNvCxnSpPr>
          <p:nvPr/>
        </p:nvCxnSpPr>
        <p:spPr>
          <a:xfrm flipV="1">
            <a:off x="6739222" y="3452895"/>
            <a:ext cx="1903" cy="1338931"/>
          </a:xfrm>
          <a:prstGeom prst="straightConnector1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099542F2-6041-756B-3097-B33A5C29BAEE}"/>
              </a:ext>
            </a:extLst>
          </p:cNvPr>
          <p:cNvCxnSpPr>
            <a:stCxn id="53" idx="6"/>
            <a:endCxn id="8" idx="4"/>
          </p:cNvCxnSpPr>
          <p:nvPr/>
        </p:nvCxnSpPr>
        <p:spPr>
          <a:xfrm flipV="1">
            <a:off x="6895169" y="2014203"/>
            <a:ext cx="404275" cy="1261945"/>
          </a:xfrm>
          <a:prstGeom prst="bentConnector2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78C1C8F0-062C-EE44-94B1-4B4E39AB4382}"/>
              </a:ext>
            </a:extLst>
          </p:cNvPr>
          <p:cNvCxnSpPr>
            <a:cxnSpLocks/>
          </p:cNvCxnSpPr>
          <p:nvPr/>
        </p:nvCxnSpPr>
        <p:spPr>
          <a:xfrm>
            <a:off x="6044425" y="1856354"/>
            <a:ext cx="1089083" cy="1903"/>
          </a:xfrm>
          <a:prstGeom prst="straightConnector1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AB6CC535-E320-BC95-D44D-9478981C5471}"/>
              </a:ext>
            </a:extLst>
          </p:cNvPr>
          <p:cNvCxnSpPr>
            <a:cxnSpLocks/>
          </p:cNvCxnSpPr>
          <p:nvPr/>
        </p:nvCxnSpPr>
        <p:spPr>
          <a:xfrm>
            <a:off x="7433365" y="1852549"/>
            <a:ext cx="527571" cy="3805"/>
          </a:xfrm>
          <a:prstGeom prst="straightConnector1">
            <a:avLst/>
          </a:prstGeom>
          <a:noFill/>
          <a:ln w="57150" cap="flat" cmpd="sng" algn="ctr">
            <a:solidFill>
              <a:srgbClr val="ED7D3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5587E58-9081-D2FB-AE26-4F079FBB0746}"/>
              </a:ext>
            </a:extLst>
          </p:cNvPr>
          <p:cNvSpPr txBox="1"/>
          <p:nvPr/>
        </p:nvSpPr>
        <p:spPr>
          <a:xfrm>
            <a:off x="7476228" y="1905957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GPS L1 signal</a:t>
            </a:r>
            <a:endParaRPr lang="ja-JP" altLang="en-US" dirty="0">
              <a:solidFill>
                <a:prstClr val="black"/>
              </a:solidFill>
              <a:latin typeface="Segoe UI"/>
              <a:ea typeface="游ゴシック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A51DD5D-91ED-AF2E-54DB-A2492AB539B9}"/>
              </a:ext>
            </a:extLst>
          </p:cNvPr>
          <p:cNvSpPr txBox="1"/>
          <p:nvPr/>
        </p:nvSpPr>
        <p:spPr>
          <a:xfrm>
            <a:off x="6770316" y="338319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Segoe UI"/>
                <a:ea typeface="游ゴシック"/>
              </a:rPr>
              <a:t>モジュロ演算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8FF4B99-4A66-FF44-16F5-50E1293EED33}"/>
              </a:ext>
            </a:extLst>
          </p:cNvPr>
          <p:cNvSpPr txBox="1"/>
          <p:nvPr/>
        </p:nvSpPr>
        <p:spPr>
          <a:xfrm>
            <a:off x="6946623" y="1298438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prstClr val="black"/>
                </a:solidFill>
                <a:latin typeface="Segoe UI"/>
                <a:ea typeface="游ゴシック"/>
              </a:rPr>
              <a:t>BPSK</a:t>
            </a:r>
            <a:endParaRPr lang="ja-JP" altLang="en-US" dirty="0">
              <a:solidFill>
                <a:prstClr val="black"/>
              </a:solidFill>
              <a:latin typeface="Segoe UI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5359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7878D3F-EC3F-663F-0DB4-57C35EB4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63" name="図 62">
            <a:extLst>
              <a:ext uri="{FF2B5EF4-FFF2-40B4-BE49-F238E27FC236}">
                <a16:creationId xmlns:a16="http://schemas.microsoft.com/office/drawing/2014/main" id="{9A021C44-1705-D26B-FB68-90BF7A74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44" y="1130609"/>
            <a:ext cx="8760711" cy="45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0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E1E1A79-35A9-9AB4-F783-657FE802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3</a:t>
            </a:fld>
            <a:endParaRPr kumimoji="1" lang="ja-JP" altLang="en-US"/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C8CC91B-B2FB-1CD6-E6C7-84A9B97449C4}"/>
              </a:ext>
            </a:extLst>
          </p:cNvPr>
          <p:cNvGrpSpPr/>
          <p:nvPr/>
        </p:nvGrpSpPr>
        <p:grpSpPr>
          <a:xfrm>
            <a:off x="334963" y="1810490"/>
            <a:ext cx="8285895" cy="3852651"/>
            <a:chOff x="334963" y="1810490"/>
            <a:chExt cx="8285895" cy="3852651"/>
          </a:xfrm>
        </p:grpSpPr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ADD5DC1D-1409-BD0F-7C16-A9C4DD1327B5}"/>
                </a:ext>
              </a:extLst>
            </p:cNvPr>
            <p:cNvGrpSpPr/>
            <p:nvPr/>
          </p:nvGrpSpPr>
          <p:grpSpPr>
            <a:xfrm>
              <a:off x="334963" y="1810490"/>
              <a:ext cx="8285895" cy="3761635"/>
              <a:chOff x="334963" y="1810490"/>
              <a:chExt cx="8285895" cy="3761635"/>
            </a:xfrm>
          </p:grpSpPr>
          <p:pic>
            <p:nvPicPr>
              <p:cNvPr id="26" name="グラフィックス 25" descr="衛星 枠線">
                <a:extLst>
                  <a:ext uri="{FF2B5EF4-FFF2-40B4-BE49-F238E27FC236}">
                    <a16:creationId xmlns:a16="http://schemas.microsoft.com/office/drawing/2014/main" id="{2F852E8E-7C12-A5A8-71A1-D431D7057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81822" y="1810490"/>
                <a:ext cx="483779" cy="483779"/>
              </a:xfrm>
              <a:prstGeom prst="rect">
                <a:avLst/>
              </a:prstGeom>
            </p:spPr>
          </p:pic>
          <p:pic>
            <p:nvPicPr>
              <p:cNvPr id="27" name="グラフィックス 26" descr="衛星 枠線">
                <a:extLst>
                  <a:ext uri="{FF2B5EF4-FFF2-40B4-BE49-F238E27FC236}">
                    <a16:creationId xmlns:a16="http://schemas.microsoft.com/office/drawing/2014/main" id="{9C730DAE-E150-3843-E108-6362D0E3A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69320" y="1840443"/>
                <a:ext cx="483779" cy="483779"/>
              </a:xfrm>
              <a:prstGeom prst="rect">
                <a:avLst/>
              </a:prstGeom>
            </p:spPr>
          </p:pic>
          <p:grpSp>
            <p:nvGrpSpPr>
              <p:cNvPr id="57" name="グループ化 56">
                <a:extLst>
                  <a:ext uri="{FF2B5EF4-FFF2-40B4-BE49-F238E27FC236}">
                    <a16:creationId xmlns:a16="http://schemas.microsoft.com/office/drawing/2014/main" id="{54082DF3-3DE2-E792-5728-3D4D59161AA5}"/>
                  </a:ext>
                </a:extLst>
              </p:cNvPr>
              <p:cNvGrpSpPr/>
              <p:nvPr/>
            </p:nvGrpSpPr>
            <p:grpSpPr>
              <a:xfrm>
                <a:off x="334963" y="1889125"/>
                <a:ext cx="7414600" cy="3683000"/>
                <a:chOff x="614975" y="1831975"/>
                <a:chExt cx="5019955" cy="3534143"/>
              </a:xfrm>
            </p:grpSpPr>
            <p:grpSp>
              <p:nvGrpSpPr>
                <p:cNvPr id="3" name="グループ化 2">
                  <a:extLst>
                    <a:ext uri="{FF2B5EF4-FFF2-40B4-BE49-F238E27FC236}">
                      <a16:creationId xmlns:a16="http://schemas.microsoft.com/office/drawing/2014/main" id="{C19516EC-8B76-0806-A966-26E863756DB8}"/>
                    </a:ext>
                  </a:extLst>
                </p:cNvPr>
                <p:cNvGrpSpPr/>
                <p:nvPr/>
              </p:nvGrpSpPr>
              <p:grpSpPr>
                <a:xfrm flipH="1" flipV="1">
                  <a:off x="1573214" y="1831975"/>
                  <a:ext cx="1465140" cy="314528"/>
                  <a:chOff x="4475239" y="4623331"/>
                  <a:chExt cx="1465140" cy="314528"/>
                </a:xfrm>
              </p:grpSpPr>
              <p:cxnSp>
                <p:nvCxnSpPr>
                  <p:cNvPr id="4" name="直線コネクタ 3">
                    <a:extLst>
                      <a:ext uri="{FF2B5EF4-FFF2-40B4-BE49-F238E27FC236}">
                        <a16:creationId xmlns:a16="http://schemas.microsoft.com/office/drawing/2014/main" id="{68152CF1-4D58-0646-CFCD-39E3668069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75239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" name="直線コネクタ 4">
                    <a:extLst>
                      <a:ext uri="{FF2B5EF4-FFF2-40B4-BE49-F238E27FC236}">
                        <a16:creationId xmlns:a16="http://schemas.microsoft.com/office/drawing/2014/main" id="{529ABEF4-2F27-B222-9A24-EC2A3B3C163B}"/>
                      </a:ext>
                    </a:extLst>
                  </p:cNvPr>
                  <p:cNvCxnSpPr/>
                  <p:nvPr/>
                </p:nvCxnSpPr>
                <p:spPr>
                  <a:xfrm>
                    <a:off x="4475239" y="4623331"/>
                    <a:ext cx="211597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" name="直線コネクタ 5">
                    <a:extLst>
                      <a:ext uri="{FF2B5EF4-FFF2-40B4-BE49-F238E27FC236}">
                        <a16:creationId xmlns:a16="http://schemas.microsoft.com/office/drawing/2014/main" id="{EB118F83-6E6B-9482-5721-CE784E4BF7A1}"/>
                      </a:ext>
                    </a:extLst>
                  </p:cNvPr>
                  <p:cNvCxnSpPr/>
                  <p:nvPr/>
                </p:nvCxnSpPr>
                <p:spPr>
                  <a:xfrm>
                    <a:off x="4686836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7" name="直線コネクタ 6">
                    <a:extLst>
                      <a:ext uri="{FF2B5EF4-FFF2-40B4-BE49-F238E27FC236}">
                        <a16:creationId xmlns:a16="http://schemas.microsoft.com/office/drawing/2014/main" id="{9C1C73BA-220C-CD0A-9B48-D78DD506C3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6836" y="4936645"/>
                    <a:ext cx="128788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8" name="直線コネクタ 7">
                    <a:extLst>
                      <a:ext uri="{FF2B5EF4-FFF2-40B4-BE49-F238E27FC236}">
                        <a16:creationId xmlns:a16="http://schemas.microsoft.com/office/drawing/2014/main" id="{F303048B-0DA7-7594-B5E0-3D7D9B5D4D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15624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9" name="直線コネクタ 8">
                    <a:extLst>
                      <a:ext uri="{FF2B5EF4-FFF2-40B4-BE49-F238E27FC236}">
                        <a16:creationId xmlns:a16="http://schemas.microsoft.com/office/drawing/2014/main" id="{EC7842C0-B973-73BD-1270-D51E1603E2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5624" y="4623331"/>
                    <a:ext cx="328412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0" name="直線コネクタ 9">
                    <a:extLst>
                      <a:ext uri="{FF2B5EF4-FFF2-40B4-BE49-F238E27FC236}">
                        <a16:creationId xmlns:a16="http://schemas.microsoft.com/office/drawing/2014/main" id="{D1A290BE-DD1A-0391-40E8-905682259D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42794" y="4624545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1" name="直線コネクタ 10">
                    <a:extLst>
                      <a:ext uri="{FF2B5EF4-FFF2-40B4-BE49-F238E27FC236}">
                        <a16:creationId xmlns:a16="http://schemas.microsoft.com/office/drawing/2014/main" id="{58EECF9A-9C06-639C-53BD-764CF11A9C6F}"/>
                      </a:ext>
                    </a:extLst>
                  </p:cNvPr>
                  <p:cNvCxnSpPr/>
                  <p:nvPr/>
                </p:nvCxnSpPr>
                <p:spPr>
                  <a:xfrm>
                    <a:off x="5142794" y="4936645"/>
                    <a:ext cx="211597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2" name="直線コネクタ 11">
                    <a:extLst>
                      <a:ext uri="{FF2B5EF4-FFF2-40B4-BE49-F238E27FC236}">
                        <a16:creationId xmlns:a16="http://schemas.microsoft.com/office/drawing/2014/main" id="{C04BBC90-D2F4-D73E-7FF6-03C372411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54391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3" name="直線コネクタ 12">
                    <a:extLst>
                      <a:ext uri="{FF2B5EF4-FFF2-40B4-BE49-F238E27FC236}">
                        <a16:creationId xmlns:a16="http://schemas.microsoft.com/office/drawing/2014/main" id="{D3FB61A1-4F57-CD30-62FA-904EFB41B9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4391" y="4623331"/>
                    <a:ext cx="128788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4" name="直線コネクタ 13">
                    <a:extLst>
                      <a:ext uri="{FF2B5EF4-FFF2-40B4-BE49-F238E27FC236}">
                        <a16:creationId xmlns:a16="http://schemas.microsoft.com/office/drawing/2014/main" id="{6ACD8A15-47A2-8D25-82E9-C07B6BF3049F}"/>
                      </a:ext>
                    </a:extLst>
                  </p:cNvPr>
                  <p:cNvCxnSpPr/>
                  <p:nvPr/>
                </p:nvCxnSpPr>
                <p:spPr>
                  <a:xfrm>
                    <a:off x="5483179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5" name="直線コネクタ 14">
                    <a:extLst>
                      <a:ext uri="{FF2B5EF4-FFF2-40B4-BE49-F238E27FC236}">
                        <a16:creationId xmlns:a16="http://schemas.microsoft.com/office/drawing/2014/main" id="{4DF60F77-0B3E-919E-3A13-3AE18A4C30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83179" y="4936645"/>
                    <a:ext cx="128788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6" name="直線コネクタ 15">
                    <a:extLst>
                      <a:ext uri="{FF2B5EF4-FFF2-40B4-BE49-F238E27FC236}">
                        <a16:creationId xmlns:a16="http://schemas.microsoft.com/office/drawing/2014/main" id="{7A73CDE0-4424-2114-0D5F-BFF3E2915E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11967" y="4623331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7" name="直線コネクタ 16">
                    <a:extLst>
                      <a:ext uri="{FF2B5EF4-FFF2-40B4-BE49-F238E27FC236}">
                        <a16:creationId xmlns:a16="http://schemas.microsoft.com/office/drawing/2014/main" id="{2876D6DD-9713-9A19-AB0B-579301AEA6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11967" y="4623331"/>
                    <a:ext cx="328412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4C3AD414-E3C7-2D60-77B9-69B04D8F80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939137" y="4624545"/>
                    <a:ext cx="0" cy="313314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4472C4"/>
                    </a:solidFill>
                    <a:prstDash val="solid"/>
                    <a:miter lim="800000"/>
                  </a:ln>
                  <a:effectLst/>
                </p:spPr>
              </p:cxnSp>
            </p:grpSp>
            <p:cxnSp>
              <p:nvCxnSpPr>
                <p:cNvPr id="20" name="直線矢印コネクタ 19">
                  <a:extLst>
                    <a:ext uri="{FF2B5EF4-FFF2-40B4-BE49-F238E27FC236}">
                      <a16:creationId xmlns:a16="http://schemas.microsoft.com/office/drawing/2014/main" id="{FE657AB3-5915-C8C7-5866-724A1ED71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75" y="5026025"/>
                  <a:ext cx="5019955" cy="0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矢印コネクタ 22">
                  <a:extLst>
                    <a:ext uri="{FF2B5EF4-FFF2-40B4-BE49-F238E27FC236}">
                      <a16:creationId xmlns:a16="http://schemas.microsoft.com/office/drawing/2014/main" id="{5638B1B9-2E4B-C6E4-3EE8-62430B939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3113" y="2959102"/>
                  <a:ext cx="0" cy="2407016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grpSp>
              <p:nvGrpSpPr>
                <p:cNvPr id="28" name="グループ化 27">
                  <a:extLst>
                    <a:ext uri="{FF2B5EF4-FFF2-40B4-BE49-F238E27FC236}">
                      <a16:creationId xmlns:a16="http://schemas.microsoft.com/office/drawing/2014/main" id="{2158E75C-D7FD-E2C2-916A-EF6EFB17D5E3}"/>
                    </a:ext>
                  </a:extLst>
                </p:cNvPr>
                <p:cNvGrpSpPr/>
                <p:nvPr/>
              </p:nvGrpSpPr>
              <p:grpSpPr>
                <a:xfrm flipH="1" flipV="1">
                  <a:off x="4169790" y="1831975"/>
                  <a:ext cx="1465140" cy="314528"/>
                  <a:chOff x="4475239" y="4623331"/>
                  <a:chExt cx="1465140" cy="314528"/>
                </a:xfrm>
              </p:grpSpPr>
              <p:cxnSp>
                <p:nvCxnSpPr>
                  <p:cNvPr id="29" name="直線コネクタ 28">
                    <a:extLst>
                      <a:ext uri="{FF2B5EF4-FFF2-40B4-BE49-F238E27FC236}">
                        <a16:creationId xmlns:a16="http://schemas.microsoft.com/office/drawing/2014/main" id="{555C72FE-BA7B-E4FC-D2CE-3FCD102AF8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75239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線コネクタ 29">
                    <a:extLst>
                      <a:ext uri="{FF2B5EF4-FFF2-40B4-BE49-F238E27FC236}">
                        <a16:creationId xmlns:a16="http://schemas.microsoft.com/office/drawing/2014/main" id="{81B5ED3E-A27C-DC31-2829-B4D9056A4BB9}"/>
                      </a:ext>
                    </a:extLst>
                  </p:cNvPr>
                  <p:cNvCxnSpPr/>
                  <p:nvPr/>
                </p:nvCxnSpPr>
                <p:spPr>
                  <a:xfrm>
                    <a:off x="4475239" y="4623331"/>
                    <a:ext cx="211597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線コネクタ 30">
                    <a:extLst>
                      <a:ext uri="{FF2B5EF4-FFF2-40B4-BE49-F238E27FC236}">
                        <a16:creationId xmlns:a16="http://schemas.microsoft.com/office/drawing/2014/main" id="{C09FF315-24BF-8F47-9C1E-A2AC47DF9FCD}"/>
                      </a:ext>
                    </a:extLst>
                  </p:cNvPr>
                  <p:cNvCxnSpPr/>
                  <p:nvPr/>
                </p:nvCxnSpPr>
                <p:spPr>
                  <a:xfrm>
                    <a:off x="4686836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線コネクタ 31">
                    <a:extLst>
                      <a:ext uri="{FF2B5EF4-FFF2-40B4-BE49-F238E27FC236}">
                        <a16:creationId xmlns:a16="http://schemas.microsoft.com/office/drawing/2014/main" id="{34193979-D492-2B1B-93D0-0E8E393361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6836" y="4936645"/>
                    <a:ext cx="128788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線コネクタ 32">
                    <a:extLst>
                      <a:ext uri="{FF2B5EF4-FFF2-40B4-BE49-F238E27FC236}">
                        <a16:creationId xmlns:a16="http://schemas.microsoft.com/office/drawing/2014/main" id="{FA2E85C4-7D33-98D7-D28A-DD95E41A05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15624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線コネクタ 33">
                    <a:extLst>
                      <a:ext uri="{FF2B5EF4-FFF2-40B4-BE49-F238E27FC236}">
                        <a16:creationId xmlns:a16="http://schemas.microsoft.com/office/drawing/2014/main" id="{B9AA2E66-6D43-A71E-02D4-6304610012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5624" y="4623331"/>
                    <a:ext cx="328412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線コネクタ 34">
                    <a:extLst>
                      <a:ext uri="{FF2B5EF4-FFF2-40B4-BE49-F238E27FC236}">
                        <a16:creationId xmlns:a16="http://schemas.microsoft.com/office/drawing/2014/main" id="{D7E1C16C-EA3D-D5F6-7EB3-B4F6BEAF16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42794" y="4624545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線コネクタ 35">
                    <a:extLst>
                      <a:ext uri="{FF2B5EF4-FFF2-40B4-BE49-F238E27FC236}">
                        <a16:creationId xmlns:a16="http://schemas.microsoft.com/office/drawing/2014/main" id="{A6B8F33E-A412-75C4-47A5-2F810E190C88}"/>
                      </a:ext>
                    </a:extLst>
                  </p:cNvPr>
                  <p:cNvCxnSpPr/>
                  <p:nvPr/>
                </p:nvCxnSpPr>
                <p:spPr>
                  <a:xfrm>
                    <a:off x="5142794" y="4936645"/>
                    <a:ext cx="211597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線コネクタ 36">
                    <a:extLst>
                      <a:ext uri="{FF2B5EF4-FFF2-40B4-BE49-F238E27FC236}">
                        <a16:creationId xmlns:a16="http://schemas.microsoft.com/office/drawing/2014/main" id="{354EA2B4-CD2B-D005-D057-B6B47C4D9B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54391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コネクタ 37">
                    <a:extLst>
                      <a:ext uri="{FF2B5EF4-FFF2-40B4-BE49-F238E27FC236}">
                        <a16:creationId xmlns:a16="http://schemas.microsoft.com/office/drawing/2014/main" id="{F4285DB7-CF0B-181F-0865-058CF2D32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4391" y="4623331"/>
                    <a:ext cx="128788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線コネクタ 38">
                    <a:extLst>
                      <a:ext uri="{FF2B5EF4-FFF2-40B4-BE49-F238E27FC236}">
                        <a16:creationId xmlns:a16="http://schemas.microsoft.com/office/drawing/2014/main" id="{16523334-FC62-CF7D-8BDC-5857C4C5010E}"/>
                      </a:ext>
                    </a:extLst>
                  </p:cNvPr>
                  <p:cNvCxnSpPr/>
                  <p:nvPr/>
                </p:nvCxnSpPr>
                <p:spPr>
                  <a:xfrm>
                    <a:off x="5483179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線コネクタ 39">
                    <a:extLst>
                      <a:ext uri="{FF2B5EF4-FFF2-40B4-BE49-F238E27FC236}">
                        <a16:creationId xmlns:a16="http://schemas.microsoft.com/office/drawing/2014/main" id="{D95F3072-A48E-5816-4309-202E4C6B54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83179" y="4936645"/>
                    <a:ext cx="128788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線コネクタ 40">
                    <a:extLst>
                      <a:ext uri="{FF2B5EF4-FFF2-40B4-BE49-F238E27FC236}">
                        <a16:creationId xmlns:a16="http://schemas.microsoft.com/office/drawing/2014/main" id="{2920ECB5-D706-CF8A-7D4A-BCB24408FC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11967" y="4623331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線コネクタ 41">
                    <a:extLst>
                      <a:ext uri="{FF2B5EF4-FFF2-40B4-BE49-F238E27FC236}">
                        <a16:creationId xmlns:a16="http://schemas.microsoft.com/office/drawing/2014/main" id="{81F075C0-3C2F-2F25-73C6-4A36FBC708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11967" y="4623331"/>
                    <a:ext cx="328412" cy="0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16C68D75-B5DF-7C99-479C-61087A2C0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939137" y="4624545"/>
                    <a:ext cx="0" cy="313314"/>
                  </a:xfrm>
                  <a:prstGeom prst="line">
                    <a:avLst/>
                  </a:pr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7" name="フリーフォーム: 図形 46">
                  <a:extLst>
                    <a:ext uri="{FF2B5EF4-FFF2-40B4-BE49-F238E27FC236}">
                      <a16:creationId xmlns:a16="http://schemas.microsoft.com/office/drawing/2014/main" id="{2F84DD1E-DA77-0EF7-1335-74D1FB19CC21}"/>
                    </a:ext>
                  </a:extLst>
                </p:cNvPr>
                <p:cNvSpPr/>
                <p:nvPr/>
              </p:nvSpPr>
              <p:spPr>
                <a:xfrm>
                  <a:off x="1882140" y="3473450"/>
                  <a:ext cx="1965960" cy="1479549"/>
                </a:xfrm>
                <a:custGeom>
                  <a:avLst/>
                  <a:gdLst>
                    <a:gd name="csX0" fmla="*/ 0 w 1965960"/>
                    <a:gd name="csY0" fmla="*/ 1943108 h 1958348"/>
                    <a:gd name="csX1" fmla="*/ 777240 w 1965960"/>
                    <a:gd name="csY1" fmla="*/ 1630688 h 1958348"/>
                    <a:gd name="csX2" fmla="*/ 967740 w 1965960"/>
                    <a:gd name="csY2" fmla="*/ 8 h 1958348"/>
                    <a:gd name="csX3" fmla="*/ 1211580 w 1965960"/>
                    <a:gd name="csY3" fmla="*/ 1607828 h 1958348"/>
                    <a:gd name="csX4" fmla="*/ 1965960 w 1965960"/>
                    <a:gd name="csY4" fmla="*/ 1958348 h 1958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965960" h="1958348">
                      <a:moveTo>
                        <a:pt x="0" y="1943108"/>
                      </a:moveTo>
                      <a:cubicBezTo>
                        <a:pt x="307975" y="1948823"/>
                        <a:pt x="615950" y="1954538"/>
                        <a:pt x="777240" y="1630688"/>
                      </a:cubicBezTo>
                      <a:cubicBezTo>
                        <a:pt x="938530" y="1306838"/>
                        <a:pt x="895350" y="3818"/>
                        <a:pt x="967740" y="8"/>
                      </a:cubicBezTo>
                      <a:cubicBezTo>
                        <a:pt x="1040130" y="-3802"/>
                        <a:pt x="1045210" y="1281438"/>
                        <a:pt x="1211580" y="1607828"/>
                      </a:cubicBezTo>
                      <a:cubicBezTo>
                        <a:pt x="1377950" y="1934218"/>
                        <a:pt x="1671955" y="1946283"/>
                        <a:pt x="1965960" y="1958348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07C65CEA-4935-E7B1-F49A-AB0C3F75ED2F}"/>
                    </a:ext>
                  </a:extLst>
                </p:cNvPr>
                <p:cNvSpPr/>
                <p:nvPr/>
              </p:nvSpPr>
              <p:spPr>
                <a:xfrm>
                  <a:off x="1882140" y="3717927"/>
                  <a:ext cx="1965960" cy="1235073"/>
                </a:xfrm>
                <a:custGeom>
                  <a:avLst/>
                  <a:gdLst>
                    <a:gd name="csX0" fmla="*/ 0 w 1965960"/>
                    <a:gd name="csY0" fmla="*/ 1943108 h 1958348"/>
                    <a:gd name="csX1" fmla="*/ 777240 w 1965960"/>
                    <a:gd name="csY1" fmla="*/ 1630688 h 1958348"/>
                    <a:gd name="csX2" fmla="*/ 967740 w 1965960"/>
                    <a:gd name="csY2" fmla="*/ 8 h 1958348"/>
                    <a:gd name="csX3" fmla="*/ 1211580 w 1965960"/>
                    <a:gd name="csY3" fmla="*/ 1607828 h 1958348"/>
                    <a:gd name="csX4" fmla="*/ 1965960 w 1965960"/>
                    <a:gd name="csY4" fmla="*/ 1958348 h 1958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965960" h="1958348">
                      <a:moveTo>
                        <a:pt x="0" y="1943108"/>
                      </a:moveTo>
                      <a:cubicBezTo>
                        <a:pt x="307975" y="1948823"/>
                        <a:pt x="615950" y="1954538"/>
                        <a:pt x="777240" y="1630688"/>
                      </a:cubicBezTo>
                      <a:cubicBezTo>
                        <a:pt x="938530" y="1306838"/>
                        <a:pt x="895350" y="3818"/>
                        <a:pt x="967740" y="8"/>
                      </a:cubicBezTo>
                      <a:cubicBezTo>
                        <a:pt x="1040130" y="-3802"/>
                        <a:pt x="1045210" y="1281438"/>
                        <a:pt x="1211580" y="1607828"/>
                      </a:cubicBezTo>
                      <a:cubicBezTo>
                        <a:pt x="1377950" y="1934218"/>
                        <a:pt x="1671955" y="1946283"/>
                        <a:pt x="1965960" y="1958348"/>
                      </a:cubicBezTo>
                    </a:path>
                  </a:pathLst>
                </a:custGeom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0" name="直線矢印コネクタ 49">
                  <a:extLst>
                    <a:ext uri="{FF2B5EF4-FFF2-40B4-BE49-F238E27FC236}">
                      <a16:creationId xmlns:a16="http://schemas.microsoft.com/office/drawing/2014/main" id="{3124285D-1C85-7BA8-0DD7-E307AC78CA4D}"/>
                    </a:ext>
                  </a:extLst>
                </p:cNvPr>
                <p:cNvCxnSpPr/>
                <p:nvPr/>
              </p:nvCxnSpPr>
              <p:spPr>
                <a:xfrm>
                  <a:off x="2533763" y="2286000"/>
                  <a:ext cx="292994" cy="1062038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線矢印コネクタ 52">
                  <a:extLst>
                    <a:ext uri="{FF2B5EF4-FFF2-40B4-BE49-F238E27FC236}">
                      <a16:creationId xmlns:a16="http://schemas.microsoft.com/office/drawing/2014/main" id="{27DE0DFE-4851-1D08-A4F8-DEE9C0D5F93B}"/>
                    </a:ext>
                  </a:extLst>
                </p:cNvPr>
                <p:cNvCxnSpPr/>
                <p:nvPr/>
              </p:nvCxnSpPr>
              <p:spPr>
                <a:xfrm flipH="1">
                  <a:off x="2962275" y="2286000"/>
                  <a:ext cx="1247775" cy="1552575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accent6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7BF144CF-9AA0-1116-2542-38167AAF33DE}"/>
                  </a:ext>
                </a:extLst>
              </p:cNvPr>
              <p:cNvSpPr txBox="1"/>
              <p:nvPr/>
            </p:nvSpPr>
            <p:spPr>
              <a:xfrm>
                <a:off x="4281208" y="4075438"/>
                <a:ext cx="43396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prstClr val="black"/>
                    </a:solidFill>
                    <a:latin typeface="Segoe UI"/>
                    <a:ea typeface="游ゴシック"/>
                  </a:rPr>
                  <a:t>航法データは同じデータレートなので、</a:t>
                </a:r>
                <a:br>
                  <a:rPr lang="en-US" altLang="ja-JP" dirty="0">
                    <a:solidFill>
                      <a:prstClr val="black"/>
                    </a:solidFill>
                    <a:latin typeface="Segoe UI"/>
                    <a:ea typeface="游ゴシック"/>
                  </a:rPr>
                </a:br>
                <a:r>
                  <a:rPr lang="ja-JP" altLang="en-US" dirty="0">
                    <a:solidFill>
                      <a:prstClr val="black"/>
                    </a:solidFill>
                    <a:latin typeface="Segoe UI"/>
                    <a:ea typeface="游ゴシック"/>
                  </a:rPr>
                  <a:t>なにか処理をしないと混信してしまう。</a:t>
                </a:r>
              </a:p>
            </p:txBody>
          </p:sp>
        </p:grp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4492A210-FEC0-509F-D262-999E30A7E3D2}"/>
                </a:ext>
              </a:extLst>
            </p:cNvPr>
            <p:cNvSpPr txBox="1"/>
            <p:nvPr/>
          </p:nvSpPr>
          <p:spPr>
            <a:xfrm>
              <a:off x="6808224" y="529380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周波数</a:t>
              </a: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540B4E2E-A2BB-4A0F-6611-421A0BB873E3}"/>
                </a:ext>
              </a:extLst>
            </p:cNvPr>
            <p:cNvSpPr txBox="1"/>
            <p:nvPr/>
          </p:nvSpPr>
          <p:spPr>
            <a:xfrm>
              <a:off x="505058" y="269439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振幅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61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3F21785-86F3-72CE-DAD1-F8BA66E2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68" name="図 67">
            <a:extLst>
              <a:ext uri="{FF2B5EF4-FFF2-40B4-BE49-F238E27FC236}">
                <a16:creationId xmlns:a16="http://schemas.microsoft.com/office/drawing/2014/main" id="{A0C546D2-989E-71BC-F44A-E875099C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67" y="1453725"/>
            <a:ext cx="8315665" cy="39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3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259F-0E80-D74F-ADAB-3D27FDB9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1636C1A-38B8-662B-E1EB-CE656B34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5</a:t>
            </a:fld>
            <a:endParaRPr kumimoji="1" lang="ja-JP" altLang="en-US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AAA60EB8-6158-A275-39AB-34DD7A7F7E11}"/>
              </a:ext>
            </a:extLst>
          </p:cNvPr>
          <p:cNvGrpSpPr/>
          <p:nvPr/>
        </p:nvGrpSpPr>
        <p:grpSpPr>
          <a:xfrm>
            <a:off x="334963" y="763596"/>
            <a:ext cx="9404832" cy="4899545"/>
            <a:chOff x="334963" y="763596"/>
            <a:chExt cx="9404832" cy="4899545"/>
          </a:xfrm>
        </p:grpSpPr>
        <p:pic>
          <p:nvPicPr>
            <p:cNvPr id="26" name="グラフィックス 25" descr="衛星 枠線">
              <a:extLst>
                <a:ext uri="{FF2B5EF4-FFF2-40B4-BE49-F238E27FC236}">
                  <a16:creationId xmlns:a16="http://schemas.microsoft.com/office/drawing/2014/main" id="{95941437-F4E9-02D6-5832-7D998B314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1822" y="763596"/>
              <a:ext cx="483779" cy="483779"/>
            </a:xfrm>
            <a:prstGeom prst="rect">
              <a:avLst/>
            </a:prstGeom>
          </p:spPr>
        </p:pic>
        <p:pic>
          <p:nvPicPr>
            <p:cNvPr id="27" name="グラフィックス 26" descr="衛星 枠線">
              <a:extLst>
                <a:ext uri="{FF2B5EF4-FFF2-40B4-BE49-F238E27FC236}">
                  <a16:creationId xmlns:a16="http://schemas.microsoft.com/office/drawing/2014/main" id="{B6CF06CE-0A01-9908-FAD4-4951A96D6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69320" y="793549"/>
              <a:ext cx="483779" cy="483779"/>
            </a:xfrm>
            <a:prstGeom prst="rect">
              <a:avLst/>
            </a:prstGeom>
          </p:spPr>
        </p:pic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4EB998FE-94D4-45CE-39EE-E5250A95FD9E}"/>
                </a:ext>
              </a:extLst>
            </p:cNvPr>
            <p:cNvGrpSpPr/>
            <p:nvPr/>
          </p:nvGrpSpPr>
          <p:grpSpPr>
            <a:xfrm flipH="1" flipV="1">
              <a:off x="1750306" y="842231"/>
              <a:ext cx="2164049" cy="327776"/>
              <a:chOff x="4475239" y="4623331"/>
              <a:chExt cx="1465140" cy="314528"/>
            </a:xfrm>
          </p:grpSpPr>
          <p:cxnSp>
            <p:nvCxnSpPr>
              <p:cNvPr id="4" name="直線コネクタ 3">
                <a:extLst>
                  <a:ext uri="{FF2B5EF4-FFF2-40B4-BE49-F238E27FC236}">
                    <a16:creationId xmlns:a16="http://schemas.microsoft.com/office/drawing/2014/main" id="{107B1FD6-A241-D80F-39D0-67441B9AC2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5239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9E371337-391C-200A-83B8-0843A66940BC}"/>
                  </a:ext>
                </a:extLst>
              </p:cNvPr>
              <p:cNvCxnSpPr/>
              <p:nvPr/>
            </p:nvCxnSpPr>
            <p:spPr>
              <a:xfrm>
                <a:off x="4475239" y="4623331"/>
                <a:ext cx="211597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61DED75A-17F6-F2BC-266D-B99062A1900B}"/>
                  </a:ext>
                </a:extLst>
              </p:cNvPr>
              <p:cNvCxnSpPr/>
              <p:nvPr/>
            </p:nvCxnSpPr>
            <p:spPr>
              <a:xfrm>
                <a:off x="4686836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0B75F13C-FDBF-97DD-8E18-9EE3D9172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6836" y="4936645"/>
                <a:ext cx="128788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" name="直線コネクタ 7">
                <a:extLst>
                  <a:ext uri="{FF2B5EF4-FFF2-40B4-BE49-F238E27FC236}">
                    <a16:creationId xmlns:a16="http://schemas.microsoft.com/office/drawing/2014/main" id="{9C0E71F0-F38E-CE3F-3AC5-3AD1E96DB5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15624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75F3BEDB-2DB3-6C77-E822-FF3AE2E45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5624" y="4623331"/>
                <a:ext cx="32841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FF7AE6C6-C474-E980-422B-95B6598F45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2794" y="4624545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109220A4-9E0B-EBF0-AF93-174040C13EBB}"/>
                  </a:ext>
                </a:extLst>
              </p:cNvPr>
              <p:cNvCxnSpPr/>
              <p:nvPr/>
            </p:nvCxnSpPr>
            <p:spPr>
              <a:xfrm>
                <a:off x="5142794" y="4936645"/>
                <a:ext cx="211597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3592BC0A-3ADD-DDFC-FE9F-B4A8FE7A9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4391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455B9C72-1D8E-61B7-72B7-647B84AFAE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4391" y="4623331"/>
                <a:ext cx="128788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3045529C-7B7E-A758-28EB-5148D2E17B29}"/>
                  </a:ext>
                </a:extLst>
              </p:cNvPr>
              <p:cNvCxnSpPr/>
              <p:nvPr/>
            </p:nvCxnSpPr>
            <p:spPr>
              <a:xfrm>
                <a:off x="5483179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77A7BA67-B7FA-F7D4-E825-549F744EC9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179" y="4936645"/>
                <a:ext cx="128788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94BE68C5-328D-6123-C36C-3BD3CD3714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11967" y="4623331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834868E7-C478-C604-C326-BB54CC982A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1967" y="4623331"/>
                <a:ext cx="328412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6478E786-3B0B-8B24-0E09-87805903A8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9137" y="4624545"/>
                <a:ext cx="0" cy="313314"/>
              </a:xfrm>
              <a:prstGeom prst="line">
                <a:avLst/>
              </a:prstGeom>
              <a:noFill/>
              <a:ln w="19050" cap="flat" cmpd="sng" algn="ctr">
                <a:solidFill>
                  <a:srgbClr val="4472C4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B8D2CF04-89BB-4E7B-F114-986ED2D7E7D9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5217707"/>
              <a:ext cx="741460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77DB85D6-6E2A-0CD9-8DCD-19FED53A1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401" y="3063726"/>
              <a:ext cx="0" cy="2508399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77CD8A1C-FD73-B7CF-A60D-F461AC95C69F}"/>
                </a:ext>
              </a:extLst>
            </p:cNvPr>
            <p:cNvGrpSpPr/>
            <p:nvPr/>
          </p:nvGrpSpPr>
          <p:grpSpPr>
            <a:xfrm flipH="1" flipV="1">
              <a:off x="5585514" y="842231"/>
              <a:ext cx="2164049" cy="327776"/>
              <a:chOff x="4475239" y="4623331"/>
              <a:chExt cx="1465140" cy="314528"/>
            </a:xfrm>
          </p:grpSpPr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49377F2F-4FC6-6191-2A23-7218E02160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5239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5FBF10BC-9CD8-3824-D777-1CD8F15D98A8}"/>
                  </a:ext>
                </a:extLst>
              </p:cNvPr>
              <p:cNvCxnSpPr/>
              <p:nvPr/>
            </p:nvCxnSpPr>
            <p:spPr>
              <a:xfrm>
                <a:off x="4475239" y="4623331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4E886BD0-38C1-2D4E-5D28-0FCCFA9A70EC}"/>
                  </a:ext>
                </a:extLst>
              </p:cNvPr>
              <p:cNvCxnSpPr/>
              <p:nvPr/>
            </p:nvCxnSpPr>
            <p:spPr>
              <a:xfrm>
                <a:off x="4686836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F406B11B-B18C-4051-3CDB-33B5D45D62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6836" y="4936645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51573B0D-807F-4C27-CF57-F8C0429880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15624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2EAAA49-C605-F352-4007-86C37ADD0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5624" y="4623331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8F76FF11-02FD-46A9-063F-B0A70AA045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2794" y="4624545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36FCBBBA-1796-DDB2-CAC1-CD5CFFE048CD}"/>
                  </a:ext>
                </a:extLst>
              </p:cNvPr>
              <p:cNvCxnSpPr/>
              <p:nvPr/>
            </p:nvCxnSpPr>
            <p:spPr>
              <a:xfrm>
                <a:off x="5142794" y="4936645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0F477797-041B-337E-86F2-2B298CC136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54391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B7A49CAC-1062-231A-75B1-232B877C2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4391" y="4623331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1D5CD242-94FE-B6D4-D2C5-94CBE1754C49}"/>
                  </a:ext>
                </a:extLst>
              </p:cNvPr>
              <p:cNvCxnSpPr/>
              <p:nvPr/>
            </p:nvCxnSpPr>
            <p:spPr>
              <a:xfrm>
                <a:off x="5483179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6692B311-1A92-CFF8-4390-27103B6E6A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179" y="4936645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40">
                <a:extLst>
                  <a:ext uri="{FF2B5EF4-FFF2-40B4-BE49-F238E27FC236}">
                    <a16:creationId xmlns:a16="http://schemas.microsoft.com/office/drawing/2014/main" id="{D58650D8-9D44-5494-373D-771083B567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11967" y="4623331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6398ECF5-231D-7509-0C6E-96B3B2D01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1967" y="4623331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7BBA5522-E224-E950-A7A5-3DFA02778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9137" y="4624545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B12AE70F-2D49-E5A5-FF34-214A6CDD0819}"/>
                </a:ext>
              </a:extLst>
            </p:cNvPr>
            <p:cNvSpPr/>
            <p:nvPr/>
          </p:nvSpPr>
          <p:spPr>
            <a:xfrm>
              <a:off x="1009653" y="5095886"/>
              <a:ext cx="4100717" cy="45719"/>
            </a:xfrm>
            <a:custGeom>
              <a:avLst/>
              <a:gdLst>
                <a:gd name="csX0" fmla="*/ 0 w 1965960"/>
                <a:gd name="csY0" fmla="*/ 1943108 h 1958348"/>
                <a:gd name="csX1" fmla="*/ 777240 w 1965960"/>
                <a:gd name="csY1" fmla="*/ 1630688 h 1958348"/>
                <a:gd name="csX2" fmla="*/ 967740 w 1965960"/>
                <a:gd name="csY2" fmla="*/ 8 h 1958348"/>
                <a:gd name="csX3" fmla="*/ 1211580 w 1965960"/>
                <a:gd name="csY3" fmla="*/ 1607828 h 1958348"/>
                <a:gd name="csX4" fmla="*/ 1965960 w 1965960"/>
                <a:gd name="csY4" fmla="*/ 1958348 h 1958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5960" h="1958348">
                  <a:moveTo>
                    <a:pt x="0" y="1943108"/>
                  </a:moveTo>
                  <a:cubicBezTo>
                    <a:pt x="307975" y="1948823"/>
                    <a:pt x="615950" y="1954538"/>
                    <a:pt x="777240" y="1630688"/>
                  </a:cubicBezTo>
                  <a:cubicBezTo>
                    <a:pt x="938530" y="1306838"/>
                    <a:pt x="895350" y="3818"/>
                    <a:pt x="967740" y="8"/>
                  </a:cubicBezTo>
                  <a:cubicBezTo>
                    <a:pt x="1040130" y="-3802"/>
                    <a:pt x="1045210" y="1281438"/>
                    <a:pt x="1211580" y="1607828"/>
                  </a:cubicBezTo>
                  <a:cubicBezTo>
                    <a:pt x="1377950" y="1934218"/>
                    <a:pt x="1671955" y="1946283"/>
                    <a:pt x="1965960" y="1958348"/>
                  </a:cubicBez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B2B03B1-6B0D-63DB-B1EF-8EEB7B63130A}"/>
                </a:ext>
              </a:extLst>
            </p:cNvPr>
            <p:cNvSpPr/>
            <p:nvPr/>
          </p:nvSpPr>
          <p:spPr>
            <a:xfrm>
              <a:off x="2206598" y="5095887"/>
              <a:ext cx="5400702" cy="45719"/>
            </a:xfrm>
            <a:custGeom>
              <a:avLst/>
              <a:gdLst>
                <a:gd name="csX0" fmla="*/ 0 w 1965960"/>
                <a:gd name="csY0" fmla="*/ 1943108 h 1958348"/>
                <a:gd name="csX1" fmla="*/ 777240 w 1965960"/>
                <a:gd name="csY1" fmla="*/ 1630688 h 1958348"/>
                <a:gd name="csX2" fmla="*/ 967740 w 1965960"/>
                <a:gd name="csY2" fmla="*/ 8 h 1958348"/>
                <a:gd name="csX3" fmla="*/ 1211580 w 1965960"/>
                <a:gd name="csY3" fmla="*/ 1607828 h 1958348"/>
                <a:gd name="csX4" fmla="*/ 1965960 w 1965960"/>
                <a:gd name="csY4" fmla="*/ 1958348 h 19583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5960" h="1958348">
                  <a:moveTo>
                    <a:pt x="0" y="1943108"/>
                  </a:moveTo>
                  <a:cubicBezTo>
                    <a:pt x="307975" y="1948823"/>
                    <a:pt x="615950" y="1954538"/>
                    <a:pt x="777240" y="1630688"/>
                  </a:cubicBezTo>
                  <a:cubicBezTo>
                    <a:pt x="938530" y="1306838"/>
                    <a:pt x="895350" y="3818"/>
                    <a:pt x="967740" y="8"/>
                  </a:cubicBezTo>
                  <a:cubicBezTo>
                    <a:pt x="1040130" y="-3802"/>
                    <a:pt x="1045210" y="1281438"/>
                    <a:pt x="1211580" y="1607828"/>
                  </a:cubicBezTo>
                  <a:cubicBezTo>
                    <a:pt x="1377950" y="1934218"/>
                    <a:pt x="1671955" y="1946283"/>
                    <a:pt x="1965960" y="1958348"/>
                  </a:cubicBezTo>
                </a:path>
              </a:pathLst>
            </a:cu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A53AAB21-EA45-7DFF-A418-7B5FE0032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0713" y="2419650"/>
              <a:ext cx="34999" cy="2592045"/>
            </a:xfrm>
            <a:prstGeom prst="straightConnector1">
              <a:avLst/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3BF5F853-BA94-BE66-0BEE-C791B42BC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4648" y="2337240"/>
              <a:ext cx="631412" cy="2682546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744B73DF-5D16-F1DF-7059-74AFB27D3875}"/>
                </a:ext>
              </a:extLst>
            </p:cNvPr>
            <p:cNvSpPr txBox="1"/>
            <p:nvPr/>
          </p:nvSpPr>
          <p:spPr>
            <a:xfrm>
              <a:off x="5630978" y="4227498"/>
              <a:ext cx="410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疑似ランダム符号で変調することで、</a:t>
              </a:r>
              <a:b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</a:b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スペクトルを広範囲に拡散できる。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8FB37A6-6228-C76D-C3D4-759A8EB4E968}"/>
                </a:ext>
              </a:extLst>
            </p:cNvPr>
            <p:cNvSpPr txBox="1"/>
            <p:nvPr/>
          </p:nvSpPr>
          <p:spPr>
            <a:xfrm>
              <a:off x="6808224" y="529380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周波数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39CFA48A-B4CF-9307-4DFE-39BDF24663B1}"/>
                </a:ext>
              </a:extLst>
            </p:cNvPr>
            <p:cNvSpPr txBox="1"/>
            <p:nvPr/>
          </p:nvSpPr>
          <p:spPr>
            <a:xfrm>
              <a:off x="505058" y="269439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振幅</a:t>
              </a:r>
            </a:p>
          </p:txBody>
        </p:sp>
        <p:sp>
          <p:nvSpPr>
            <p:cNvPr id="25" name="フローチャート: 論理和 24">
              <a:extLst>
                <a:ext uri="{FF2B5EF4-FFF2-40B4-BE49-F238E27FC236}">
                  <a16:creationId xmlns:a16="http://schemas.microsoft.com/office/drawing/2014/main" id="{ECAC16DC-BD57-A2D0-F856-A404AF672055}"/>
                </a:ext>
              </a:extLst>
            </p:cNvPr>
            <p:cNvSpPr/>
            <p:nvPr/>
          </p:nvSpPr>
          <p:spPr>
            <a:xfrm>
              <a:off x="2631184" y="1365750"/>
              <a:ext cx="308088" cy="308088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8A8F17C4-157A-5768-34C4-A8FAA94CCCCA}"/>
                </a:ext>
              </a:extLst>
            </p:cNvPr>
            <p:cNvGrpSpPr/>
            <p:nvPr/>
          </p:nvGrpSpPr>
          <p:grpSpPr>
            <a:xfrm>
              <a:off x="1750305" y="1846305"/>
              <a:ext cx="2164045" cy="314528"/>
              <a:chOff x="4456995" y="3115686"/>
              <a:chExt cx="1465140" cy="314528"/>
            </a:xfrm>
          </p:grpSpPr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04CE1D5A-04F6-76DE-E18D-92A9F245EF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6995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線コネクタ 45">
                <a:extLst>
                  <a:ext uri="{FF2B5EF4-FFF2-40B4-BE49-F238E27FC236}">
                    <a16:creationId xmlns:a16="http://schemas.microsoft.com/office/drawing/2014/main" id="{C158C4A9-5ED4-B6C7-1E0B-56D2B348EE03}"/>
                  </a:ext>
                </a:extLst>
              </p:cNvPr>
              <p:cNvCxnSpPr/>
              <p:nvPr/>
            </p:nvCxnSpPr>
            <p:spPr>
              <a:xfrm>
                <a:off x="4456995" y="3115686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48">
                <a:extLst>
                  <a:ext uri="{FF2B5EF4-FFF2-40B4-BE49-F238E27FC236}">
                    <a16:creationId xmlns:a16="http://schemas.microsoft.com/office/drawing/2014/main" id="{E55A2877-AAA2-6DB0-E7A9-CBE0A33AF7CA}"/>
                  </a:ext>
                </a:extLst>
              </p:cNvPr>
              <p:cNvCxnSpPr/>
              <p:nvPr/>
            </p:nvCxnSpPr>
            <p:spPr>
              <a:xfrm>
                <a:off x="4668592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E4418A6D-7F40-494F-0E59-E87235C98E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592" y="3429000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線コネクタ 51">
                <a:extLst>
                  <a:ext uri="{FF2B5EF4-FFF2-40B4-BE49-F238E27FC236}">
                    <a16:creationId xmlns:a16="http://schemas.microsoft.com/office/drawing/2014/main" id="{64B073B4-C817-4087-38D8-AB44B13899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7380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線コネクタ 53">
                <a:extLst>
                  <a:ext uri="{FF2B5EF4-FFF2-40B4-BE49-F238E27FC236}">
                    <a16:creationId xmlns:a16="http://schemas.microsoft.com/office/drawing/2014/main" id="{AB7A71A0-CF7C-F8C1-D772-3046A725D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7380" y="3115686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線コネクタ 55">
                <a:extLst>
                  <a:ext uri="{FF2B5EF4-FFF2-40B4-BE49-F238E27FC236}">
                    <a16:creationId xmlns:a16="http://schemas.microsoft.com/office/drawing/2014/main" id="{1416826C-1F5E-A07B-EE04-7AC84CC4FE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4550" y="3116900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線コネクタ 58">
                <a:extLst>
                  <a:ext uri="{FF2B5EF4-FFF2-40B4-BE49-F238E27FC236}">
                    <a16:creationId xmlns:a16="http://schemas.microsoft.com/office/drawing/2014/main" id="{1A560034-5BA1-304D-118F-B3076443FB35}"/>
                  </a:ext>
                </a:extLst>
              </p:cNvPr>
              <p:cNvCxnSpPr/>
              <p:nvPr/>
            </p:nvCxnSpPr>
            <p:spPr>
              <a:xfrm>
                <a:off x="5124550" y="3429000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直線コネクタ 59">
                <a:extLst>
                  <a:ext uri="{FF2B5EF4-FFF2-40B4-BE49-F238E27FC236}">
                    <a16:creationId xmlns:a16="http://schemas.microsoft.com/office/drawing/2014/main" id="{6CFBFBDD-F12F-4D9A-6F03-DB3640222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36147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D4AB21C2-9FA1-FD6C-E041-28EF6C0C86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6147" y="3115686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038C9C24-D7C5-4CBF-8F84-3F96297E804A}"/>
                  </a:ext>
                </a:extLst>
              </p:cNvPr>
              <p:cNvCxnSpPr/>
              <p:nvPr/>
            </p:nvCxnSpPr>
            <p:spPr>
              <a:xfrm>
                <a:off x="5464935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07CB0E6E-117C-573A-9221-D0C45C15B9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4935" y="3429000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52C77AC0-DA7F-6440-BD5D-23E638C637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93723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5ABA395B-DA1E-5908-9EAA-814A33F73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3723" y="3115686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76AD487D-91FE-66C5-CB06-254B0D89DF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0893" y="3116900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A1BD3BB2-DA46-F13E-65BA-717DD23562A3}"/>
                </a:ext>
              </a:extLst>
            </p:cNvPr>
            <p:cNvGrpSpPr/>
            <p:nvPr/>
          </p:nvGrpSpPr>
          <p:grpSpPr>
            <a:xfrm flipV="1">
              <a:off x="5585514" y="1846305"/>
              <a:ext cx="2164045" cy="314528"/>
              <a:chOff x="4456995" y="3115686"/>
              <a:chExt cx="1465140" cy="314528"/>
            </a:xfrm>
          </p:grpSpPr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3528A5B8-FE16-F66C-5530-2D08747559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6995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3A635EE8-247E-F257-609C-E7E3CC2604AC}"/>
                  </a:ext>
                </a:extLst>
              </p:cNvPr>
              <p:cNvCxnSpPr/>
              <p:nvPr/>
            </p:nvCxnSpPr>
            <p:spPr>
              <a:xfrm>
                <a:off x="4456995" y="3115686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線コネクタ 69">
                <a:extLst>
                  <a:ext uri="{FF2B5EF4-FFF2-40B4-BE49-F238E27FC236}">
                    <a16:creationId xmlns:a16="http://schemas.microsoft.com/office/drawing/2014/main" id="{97C9D8A6-DBBE-5CFD-9CC4-B5DDB066F137}"/>
                  </a:ext>
                </a:extLst>
              </p:cNvPr>
              <p:cNvCxnSpPr/>
              <p:nvPr/>
            </p:nvCxnSpPr>
            <p:spPr>
              <a:xfrm>
                <a:off x="4668592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線コネクタ 70">
                <a:extLst>
                  <a:ext uri="{FF2B5EF4-FFF2-40B4-BE49-F238E27FC236}">
                    <a16:creationId xmlns:a16="http://schemas.microsoft.com/office/drawing/2014/main" id="{042D8D4C-77B4-65DF-3E39-7060C4A171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592" y="3429000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52736102-D235-7238-5BE7-68E1236AF5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7380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E7794CB0-CDEF-43A5-3D2C-80D8E1BBE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7380" y="3115686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05FA6ADC-E9E5-6A03-7950-F376862D78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4550" y="3116900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5B7D2DB1-DEB0-650B-B552-40CD9D1D0EF1}"/>
                  </a:ext>
                </a:extLst>
              </p:cNvPr>
              <p:cNvCxnSpPr/>
              <p:nvPr/>
            </p:nvCxnSpPr>
            <p:spPr>
              <a:xfrm>
                <a:off x="5124550" y="3429000"/>
                <a:ext cx="211597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18552316-D31E-145F-FD37-BD1814258A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36147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線コネクタ 76">
                <a:extLst>
                  <a:ext uri="{FF2B5EF4-FFF2-40B4-BE49-F238E27FC236}">
                    <a16:creationId xmlns:a16="http://schemas.microsoft.com/office/drawing/2014/main" id="{B93A8161-25E6-32B0-E265-CC832B363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6147" y="3115686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02ECA5C-95A8-30EC-F7B8-1309086C7DB3}"/>
                  </a:ext>
                </a:extLst>
              </p:cNvPr>
              <p:cNvCxnSpPr/>
              <p:nvPr/>
            </p:nvCxnSpPr>
            <p:spPr>
              <a:xfrm>
                <a:off x="5464935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8ED0F194-1BFF-B4C0-F8E2-4C48CD860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4935" y="3429000"/>
                <a:ext cx="128788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AC874876-2C15-8232-E1D2-C78BF24807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93723" y="3115686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線コネクタ 80">
                <a:extLst>
                  <a:ext uri="{FF2B5EF4-FFF2-40B4-BE49-F238E27FC236}">
                    <a16:creationId xmlns:a16="http://schemas.microsoft.com/office/drawing/2014/main" id="{64386922-2E45-94B7-F24D-8CD8138845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3723" y="3115686"/>
                <a:ext cx="328412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6F1E1B01-33CD-13D5-F967-8199ADF784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0893" y="3116900"/>
                <a:ext cx="0" cy="31331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フローチャート: 論理和 82">
              <a:extLst>
                <a:ext uri="{FF2B5EF4-FFF2-40B4-BE49-F238E27FC236}">
                  <a16:creationId xmlns:a16="http://schemas.microsoft.com/office/drawing/2014/main" id="{DE9AC097-D535-33C6-5046-9398D0871AAE}"/>
                </a:ext>
              </a:extLst>
            </p:cNvPr>
            <p:cNvSpPr/>
            <p:nvPr/>
          </p:nvSpPr>
          <p:spPr>
            <a:xfrm>
              <a:off x="6416462" y="1365750"/>
              <a:ext cx="308088" cy="308088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87DE5B6C-71EC-78EC-0D69-5A210E6D3B71}"/>
                </a:ext>
              </a:extLst>
            </p:cNvPr>
            <p:cNvSpPr txBox="1"/>
            <p:nvPr/>
          </p:nvSpPr>
          <p:spPr>
            <a:xfrm>
              <a:off x="651762" y="1789431"/>
              <a:ext cx="1127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疑似ランダム符号</a:t>
              </a: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4C0AD8B-7378-EA42-3108-A5E9038839FA}"/>
                </a:ext>
              </a:extLst>
            </p:cNvPr>
            <p:cNvSpPr txBox="1"/>
            <p:nvPr/>
          </p:nvSpPr>
          <p:spPr>
            <a:xfrm>
              <a:off x="4467986" y="1789431"/>
              <a:ext cx="1127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疑似ランダム符号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42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41873D9-49B1-2F93-CA50-E266697B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681C66C-04A7-C6E4-A630-E59CC6C73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35" y="929423"/>
            <a:ext cx="9431329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00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B994EC8-2A23-0151-6E2A-5C072BFD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7</a:t>
            </a:fld>
            <a:endParaRPr kumimoji="1" lang="ja-JP" altLang="en-US"/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C5A8B1AC-641A-B300-10A3-A9F485B9FC62}"/>
              </a:ext>
            </a:extLst>
          </p:cNvPr>
          <p:cNvGrpSpPr/>
          <p:nvPr/>
        </p:nvGrpSpPr>
        <p:grpSpPr>
          <a:xfrm>
            <a:off x="1247667" y="1236385"/>
            <a:ext cx="8541924" cy="5072304"/>
            <a:chOff x="1247667" y="1236385"/>
            <a:chExt cx="8541924" cy="507230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F8034B1-6A9E-3B4B-FF97-45DB7BD8C838}"/>
                </a:ext>
              </a:extLst>
            </p:cNvPr>
            <p:cNvSpPr/>
            <p:nvPr/>
          </p:nvSpPr>
          <p:spPr>
            <a:xfrm>
              <a:off x="3215367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21FC2AC-CA26-BB99-3C3F-0526E554B066}"/>
                </a:ext>
              </a:extLst>
            </p:cNvPr>
            <p:cNvSpPr/>
            <p:nvPr/>
          </p:nvSpPr>
          <p:spPr>
            <a:xfrm>
              <a:off x="3659688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DD79B14-B3DF-F5F5-AB2B-1ECF88A74DC4}"/>
                </a:ext>
              </a:extLst>
            </p:cNvPr>
            <p:cNvSpPr/>
            <p:nvPr/>
          </p:nvSpPr>
          <p:spPr>
            <a:xfrm>
              <a:off x="4548330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272D2FF-6CD2-CB94-ED41-8620A4E3A024}"/>
                </a:ext>
              </a:extLst>
            </p:cNvPr>
            <p:cNvSpPr/>
            <p:nvPr/>
          </p:nvSpPr>
          <p:spPr>
            <a:xfrm>
              <a:off x="4104009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A2B12F7-A8F5-6DBD-F131-125D84D0B3DB}"/>
                </a:ext>
              </a:extLst>
            </p:cNvPr>
            <p:cNvSpPr/>
            <p:nvPr/>
          </p:nvSpPr>
          <p:spPr>
            <a:xfrm>
              <a:off x="4992651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FB34119-AB09-068E-42E5-993DE018EF81}"/>
                </a:ext>
              </a:extLst>
            </p:cNvPr>
            <p:cNvSpPr/>
            <p:nvPr/>
          </p:nvSpPr>
          <p:spPr>
            <a:xfrm>
              <a:off x="5436972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51AB0E3-88C1-BDEA-6511-C532FB983005}"/>
                </a:ext>
              </a:extLst>
            </p:cNvPr>
            <p:cNvSpPr/>
            <p:nvPr/>
          </p:nvSpPr>
          <p:spPr>
            <a:xfrm>
              <a:off x="5881293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8E688D1-C42F-7C8A-B210-673D2359CBFA}"/>
                </a:ext>
              </a:extLst>
            </p:cNvPr>
            <p:cNvSpPr/>
            <p:nvPr/>
          </p:nvSpPr>
          <p:spPr>
            <a:xfrm>
              <a:off x="6325614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776AB6E-C755-1590-43FE-68D9904DB5E5}"/>
                </a:ext>
              </a:extLst>
            </p:cNvPr>
            <p:cNvSpPr/>
            <p:nvPr/>
          </p:nvSpPr>
          <p:spPr>
            <a:xfrm>
              <a:off x="6769935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5990E12B-D635-9E7E-9F3F-3DED2FE838C4}"/>
                </a:ext>
              </a:extLst>
            </p:cNvPr>
            <p:cNvSpPr/>
            <p:nvPr/>
          </p:nvSpPr>
          <p:spPr>
            <a:xfrm>
              <a:off x="7214256" y="1954281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D40E320-76EC-54F3-6D28-698BDBD12126}"/>
                </a:ext>
              </a:extLst>
            </p:cNvPr>
            <p:cNvSpPr/>
            <p:nvPr/>
          </p:nvSpPr>
          <p:spPr>
            <a:xfrm>
              <a:off x="4548330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DCA9FE1-FD76-AC31-DB40-8680424F1C64}"/>
                </a:ext>
              </a:extLst>
            </p:cNvPr>
            <p:cNvSpPr/>
            <p:nvPr/>
          </p:nvSpPr>
          <p:spPr>
            <a:xfrm>
              <a:off x="3215367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81688F9-8EE3-FEF3-A3A2-FBB113EB3262}"/>
                </a:ext>
              </a:extLst>
            </p:cNvPr>
            <p:cNvSpPr/>
            <p:nvPr/>
          </p:nvSpPr>
          <p:spPr>
            <a:xfrm>
              <a:off x="4104009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4AA5A398-8047-7E28-2668-2C4CBB58C67F}"/>
                </a:ext>
              </a:extLst>
            </p:cNvPr>
            <p:cNvSpPr/>
            <p:nvPr/>
          </p:nvSpPr>
          <p:spPr>
            <a:xfrm>
              <a:off x="3659688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135354C-0E03-A0D0-DDBD-15362D35DA48}"/>
                </a:ext>
              </a:extLst>
            </p:cNvPr>
            <p:cNvSpPr/>
            <p:nvPr/>
          </p:nvSpPr>
          <p:spPr>
            <a:xfrm>
              <a:off x="4992651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A10335AD-FE77-5E3C-E75A-3C79BDACBA20}"/>
                </a:ext>
              </a:extLst>
            </p:cNvPr>
            <p:cNvSpPr/>
            <p:nvPr/>
          </p:nvSpPr>
          <p:spPr>
            <a:xfrm>
              <a:off x="5881293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D75DE6CC-479E-FF6E-25C6-594DC6A40C4E}"/>
                </a:ext>
              </a:extLst>
            </p:cNvPr>
            <p:cNvSpPr/>
            <p:nvPr/>
          </p:nvSpPr>
          <p:spPr>
            <a:xfrm>
              <a:off x="5436972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FC0CBA7-7BE8-9472-62D1-54DEEFE12DC4}"/>
                </a:ext>
              </a:extLst>
            </p:cNvPr>
            <p:cNvSpPr/>
            <p:nvPr/>
          </p:nvSpPr>
          <p:spPr>
            <a:xfrm>
              <a:off x="6325614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F34E6E6-8150-5AEF-B7FB-3B95C5B17969}"/>
                </a:ext>
              </a:extLst>
            </p:cNvPr>
            <p:cNvSpPr/>
            <p:nvPr/>
          </p:nvSpPr>
          <p:spPr>
            <a:xfrm>
              <a:off x="6769935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5FE1FDF-FE7F-619C-7422-A3764A4DA48D}"/>
                </a:ext>
              </a:extLst>
            </p:cNvPr>
            <p:cNvSpPr/>
            <p:nvPr/>
          </p:nvSpPr>
          <p:spPr>
            <a:xfrm>
              <a:off x="7214256" y="4143414"/>
              <a:ext cx="444321" cy="392807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27C9D86F-A74A-E313-B33E-C6B54B8F990A}"/>
                </a:ext>
              </a:extLst>
            </p:cNvPr>
            <p:cNvGrpSpPr/>
            <p:nvPr/>
          </p:nvGrpSpPr>
          <p:grpSpPr>
            <a:xfrm>
              <a:off x="3284225" y="2347088"/>
              <a:ext cx="4327825" cy="307777"/>
              <a:chOff x="2419252" y="2421229"/>
              <a:chExt cx="4327825" cy="307777"/>
            </a:xfrm>
          </p:grpSpPr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A0EAD73-9542-109D-DCE7-345185520E5A}"/>
                  </a:ext>
                </a:extLst>
              </p:cNvPr>
              <p:cNvSpPr txBox="1"/>
              <p:nvPr/>
            </p:nvSpPr>
            <p:spPr>
              <a:xfrm>
                <a:off x="2419252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1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CE68517-8A42-5590-4BE3-7D1E45F20950}"/>
                  </a:ext>
                </a:extLst>
              </p:cNvPr>
              <p:cNvSpPr txBox="1"/>
              <p:nvPr/>
            </p:nvSpPr>
            <p:spPr>
              <a:xfrm>
                <a:off x="2863573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2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573180CD-9A21-0432-0700-E5F65FD42BDD}"/>
                  </a:ext>
                </a:extLst>
              </p:cNvPr>
              <p:cNvSpPr txBox="1"/>
              <p:nvPr/>
            </p:nvSpPr>
            <p:spPr>
              <a:xfrm>
                <a:off x="3307894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3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1E83BE79-6E68-70BF-D650-D255F78EDDA1}"/>
                  </a:ext>
                </a:extLst>
              </p:cNvPr>
              <p:cNvSpPr txBox="1"/>
              <p:nvPr/>
            </p:nvSpPr>
            <p:spPr>
              <a:xfrm>
                <a:off x="3752215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4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09F1A5C-91DF-DCEA-E3C4-DB59162BE9E5}"/>
                  </a:ext>
                </a:extLst>
              </p:cNvPr>
              <p:cNvSpPr txBox="1"/>
              <p:nvPr/>
            </p:nvSpPr>
            <p:spPr>
              <a:xfrm>
                <a:off x="4190096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5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B4C4C4C7-927C-87CE-7666-7A35A0DC87E9}"/>
                  </a:ext>
                </a:extLst>
              </p:cNvPr>
              <p:cNvSpPr txBox="1"/>
              <p:nvPr/>
            </p:nvSpPr>
            <p:spPr>
              <a:xfrm>
                <a:off x="4647302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6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6CF34F33-7F44-5A64-39C5-A7C59B259656}"/>
                  </a:ext>
                </a:extLst>
              </p:cNvPr>
              <p:cNvSpPr txBox="1"/>
              <p:nvPr/>
            </p:nvSpPr>
            <p:spPr>
              <a:xfrm>
                <a:off x="5091623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7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2035191-E097-BAD2-9B89-03689CBB937B}"/>
                  </a:ext>
                </a:extLst>
              </p:cNvPr>
              <p:cNvSpPr txBox="1"/>
              <p:nvPr/>
            </p:nvSpPr>
            <p:spPr>
              <a:xfrm>
                <a:off x="5535944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8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BD59A1A-7D76-D104-B7F7-810403D81365}"/>
                  </a:ext>
                </a:extLst>
              </p:cNvPr>
              <p:cNvSpPr txBox="1"/>
              <p:nvPr/>
            </p:nvSpPr>
            <p:spPr>
              <a:xfrm>
                <a:off x="5980265" y="2421229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9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8D4E8BA-C20F-8EA1-E7BB-41E58B285C5F}"/>
                  </a:ext>
                </a:extLst>
              </p:cNvPr>
              <p:cNvSpPr txBox="1"/>
              <p:nvPr/>
            </p:nvSpPr>
            <p:spPr>
              <a:xfrm>
                <a:off x="6370051" y="2421229"/>
                <a:ext cx="377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10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15FE517A-84AF-7406-08C3-2793E0D05487}"/>
                </a:ext>
              </a:extLst>
            </p:cNvPr>
            <p:cNvGrpSpPr/>
            <p:nvPr/>
          </p:nvGrpSpPr>
          <p:grpSpPr>
            <a:xfrm>
              <a:off x="3284225" y="4557061"/>
              <a:ext cx="4327825" cy="307777"/>
              <a:chOff x="2419252" y="4848273"/>
              <a:chExt cx="4327825" cy="307777"/>
            </a:xfrm>
          </p:grpSpPr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CDBACF85-3B89-BB67-00EF-25C2CA3529F4}"/>
                  </a:ext>
                </a:extLst>
              </p:cNvPr>
              <p:cNvSpPr txBox="1"/>
              <p:nvPr/>
            </p:nvSpPr>
            <p:spPr>
              <a:xfrm>
                <a:off x="2419252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1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6E9AE4D-D4B2-1AA5-8CB5-4BC79ED9F89D}"/>
                  </a:ext>
                </a:extLst>
              </p:cNvPr>
              <p:cNvSpPr txBox="1"/>
              <p:nvPr/>
            </p:nvSpPr>
            <p:spPr>
              <a:xfrm>
                <a:off x="2863573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2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D14CB34-45CD-DECB-3F0F-1A9379463BF8}"/>
                  </a:ext>
                </a:extLst>
              </p:cNvPr>
              <p:cNvSpPr txBox="1"/>
              <p:nvPr/>
            </p:nvSpPr>
            <p:spPr>
              <a:xfrm>
                <a:off x="3307894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3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32EB3FEF-B989-5336-91CA-19E164BBD8D1}"/>
                  </a:ext>
                </a:extLst>
              </p:cNvPr>
              <p:cNvSpPr txBox="1"/>
              <p:nvPr/>
            </p:nvSpPr>
            <p:spPr>
              <a:xfrm>
                <a:off x="3752215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4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006CCA1E-CDAC-477C-156C-5D703FED018D}"/>
                  </a:ext>
                </a:extLst>
              </p:cNvPr>
              <p:cNvSpPr txBox="1"/>
              <p:nvPr/>
            </p:nvSpPr>
            <p:spPr>
              <a:xfrm>
                <a:off x="4190096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5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F83CA88E-FCEE-6A6D-B5A1-FFC15511430A}"/>
                  </a:ext>
                </a:extLst>
              </p:cNvPr>
              <p:cNvSpPr txBox="1"/>
              <p:nvPr/>
            </p:nvSpPr>
            <p:spPr>
              <a:xfrm>
                <a:off x="4647302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6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5A3682D7-78A4-4B91-D1C6-CAE8F68D3C1B}"/>
                  </a:ext>
                </a:extLst>
              </p:cNvPr>
              <p:cNvSpPr txBox="1"/>
              <p:nvPr/>
            </p:nvSpPr>
            <p:spPr>
              <a:xfrm>
                <a:off x="5091623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7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B4FE43C3-B39F-FBC5-B8DD-15FBEC6E48A9}"/>
                  </a:ext>
                </a:extLst>
              </p:cNvPr>
              <p:cNvSpPr txBox="1"/>
              <p:nvPr/>
            </p:nvSpPr>
            <p:spPr>
              <a:xfrm>
                <a:off x="5535944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8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72451810-03DC-3BEE-250B-4AA23757CFD8}"/>
                  </a:ext>
                </a:extLst>
              </p:cNvPr>
              <p:cNvSpPr txBox="1"/>
              <p:nvPr/>
            </p:nvSpPr>
            <p:spPr>
              <a:xfrm>
                <a:off x="5980265" y="4848273"/>
                <a:ext cx="2808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9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24E2ABCD-83A6-7CE9-F512-B464568BD936}"/>
                  </a:ext>
                </a:extLst>
              </p:cNvPr>
              <p:cNvSpPr txBox="1"/>
              <p:nvPr/>
            </p:nvSpPr>
            <p:spPr>
              <a:xfrm>
                <a:off x="6370051" y="4848273"/>
                <a:ext cx="3770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rgbClr val="ED7D31">
                        <a:lumMod val="75000"/>
                      </a:srgbClr>
                    </a:solidFill>
                    <a:latin typeface="Segoe UI"/>
                    <a:ea typeface="游ゴシック"/>
                  </a:rPr>
                  <a:t>10</a:t>
                </a:r>
                <a:endParaRPr lang="ja-JP" altLang="en-US" sz="1400" dirty="0">
                  <a:solidFill>
                    <a:srgbClr val="ED7D31">
                      <a:lumMod val="75000"/>
                    </a:srgbClr>
                  </a:solidFill>
                  <a:latin typeface="Segoe UI"/>
                  <a:ea typeface="游ゴシック"/>
                </a:endParaRPr>
              </a:p>
            </p:txBody>
          </p:sp>
        </p:grpSp>
        <p:sp>
          <p:nvSpPr>
            <p:cNvPr id="45" name="フローチャート: 論理和 44">
              <a:extLst>
                <a:ext uri="{FF2B5EF4-FFF2-40B4-BE49-F238E27FC236}">
                  <a16:creationId xmlns:a16="http://schemas.microsoft.com/office/drawing/2014/main" id="{07AAD7EC-2EF5-7F55-FA38-54A0BF13234B}"/>
                </a:ext>
              </a:extLst>
            </p:cNvPr>
            <p:cNvSpPr/>
            <p:nvPr/>
          </p:nvSpPr>
          <p:spPr>
            <a:xfrm>
              <a:off x="4639725" y="3508127"/>
              <a:ext cx="327510" cy="327510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cxnSp>
          <p:nvCxnSpPr>
            <p:cNvPr id="46" name="コネクタ: カギ線 45">
              <a:extLst>
                <a:ext uri="{FF2B5EF4-FFF2-40B4-BE49-F238E27FC236}">
                  <a16:creationId xmlns:a16="http://schemas.microsoft.com/office/drawing/2014/main" id="{CD214C5B-43F4-6AED-B0B9-4FA61AA864E2}"/>
                </a:ext>
              </a:extLst>
            </p:cNvPr>
            <p:cNvCxnSpPr>
              <a:cxnSpLocks/>
              <a:stCxn id="15" idx="0"/>
              <a:endCxn id="45" idx="2"/>
            </p:cNvCxnSpPr>
            <p:nvPr/>
          </p:nvCxnSpPr>
          <p:spPr>
            <a:xfrm rot="5400000" flipH="1" flipV="1">
              <a:off x="4025021" y="3528710"/>
              <a:ext cx="471532" cy="757876"/>
            </a:xfrm>
            <a:prstGeom prst="bentConnector2">
              <a:avLst/>
            </a:prstGeom>
            <a:noFill/>
            <a:ln w="38100" cap="flat" cmpd="sng" algn="ctr">
              <a:solidFill>
                <a:srgbClr val="00B0F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47" name="コネクタ: カギ線 46">
              <a:extLst>
                <a:ext uri="{FF2B5EF4-FFF2-40B4-BE49-F238E27FC236}">
                  <a16:creationId xmlns:a16="http://schemas.microsoft.com/office/drawing/2014/main" id="{4245BA0D-A1E3-79FC-A102-BC283DF628A9}"/>
                </a:ext>
              </a:extLst>
            </p:cNvPr>
            <p:cNvCxnSpPr>
              <a:stCxn id="19" idx="0"/>
              <a:endCxn id="45" idx="6"/>
            </p:cNvCxnSpPr>
            <p:nvPr/>
          </p:nvCxnSpPr>
          <p:spPr>
            <a:xfrm rot="16200000" flipV="1">
              <a:off x="5077418" y="3561699"/>
              <a:ext cx="471532" cy="691898"/>
            </a:xfrm>
            <a:prstGeom prst="bentConnector2">
              <a:avLst/>
            </a:prstGeom>
            <a:noFill/>
            <a:ln w="38100" cap="flat" cmpd="sng" algn="ctr">
              <a:solidFill>
                <a:srgbClr val="00B0F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48" name="フローチャート: 論理和 47">
              <a:extLst>
                <a:ext uri="{FF2B5EF4-FFF2-40B4-BE49-F238E27FC236}">
                  <a16:creationId xmlns:a16="http://schemas.microsoft.com/office/drawing/2014/main" id="{28EC1DB4-63BA-5645-19C6-B164EE96A877}"/>
                </a:ext>
              </a:extLst>
            </p:cNvPr>
            <p:cNvSpPr/>
            <p:nvPr/>
          </p:nvSpPr>
          <p:spPr>
            <a:xfrm>
              <a:off x="8106924" y="2654865"/>
              <a:ext cx="327510" cy="327510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cxnSp>
          <p:nvCxnSpPr>
            <p:cNvPr id="49" name="コネクタ: カギ線 48">
              <a:extLst>
                <a:ext uri="{FF2B5EF4-FFF2-40B4-BE49-F238E27FC236}">
                  <a16:creationId xmlns:a16="http://schemas.microsoft.com/office/drawing/2014/main" id="{C1097C82-6098-7F37-2744-3FF4A95E1D12}"/>
                </a:ext>
              </a:extLst>
            </p:cNvPr>
            <p:cNvCxnSpPr>
              <a:stCxn id="12" idx="3"/>
              <a:endCxn id="48" idx="0"/>
            </p:cNvCxnSpPr>
            <p:nvPr/>
          </p:nvCxnSpPr>
          <p:spPr>
            <a:xfrm>
              <a:off x="7658577" y="2150685"/>
              <a:ext cx="612102" cy="504180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0" name="コネクタ: カギ線 49">
              <a:extLst>
                <a:ext uri="{FF2B5EF4-FFF2-40B4-BE49-F238E27FC236}">
                  <a16:creationId xmlns:a16="http://schemas.microsoft.com/office/drawing/2014/main" id="{27C06557-94EC-D536-B54F-16EF4E57A0F0}"/>
                </a:ext>
              </a:extLst>
            </p:cNvPr>
            <p:cNvCxnSpPr>
              <a:stCxn id="45" idx="0"/>
              <a:endCxn id="48" idx="4"/>
            </p:cNvCxnSpPr>
            <p:nvPr/>
          </p:nvCxnSpPr>
          <p:spPr>
            <a:xfrm rot="5400000" flipH="1" flipV="1">
              <a:off x="6274203" y="1511652"/>
              <a:ext cx="525752" cy="3467199"/>
            </a:xfrm>
            <a:prstGeom prst="bentConnector3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52444A9D-B243-0CB5-0BD9-082A8EACF214}"/>
                </a:ext>
              </a:extLst>
            </p:cNvPr>
            <p:cNvCxnSpPr/>
            <p:nvPr/>
          </p:nvCxnSpPr>
          <p:spPr>
            <a:xfrm>
              <a:off x="8434434" y="2818620"/>
              <a:ext cx="460516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2" name="フローチャート: 論理和 51">
              <a:extLst>
                <a:ext uri="{FF2B5EF4-FFF2-40B4-BE49-F238E27FC236}">
                  <a16:creationId xmlns:a16="http://schemas.microsoft.com/office/drawing/2014/main" id="{221EE0F3-42F9-074E-C876-4E02F7D59812}"/>
                </a:ext>
              </a:extLst>
            </p:cNvPr>
            <p:cNvSpPr/>
            <p:nvPr/>
          </p:nvSpPr>
          <p:spPr>
            <a:xfrm>
              <a:off x="5488943" y="1236386"/>
              <a:ext cx="327510" cy="327510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cxnSp>
          <p:nvCxnSpPr>
            <p:cNvPr id="53" name="コネクタ: カギ線 52">
              <a:extLst>
                <a:ext uri="{FF2B5EF4-FFF2-40B4-BE49-F238E27FC236}">
                  <a16:creationId xmlns:a16="http://schemas.microsoft.com/office/drawing/2014/main" id="{62440AAA-AABC-504E-17F4-B573322FE30A}"/>
                </a:ext>
              </a:extLst>
            </p:cNvPr>
            <p:cNvCxnSpPr>
              <a:stCxn id="6" idx="0"/>
              <a:endCxn id="52" idx="2"/>
            </p:cNvCxnSpPr>
            <p:nvPr/>
          </p:nvCxnSpPr>
          <p:spPr>
            <a:xfrm rot="5400000" flipH="1" flipV="1">
              <a:off x="4630486" y="1095825"/>
              <a:ext cx="554140" cy="1162773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4" name="コネクタ: カギ線 53">
              <a:extLst>
                <a:ext uri="{FF2B5EF4-FFF2-40B4-BE49-F238E27FC236}">
                  <a16:creationId xmlns:a16="http://schemas.microsoft.com/office/drawing/2014/main" id="{8CD8A8E3-7A1F-5741-973C-27C9FA6D2CA0}"/>
                </a:ext>
              </a:extLst>
            </p:cNvPr>
            <p:cNvCxnSpPr>
              <a:stCxn id="12" idx="0"/>
              <a:endCxn id="52" idx="6"/>
            </p:cNvCxnSpPr>
            <p:nvPr/>
          </p:nvCxnSpPr>
          <p:spPr>
            <a:xfrm rot="16200000" flipV="1">
              <a:off x="6349365" y="867229"/>
              <a:ext cx="554140" cy="1619964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5" name="コネクタ: カギ線 54">
              <a:extLst>
                <a:ext uri="{FF2B5EF4-FFF2-40B4-BE49-F238E27FC236}">
                  <a16:creationId xmlns:a16="http://schemas.microsoft.com/office/drawing/2014/main" id="{D80E42F4-0558-E031-5B41-B305E6E0F321}"/>
                </a:ext>
              </a:extLst>
            </p:cNvPr>
            <p:cNvCxnSpPr>
              <a:cxnSpLocks/>
              <a:stCxn id="52" idx="0"/>
              <a:endCxn id="3" idx="1"/>
            </p:cNvCxnSpPr>
            <p:nvPr/>
          </p:nvCxnSpPr>
          <p:spPr>
            <a:xfrm rot="16200000" flipH="1" flipV="1">
              <a:off x="3976883" y="474869"/>
              <a:ext cx="914299" cy="2437331"/>
            </a:xfrm>
            <a:prstGeom prst="bentConnector4">
              <a:avLst>
                <a:gd name="adj1" fmla="val -15847"/>
                <a:gd name="adj2" fmla="val 114663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6" name="フローチャート: 論理和 55">
              <a:extLst>
                <a:ext uri="{FF2B5EF4-FFF2-40B4-BE49-F238E27FC236}">
                  <a16:creationId xmlns:a16="http://schemas.microsoft.com/office/drawing/2014/main" id="{7BBCEEDC-C143-493A-DC29-7AC80587135F}"/>
                </a:ext>
              </a:extLst>
            </p:cNvPr>
            <p:cNvSpPr/>
            <p:nvPr/>
          </p:nvSpPr>
          <p:spPr>
            <a:xfrm>
              <a:off x="5495377" y="5413434"/>
              <a:ext cx="327510" cy="327510"/>
            </a:xfrm>
            <a:prstGeom prst="flowChartOr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58DF82F7-41EB-7417-85E8-7341D54ACD47}"/>
                </a:ext>
              </a:extLst>
            </p:cNvPr>
            <p:cNvCxnSpPr>
              <a:cxnSpLocks/>
              <a:stCxn id="44" idx="2"/>
              <a:endCxn id="56" idx="6"/>
            </p:cNvCxnSpPr>
            <p:nvPr/>
          </p:nvCxnSpPr>
          <p:spPr>
            <a:xfrm flipH="1">
              <a:off x="5822887" y="4864838"/>
              <a:ext cx="1600650" cy="71235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10C17EC8-99DA-31C4-4511-29825855E93A}"/>
                </a:ext>
              </a:extLst>
            </p:cNvPr>
            <p:cNvCxnSpPr>
              <a:cxnSpLocks/>
              <a:stCxn id="43" idx="2"/>
              <a:endCxn id="56" idx="7"/>
            </p:cNvCxnSpPr>
            <p:nvPr/>
          </p:nvCxnSpPr>
          <p:spPr>
            <a:xfrm flipH="1">
              <a:off x="5774924" y="4864838"/>
              <a:ext cx="1210737" cy="59655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3FFA5A85-130D-067A-C5E8-D9E1B94A5185}"/>
                </a:ext>
              </a:extLst>
            </p:cNvPr>
            <p:cNvCxnSpPr>
              <a:cxnSpLocks/>
              <a:stCxn id="42" idx="2"/>
              <a:endCxn id="56" idx="0"/>
            </p:cNvCxnSpPr>
            <p:nvPr/>
          </p:nvCxnSpPr>
          <p:spPr>
            <a:xfrm flipH="1">
              <a:off x="5659132" y="4864838"/>
              <a:ext cx="882208" cy="54859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11F99B08-E37B-D5BE-807F-14BE1A956DC5}"/>
                </a:ext>
              </a:extLst>
            </p:cNvPr>
            <p:cNvCxnSpPr>
              <a:endCxn id="56" idx="0"/>
            </p:cNvCxnSpPr>
            <p:nvPr/>
          </p:nvCxnSpPr>
          <p:spPr>
            <a:xfrm>
              <a:off x="5659132" y="4943050"/>
              <a:ext cx="0" cy="4703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7DA9D474-8A00-25B6-8D80-E31DC1A86D0C}"/>
                </a:ext>
              </a:extLst>
            </p:cNvPr>
            <p:cNvCxnSpPr>
              <a:stCxn id="37" idx="2"/>
              <a:endCxn id="56" idx="1"/>
            </p:cNvCxnSpPr>
            <p:nvPr/>
          </p:nvCxnSpPr>
          <p:spPr>
            <a:xfrm>
              <a:off x="4313290" y="4864838"/>
              <a:ext cx="1230050" cy="59655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6F20C501-84B2-54C6-53B2-2BCB5A80E3C6}"/>
                </a:ext>
              </a:extLst>
            </p:cNvPr>
            <p:cNvCxnSpPr>
              <a:stCxn id="36" idx="2"/>
              <a:endCxn id="56" idx="2"/>
            </p:cNvCxnSpPr>
            <p:nvPr/>
          </p:nvCxnSpPr>
          <p:spPr>
            <a:xfrm>
              <a:off x="3868969" y="4864838"/>
              <a:ext cx="1626408" cy="71235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3" name="コネクタ: カギ線 62">
              <a:extLst>
                <a:ext uri="{FF2B5EF4-FFF2-40B4-BE49-F238E27FC236}">
                  <a16:creationId xmlns:a16="http://schemas.microsoft.com/office/drawing/2014/main" id="{77E2FCB8-C974-1853-83F3-42DC3C00A819}"/>
                </a:ext>
              </a:extLst>
            </p:cNvPr>
            <p:cNvCxnSpPr>
              <a:stCxn id="56" idx="4"/>
              <a:endCxn id="13" idx="1"/>
            </p:cNvCxnSpPr>
            <p:nvPr/>
          </p:nvCxnSpPr>
          <p:spPr>
            <a:xfrm rot="5400000" flipH="1">
              <a:off x="3736687" y="3818499"/>
              <a:ext cx="1401126" cy="2443765"/>
            </a:xfrm>
            <a:prstGeom prst="bentConnector4">
              <a:avLst>
                <a:gd name="adj1" fmla="val -19073"/>
                <a:gd name="adj2" fmla="val 115415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DAC27539-01F2-B396-F249-767649E3D541}"/>
                </a:ext>
              </a:extLst>
            </p:cNvPr>
            <p:cNvSpPr txBox="1"/>
            <p:nvPr/>
          </p:nvSpPr>
          <p:spPr>
            <a:xfrm>
              <a:off x="6133014" y="3588897"/>
              <a:ext cx="2606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2, 6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をタップ</a:t>
              </a:r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(GPS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衛星</a:t>
              </a:r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1)</a:t>
              </a:r>
              <a:endParaRPr lang="ja-JP" altLang="en-US" dirty="0">
                <a:solidFill>
                  <a:prstClr val="black"/>
                </a:solidFill>
                <a:latin typeface="Segoe UI"/>
                <a:ea typeface="游ゴシック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27063DF9-5F1B-4CAD-BD1E-5E928914C551}"/>
                </a:ext>
              </a:extLst>
            </p:cNvPr>
            <p:cNvSpPr/>
            <p:nvPr/>
          </p:nvSpPr>
          <p:spPr>
            <a:xfrm>
              <a:off x="3498703" y="3153302"/>
              <a:ext cx="2595093" cy="793707"/>
            </a:xfrm>
            <a:prstGeom prst="rect">
              <a:avLst/>
            </a:prstGeom>
            <a:solidFill>
              <a:srgbClr val="3FCDFF">
                <a:alpha val="18039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游ゴシック"/>
                <a:cs typeface="+mn-cs"/>
              </a:endParaRPr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0D959ED8-C462-990E-B095-9A52B2AA8464}"/>
                </a:ext>
              </a:extLst>
            </p:cNvPr>
            <p:cNvSpPr txBox="1"/>
            <p:nvPr/>
          </p:nvSpPr>
          <p:spPr>
            <a:xfrm>
              <a:off x="2818309" y="2785970"/>
              <a:ext cx="4059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ここの取り出しを</a:t>
              </a:r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GPS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衛星ごとに変更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617187D6-9734-7664-737E-C508993491AD}"/>
                </a:ext>
              </a:extLst>
            </p:cNvPr>
            <p:cNvSpPr txBox="1"/>
            <p:nvPr/>
          </p:nvSpPr>
          <p:spPr>
            <a:xfrm>
              <a:off x="1247667" y="3031693"/>
              <a:ext cx="1321196" cy="646331"/>
            </a:xfrm>
            <a:prstGeom prst="rect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1.023 MHz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游ゴシック"/>
                  <a:cs typeface="+mn-cs"/>
                </a:rPr>
                <a:t>クロック</a:t>
              </a:r>
            </a:p>
          </p:txBody>
        </p:sp>
        <p:cxnSp>
          <p:nvCxnSpPr>
            <p:cNvPr id="68" name="コネクタ: カギ線 67">
              <a:extLst>
                <a:ext uri="{FF2B5EF4-FFF2-40B4-BE49-F238E27FC236}">
                  <a16:creationId xmlns:a16="http://schemas.microsoft.com/office/drawing/2014/main" id="{C5A219C6-DD42-058A-ECDF-F6BA2F6CD148}"/>
                </a:ext>
              </a:extLst>
            </p:cNvPr>
            <p:cNvCxnSpPr>
              <a:stCxn id="67" idx="0"/>
            </p:cNvCxnSpPr>
            <p:nvPr/>
          </p:nvCxnSpPr>
          <p:spPr>
            <a:xfrm rot="5400000" flipH="1" flipV="1">
              <a:off x="2184096" y="2000422"/>
              <a:ext cx="755440" cy="1307102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9" name="コネクタ: カギ線 68">
              <a:extLst>
                <a:ext uri="{FF2B5EF4-FFF2-40B4-BE49-F238E27FC236}">
                  <a16:creationId xmlns:a16="http://schemas.microsoft.com/office/drawing/2014/main" id="{ECDB8FB4-8537-E95F-CDE3-03EA02CB6103}"/>
                </a:ext>
              </a:extLst>
            </p:cNvPr>
            <p:cNvCxnSpPr>
              <a:stCxn id="67" idx="2"/>
            </p:cNvCxnSpPr>
            <p:nvPr/>
          </p:nvCxnSpPr>
          <p:spPr>
            <a:xfrm rot="16200000" flipH="1">
              <a:off x="2295202" y="3291086"/>
              <a:ext cx="546158" cy="1320033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A3024F02-0FD5-C238-249F-5EEB0E53E1BC}"/>
                </a:ext>
              </a:extLst>
            </p:cNvPr>
            <p:cNvSpPr txBox="1"/>
            <p:nvPr/>
          </p:nvSpPr>
          <p:spPr>
            <a:xfrm>
              <a:off x="8530913" y="2150684"/>
              <a:ext cx="12586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GPS</a:t>
              </a:r>
            </a:p>
            <a:p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C/A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コード</a:t>
              </a:r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2A2056F2-1671-88B6-5EE8-DCAA13740BFF}"/>
                </a:ext>
              </a:extLst>
            </p:cNvPr>
            <p:cNvSpPr txBox="1"/>
            <p:nvPr/>
          </p:nvSpPr>
          <p:spPr>
            <a:xfrm>
              <a:off x="6514962" y="5385359"/>
              <a:ext cx="31758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1023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周期で</a:t>
              </a:r>
              <a: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  <a:t>1</a:t>
              </a: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周する符号列</a:t>
              </a:r>
              <a:endParaRPr lang="en-US" altLang="ja-JP" dirty="0">
                <a:solidFill>
                  <a:prstClr val="black"/>
                </a:solidFill>
                <a:latin typeface="Segoe UI"/>
                <a:ea typeface="游ゴシック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タップ位置を変えると</a:t>
              </a:r>
              <a:br>
                <a:rPr lang="en-US" altLang="ja-JP" dirty="0">
                  <a:solidFill>
                    <a:prstClr val="black"/>
                  </a:solidFill>
                  <a:latin typeface="Segoe UI"/>
                  <a:ea typeface="游ゴシック"/>
                </a:rPr>
              </a:br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符号列が変化</a:t>
              </a:r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054C3F86-BE33-C6EB-5CD8-244014A5A669}"/>
                </a:ext>
              </a:extLst>
            </p:cNvPr>
            <p:cNvSpPr txBox="1"/>
            <p:nvPr/>
          </p:nvSpPr>
          <p:spPr>
            <a:xfrm>
              <a:off x="7579830" y="1533046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シフトレジスタ</a:t>
              </a: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2645C304-3498-2EF4-4443-7327464989EF}"/>
                </a:ext>
              </a:extLst>
            </p:cNvPr>
            <p:cNvSpPr txBox="1"/>
            <p:nvPr/>
          </p:nvSpPr>
          <p:spPr>
            <a:xfrm>
              <a:off x="7658577" y="4060297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prstClr val="black"/>
                  </a:solidFill>
                  <a:latin typeface="Segoe UI"/>
                  <a:ea typeface="游ゴシック"/>
                </a:rPr>
                <a:t>シフトレジスタ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106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DD5EE8-DF42-8828-70CE-9A0AF3CA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653239-8DAD-A136-C10E-689ED21C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13" y="770913"/>
            <a:ext cx="8650974" cy="531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5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E225172-361A-68A2-6718-E3C2358D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9</a:t>
            </a:fld>
            <a:endParaRPr kumimoji="1" lang="ja-JP" altLang="en-US"/>
          </a:p>
        </p:txBody>
      </p:sp>
      <p:grpSp>
        <p:nvGrpSpPr>
          <p:cNvPr id="492" name="グループ化 491">
            <a:extLst>
              <a:ext uri="{FF2B5EF4-FFF2-40B4-BE49-F238E27FC236}">
                <a16:creationId xmlns:a16="http://schemas.microsoft.com/office/drawing/2014/main" id="{2125733B-871A-6702-4A65-F285A110C0F1}"/>
              </a:ext>
            </a:extLst>
          </p:cNvPr>
          <p:cNvGrpSpPr/>
          <p:nvPr/>
        </p:nvGrpSpPr>
        <p:grpSpPr>
          <a:xfrm>
            <a:off x="63093" y="485724"/>
            <a:ext cx="11960026" cy="6192894"/>
            <a:chOff x="63093" y="485724"/>
            <a:chExt cx="11960026" cy="6192894"/>
          </a:xfrm>
        </p:grpSpPr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D503FC63-0D14-1884-F6FA-F7FECE7C202D}"/>
                </a:ext>
              </a:extLst>
            </p:cNvPr>
            <p:cNvSpPr/>
            <p:nvPr/>
          </p:nvSpPr>
          <p:spPr>
            <a:xfrm>
              <a:off x="5508304" y="883920"/>
              <a:ext cx="5296340" cy="5059680"/>
            </a:xfrm>
            <a:prstGeom prst="rect">
              <a:avLst/>
            </a:prstGeom>
            <a:solidFill>
              <a:srgbClr val="FFF6D9"/>
            </a:solidFill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74F205B6-165B-F37D-8200-99C37F18AB56}"/>
                </a:ext>
              </a:extLst>
            </p:cNvPr>
            <p:cNvSpPr/>
            <p:nvPr/>
          </p:nvSpPr>
          <p:spPr>
            <a:xfrm>
              <a:off x="715347" y="883920"/>
              <a:ext cx="4656094" cy="5059680"/>
            </a:xfrm>
            <a:prstGeom prst="rect">
              <a:avLst/>
            </a:prstGeom>
            <a:solidFill>
              <a:srgbClr val="D5F1FB"/>
            </a:solidFill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二等辺三角形 2">
              <a:extLst>
                <a:ext uri="{FF2B5EF4-FFF2-40B4-BE49-F238E27FC236}">
                  <a16:creationId xmlns:a16="http://schemas.microsoft.com/office/drawing/2014/main" id="{50260685-1FB9-9F8F-144C-48C330FE47C3}"/>
                </a:ext>
              </a:extLst>
            </p:cNvPr>
            <p:cNvSpPr/>
            <p:nvPr/>
          </p:nvSpPr>
          <p:spPr>
            <a:xfrm rot="10800000">
              <a:off x="117793" y="2079921"/>
              <a:ext cx="434340" cy="374431"/>
            </a:xfrm>
            <a:prstGeom prst="triangle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二等辺三角形 3">
              <a:extLst>
                <a:ext uri="{FF2B5EF4-FFF2-40B4-BE49-F238E27FC236}">
                  <a16:creationId xmlns:a16="http://schemas.microsoft.com/office/drawing/2014/main" id="{D29F9A11-77A6-4E87-C14A-ADEF46F5C4A7}"/>
                </a:ext>
              </a:extLst>
            </p:cNvPr>
            <p:cNvSpPr/>
            <p:nvPr/>
          </p:nvSpPr>
          <p:spPr>
            <a:xfrm rot="5400000">
              <a:off x="880240" y="2730194"/>
              <a:ext cx="434340" cy="374431"/>
            </a:xfrm>
            <a:prstGeom prst="triangle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93F2C9A1-A5C8-4718-357E-A45A873A87FB}"/>
                </a:ext>
              </a:extLst>
            </p:cNvPr>
            <p:cNvGrpSpPr/>
            <p:nvPr/>
          </p:nvGrpSpPr>
          <p:grpSpPr>
            <a:xfrm>
              <a:off x="1499190" y="2669494"/>
              <a:ext cx="632460" cy="495826"/>
              <a:chOff x="3665220" y="2475974"/>
              <a:chExt cx="632460" cy="495826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DACC26EC-6C63-EFC0-A7B2-FF22CB67A815}"/>
                  </a:ext>
                </a:extLst>
              </p:cNvPr>
              <p:cNvSpPr/>
              <p:nvPr/>
            </p:nvSpPr>
            <p:spPr>
              <a:xfrm>
                <a:off x="3665220" y="2475974"/>
                <a:ext cx="632460" cy="495826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97F1D736-4504-CE35-6FE5-B6FAF2B1F98C}"/>
                  </a:ext>
                </a:extLst>
              </p:cNvPr>
              <p:cNvGrpSpPr/>
              <p:nvPr/>
            </p:nvGrpSpPr>
            <p:grpSpPr>
              <a:xfrm>
                <a:off x="3843337" y="2609984"/>
                <a:ext cx="276225" cy="227806"/>
                <a:chOff x="4857750" y="2051050"/>
                <a:chExt cx="413544" cy="336550"/>
              </a:xfrm>
            </p:grpSpPr>
            <p:cxnSp>
              <p:nvCxnSpPr>
                <p:cNvPr id="7" name="直線コネクタ 6">
                  <a:extLst>
                    <a:ext uri="{FF2B5EF4-FFF2-40B4-BE49-F238E27FC236}">
                      <a16:creationId xmlns:a16="http://schemas.microsoft.com/office/drawing/2014/main" id="{1ABE80CB-081B-751C-86C1-E0F9B83611F5}"/>
                    </a:ext>
                  </a:extLst>
                </p:cNvPr>
                <p:cNvCxnSpPr/>
                <p:nvPr/>
              </p:nvCxnSpPr>
              <p:spPr>
                <a:xfrm flipV="1">
                  <a:off x="4857750" y="2051050"/>
                  <a:ext cx="69850" cy="33655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線コネクタ 7">
                  <a:extLst>
                    <a:ext uri="{FF2B5EF4-FFF2-40B4-BE49-F238E27FC236}">
                      <a16:creationId xmlns:a16="http://schemas.microsoft.com/office/drawing/2014/main" id="{175F0F4F-B0FE-2101-503D-22CCF5BC0A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27600" y="2051050"/>
                  <a:ext cx="273844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F0486AD8-A2C6-5918-2E50-877C709AA6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01444" y="2051050"/>
                  <a:ext cx="69850" cy="33655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フローチャート: 和接合 13">
              <a:extLst>
                <a:ext uri="{FF2B5EF4-FFF2-40B4-BE49-F238E27FC236}">
                  <a16:creationId xmlns:a16="http://schemas.microsoft.com/office/drawing/2014/main" id="{38B981DA-54D0-159E-D062-FA4C9ECDC845}"/>
                </a:ext>
              </a:extLst>
            </p:cNvPr>
            <p:cNvSpPr/>
            <p:nvPr/>
          </p:nvSpPr>
          <p:spPr>
            <a:xfrm>
              <a:off x="2447981" y="2053063"/>
              <a:ext cx="320802" cy="320802"/>
            </a:xfrm>
            <a:prstGeom prst="flowChartSummingJunction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和接合 14">
              <a:extLst>
                <a:ext uri="{FF2B5EF4-FFF2-40B4-BE49-F238E27FC236}">
                  <a16:creationId xmlns:a16="http://schemas.microsoft.com/office/drawing/2014/main" id="{34061399-7715-B7DA-3471-6FAC36384417}"/>
                </a:ext>
              </a:extLst>
            </p:cNvPr>
            <p:cNvSpPr/>
            <p:nvPr/>
          </p:nvSpPr>
          <p:spPr>
            <a:xfrm>
              <a:off x="2989001" y="3392814"/>
              <a:ext cx="320802" cy="320802"/>
            </a:xfrm>
            <a:prstGeom prst="flowChartSummingJunction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BB90410A-507B-1862-AE2E-94058906635C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2608382" y="2426258"/>
              <a:ext cx="0" cy="1577176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BFC73487-051B-43AC-9417-B07B4C6975AD}"/>
                </a:ext>
              </a:extLst>
            </p:cNvPr>
            <p:cNvCxnSpPr>
              <a:cxnSpLocks/>
              <a:stCxn id="24" idx="0"/>
              <a:endCxn id="15" idx="4"/>
            </p:cNvCxnSpPr>
            <p:nvPr/>
          </p:nvCxnSpPr>
          <p:spPr>
            <a:xfrm flipV="1">
              <a:off x="3149402" y="3713616"/>
              <a:ext cx="0" cy="289817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1434E92E-BAA1-F356-DF4D-B0AEA42C87E0}"/>
                </a:ext>
              </a:extLst>
            </p:cNvPr>
            <p:cNvGrpSpPr/>
            <p:nvPr/>
          </p:nvGrpSpPr>
          <p:grpSpPr>
            <a:xfrm>
              <a:off x="2372162" y="4003433"/>
              <a:ext cx="1013460" cy="507108"/>
              <a:chOff x="5078984" y="4003433"/>
              <a:chExt cx="1013460" cy="507108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87CE2BC7-298E-68A1-1E64-AF78107255F2}"/>
                  </a:ext>
                </a:extLst>
              </p:cNvPr>
              <p:cNvSpPr/>
              <p:nvPr/>
            </p:nvSpPr>
            <p:spPr>
              <a:xfrm>
                <a:off x="5078984" y="4007095"/>
                <a:ext cx="1013460" cy="503446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二等辺三角形 21">
                <a:extLst>
                  <a:ext uri="{FF2B5EF4-FFF2-40B4-BE49-F238E27FC236}">
                    <a16:creationId xmlns:a16="http://schemas.microsoft.com/office/drawing/2014/main" id="{59EC0416-3B84-C729-315D-0B14DE49349D}"/>
                  </a:ext>
                </a:extLst>
              </p:cNvPr>
              <p:cNvSpPr/>
              <p:nvPr/>
            </p:nvSpPr>
            <p:spPr>
              <a:xfrm>
                <a:off x="5078984" y="4007095"/>
                <a:ext cx="1013460" cy="503446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2CA72D28-632B-F74C-3DE3-607BA32F84B1}"/>
                  </a:ext>
                </a:extLst>
              </p:cNvPr>
              <p:cNvSpPr txBox="1"/>
              <p:nvPr/>
            </p:nvSpPr>
            <p:spPr>
              <a:xfrm>
                <a:off x="5173178" y="40034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0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D9A3422-1A51-4535-7429-B2E4D09F3BE7}"/>
                  </a:ext>
                </a:extLst>
              </p:cNvPr>
              <p:cNvSpPr txBox="1"/>
              <p:nvPr/>
            </p:nvSpPr>
            <p:spPr>
              <a:xfrm>
                <a:off x="5664505" y="4003433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90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26" name="コネクタ: カギ線 25">
              <a:extLst>
                <a:ext uri="{FF2B5EF4-FFF2-40B4-BE49-F238E27FC236}">
                  <a16:creationId xmlns:a16="http://schemas.microsoft.com/office/drawing/2014/main" id="{72E227DE-41C1-79A6-4EA3-006DE88C8B37}"/>
                </a:ext>
              </a:extLst>
            </p:cNvPr>
            <p:cNvCxnSpPr>
              <a:cxnSpLocks/>
              <a:stCxn id="5" idx="3"/>
              <a:endCxn id="14" idx="2"/>
            </p:cNvCxnSpPr>
            <p:nvPr/>
          </p:nvCxnSpPr>
          <p:spPr>
            <a:xfrm flipV="1">
              <a:off x="2131650" y="2213464"/>
              <a:ext cx="316331" cy="703943"/>
            </a:xfrm>
            <a:prstGeom prst="bentConnector3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コネクタ: カギ線 26">
              <a:extLst>
                <a:ext uri="{FF2B5EF4-FFF2-40B4-BE49-F238E27FC236}">
                  <a16:creationId xmlns:a16="http://schemas.microsoft.com/office/drawing/2014/main" id="{C4BE44B2-C610-1AEB-02C0-356173D3E6C3}"/>
                </a:ext>
              </a:extLst>
            </p:cNvPr>
            <p:cNvCxnSpPr>
              <a:cxnSpLocks/>
              <a:stCxn id="5" idx="3"/>
              <a:endCxn id="15" idx="2"/>
            </p:cNvCxnSpPr>
            <p:nvPr/>
          </p:nvCxnSpPr>
          <p:spPr>
            <a:xfrm>
              <a:off x="2131650" y="2917407"/>
              <a:ext cx="857351" cy="635808"/>
            </a:xfrm>
            <a:prstGeom prst="bentConnector3">
              <a:avLst>
                <a:gd name="adj1" fmla="val 18152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0D9239CF-4006-3939-C268-9AB363B2BEF8}"/>
                </a:ext>
              </a:extLst>
            </p:cNvPr>
            <p:cNvCxnSpPr>
              <a:cxnSpLocks/>
              <a:stCxn id="4" idx="0"/>
              <a:endCxn id="5" idx="1"/>
            </p:cNvCxnSpPr>
            <p:nvPr/>
          </p:nvCxnSpPr>
          <p:spPr>
            <a:xfrm flipV="1">
              <a:off x="1284626" y="2917407"/>
              <a:ext cx="214564" cy="3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コネクタ: カギ線 36">
              <a:extLst>
                <a:ext uri="{FF2B5EF4-FFF2-40B4-BE49-F238E27FC236}">
                  <a16:creationId xmlns:a16="http://schemas.microsoft.com/office/drawing/2014/main" id="{DB4A9155-78AE-0096-0DA4-E28419FBFC33}"/>
                </a:ext>
              </a:extLst>
            </p:cNvPr>
            <p:cNvCxnSpPr>
              <a:cxnSpLocks/>
              <a:stCxn id="3" idx="0"/>
              <a:endCxn id="4" idx="3"/>
            </p:cNvCxnSpPr>
            <p:nvPr/>
          </p:nvCxnSpPr>
          <p:spPr>
            <a:xfrm rot="16200000" flipH="1">
              <a:off x="391050" y="2398265"/>
              <a:ext cx="463058" cy="575232"/>
            </a:xfrm>
            <a:prstGeom prst="bentConnector2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449B1D6D-C785-A58C-41BD-E69BE3210645}"/>
                </a:ext>
              </a:extLst>
            </p:cNvPr>
            <p:cNvGrpSpPr/>
            <p:nvPr/>
          </p:nvGrpSpPr>
          <p:grpSpPr>
            <a:xfrm>
              <a:off x="3509309" y="1965551"/>
              <a:ext cx="632460" cy="495826"/>
              <a:chOff x="3665220" y="2475974"/>
              <a:chExt cx="632460" cy="495826"/>
            </a:xfrm>
          </p:grpSpPr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09BD91AC-2D0A-6F33-A7F3-F7A85974163F}"/>
                  </a:ext>
                </a:extLst>
              </p:cNvPr>
              <p:cNvSpPr/>
              <p:nvPr/>
            </p:nvSpPr>
            <p:spPr>
              <a:xfrm>
                <a:off x="3665220" y="2475974"/>
                <a:ext cx="632460" cy="495826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2" name="グループ化 41">
                <a:extLst>
                  <a:ext uri="{FF2B5EF4-FFF2-40B4-BE49-F238E27FC236}">
                    <a16:creationId xmlns:a16="http://schemas.microsoft.com/office/drawing/2014/main" id="{5E492F3D-5138-87F8-CB58-8E96911318EB}"/>
                  </a:ext>
                </a:extLst>
              </p:cNvPr>
              <p:cNvGrpSpPr/>
              <p:nvPr/>
            </p:nvGrpSpPr>
            <p:grpSpPr>
              <a:xfrm>
                <a:off x="3889993" y="2609984"/>
                <a:ext cx="229569" cy="227806"/>
                <a:chOff x="4927600" y="2051050"/>
                <a:chExt cx="343694" cy="336550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501B071C-C876-C05A-CFB8-E29D9137D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27600" y="2051050"/>
                  <a:ext cx="273844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4897B1DC-4438-DCE9-8725-FC77BEE14D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01444" y="2051050"/>
                  <a:ext cx="69850" cy="33655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061FDA41-0AB2-3359-251B-74FD0C68E8AA}"/>
                </a:ext>
              </a:extLst>
            </p:cNvPr>
            <p:cNvGrpSpPr/>
            <p:nvPr/>
          </p:nvGrpSpPr>
          <p:grpSpPr>
            <a:xfrm>
              <a:off x="3509309" y="3305302"/>
              <a:ext cx="632460" cy="495826"/>
              <a:chOff x="3665220" y="2475974"/>
              <a:chExt cx="632460" cy="495826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0E761B25-DEDA-EB08-19DB-92B84F2DB608}"/>
                  </a:ext>
                </a:extLst>
              </p:cNvPr>
              <p:cNvSpPr/>
              <p:nvPr/>
            </p:nvSpPr>
            <p:spPr>
              <a:xfrm>
                <a:off x="3665220" y="2475974"/>
                <a:ext cx="632460" cy="495826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3C57D4F0-C3A8-76AE-A09F-887323E71171}"/>
                  </a:ext>
                </a:extLst>
              </p:cNvPr>
              <p:cNvGrpSpPr/>
              <p:nvPr/>
            </p:nvGrpSpPr>
            <p:grpSpPr>
              <a:xfrm>
                <a:off x="3889993" y="2609984"/>
                <a:ext cx="229569" cy="227806"/>
                <a:chOff x="4927600" y="2051050"/>
                <a:chExt cx="343694" cy="336550"/>
              </a:xfrm>
            </p:grpSpPr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1CB5F079-D1E0-BBE6-21FC-0DEFCC487A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27600" y="2051050"/>
                  <a:ext cx="273844" cy="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線コネクタ 49">
                  <a:extLst>
                    <a:ext uri="{FF2B5EF4-FFF2-40B4-BE49-F238E27FC236}">
                      <a16:creationId xmlns:a16="http://schemas.microsoft.com/office/drawing/2014/main" id="{25161B73-086D-6598-16D6-B69312B04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01444" y="2051050"/>
                  <a:ext cx="69850" cy="336550"/>
                </a:xfrm>
                <a:prstGeom prst="line">
                  <a:avLst/>
                </a:prstGeom>
                <a:ln w="19050">
                  <a:solidFill>
                    <a:schemeClr val="tx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77C1E9CD-FF90-1E82-38A8-3368A4262D85}"/>
                </a:ext>
              </a:extLst>
            </p:cNvPr>
            <p:cNvCxnSpPr>
              <a:cxnSpLocks/>
              <a:stCxn id="14" idx="6"/>
              <a:endCxn id="41" idx="1"/>
            </p:cNvCxnSpPr>
            <p:nvPr/>
          </p:nvCxnSpPr>
          <p:spPr>
            <a:xfrm>
              <a:off x="2768783" y="2213464"/>
              <a:ext cx="740526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1AD0122E-B5D3-0BEB-292C-6678DF6F3A6E}"/>
                </a:ext>
              </a:extLst>
            </p:cNvPr>
            <p:cNvCxnSpPr>
              <a:cxnSpLocks/>
              <a:stCxn id="15" idx="6"/>
              <a:endCxn id="47" idx="1"/>
            </p:cNvCxnSpPr>
            <p:nvPr/>
          </p:nvCxnSpPr>
          <p:spPr>
            <a:xfrm>
              <a:off x="3309803" y="3553215"/>
              <a:ext cx="199506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E1ADC2F7-F038-615B-D55B-C5D7DE003BF0}"/>
                </a:ext>
              </a:extLst>
            </p:cNvPr>
            <p:cNvGrpSpPr/>
            <p:nvPr/>
          </p:nvGrpSpPr>
          <p:grpSpPr>
            <a:xfrm>
              <a:off x="4371216" y="1965551"/>
              <a:ext cx="857250" cy="495826"/>
              <a:chOff x="7719868" y="1965551"/>
              <a:chExt cx="857250" cy="495826"/>
            </a:xfrm>
          </p:grpSpPr>
          <p:sp>
            <p:nvSpPr>
              <p:cNvPr id="58" name="フリーフォーム: 図形 57">
                <a:extLst>
                  <a:ext uri="{FF2B5EF4-FFF2-40B4-BE49-F238E27FC236}">
                    <a16:creationId xmlns:a16="http://schemas.microsoft.com/office/drawing/2014/main" id="{839A5014-6C23-1C60-26F4-F65C3068DAE2}"/>
                  </a:ext>
                </a:extLst>
              </p:cNvPr>
              <p:cNvSpPr/>
              <p:nvPr/>
            </p:nvSpPr>
            <p:spPr>
              <a:xfrm rot="16200000">
                <a:off x="7900580" y="1784839"/>
                <a:ext cx="495826" cy="857250"/>
              </a:xfrm>
              <a:custGeom>
                <a:avLst/>
                <a:gdLst>
                  <a:gd name="csX0" fmla="*/ 530349 w 1060699"/>
                  <a:gd name="csY0" fmla="*/ 0 h 1410226"/>
                  <a:gd name="csX1" fmla="*/ 1060697 w 1060699"/>
                  <a:gd name="csY1" fmla="*/ 495826 h 1410226"/>
                  <a:gd name="csX2" fmla="*/ 1060699 w 1060699"/>
                  <a:gd name="csY2" fmla="*/ 495826 h 1410226"/>
                  <a:gd name="csX3" fmla="*/ 1060699 w 1060699"/>
                  <a:gd name="csY3" fmla="*/ 1410226 h 1410226"/>
                  <a:gd name="csX4" fmla="*/ 0 w 1060699"/>
                  <a:gd name="csY4" fmla="*/ 1410226 h 1410226"/>
                  <a:gd name="csX5" fmla="*/ 0 w 1060699"/>
                  <a:gd name="csY5" fmla="*/ 495826 h 1410226"/>
                  <a:gd name="csX6" fmla="*/ 1 w 1060699"/>
                  <a:gd name="csY6" fmla="*/ 495826 h 1410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60699" h="1410226">
                    <a:moveTo>
                      <a:pt x="530349" y="0"/>
                    </a:moveTo>
                    <a:lnTo>
                      <a:pt x="1060697" y="495826"/>
                    </a:lnTo>
                    <a:lnTo>
                      <a:pt x="1060699" y="495826"/>
                    </a:lnTo>
                    <a:lnTo>
                      <a:pt x="1060699" y="1410226"/>
                    </a:lnTo>
                    <a:lnTo>
                      <a:pt x="0" y="1410226"/>
                    </a:lnTo>
                    <a:lnTo>
                      <a:pt x="0" y="495826"/>
                    </a:lnTo>
                    <a:lnTo>
                      <a:pt x="1" y="495826"/>
                    </a:lnTo>
                    <a:close/>
                  </a:path>
                </a:pathLst>
              </a:cu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361E0477-2438-F110-E92C-E3A84B5DC3E3}"/>
                  </a:ext>
                </a:extLst>
              </p:cNvPr>
              <p:cNvSpPr txBox="1"/>
              <p:nvPr/>
            </p:nvSpPr>
            <p:spPr>
              <a:xfrm>
                <a:off x="8012540" y="2059575"/>
                <a:ext cx="564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ADC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174A7F83-D94C-C230-3233-47515A02FE7F}"/>
                </a:ext>
              </a:extLst>
            </p:cNvPr>
            <p:cNvGrpSpPr/>
            <p:nvPr/>
          </p:nvGrpSpPr>
          <p:grpSpPr>
            <a:xfrm>
              <a:off x="4371216" y="3305302"/>
              <a:ext cx="857250" cy="495826"/>
              <a:chOff x="7719868" y="1965551"/>
              <a:chExt cx="857250" cy="495826"/>
            </a:xfrm>
          </p:grpSpPr>
          <p:sp>
            <p:nvSpPr>
              <p:cNvPr id="62" name="フリーフォーム: 図形 61">
                <a:extLst>
                  <a:ext uri="{FF2B5EF4-FFF2-40B4-BE49-F238E27FC236}">
                    <a16:creationId xmlns:a16="http://schemas.microsoft.com/office/drawing/2014/main" id="{3F435B07-3293-F1D9-7599-590FD4B3F3D7}"/>
                  </a:ext>
                </a:extLst>
              </p:cNvPr>
              <p:cNvSpPr/>
              <p:nvPr/>
            </p:nvSpPr>
            <p:spPr>
              <a:xfrm rot="16200000">
                <a:off x="7900580" y="1784839"/>
                <a:ext cx="495826" cy="857250"/>
              </a:xfrm>
              <a:custGeom>
                <a:avLst/>
                <a:gdLst>
                  <a:gd name="csX0" fmla="*/ 530349 w 1060699"/>
                  <a:gd name="csY0" fmla="*/ 0 h 1410226"/>
                  <a:gd name="csX1" fmla="*/ 1060697 w 1060699"/>
                  <a:gd name="csY1" fmla="*/ 495826 h 1410226"/>
                  <a:gd name="csX2" fmla="*/ 1060699 w 1060699"/>
                  <a:gd name="csY2" fmla="*/ 495826 h 1410226"/>
                  <a:gd name="csX3" fmla="*/ 1060699 w 1060699"/>
                  <a:gd name="csY3" fmla="*/ 1410226 h 1410226"/>
                  <a:gd name="csX4" fmla="*/ 0 w 1060699"/>
                  <a:gd name="csY4" fmla="*/ 1410226 h 1410226"/>
                  <a:gd name="csX5" fmla="*/ 0 w 1060699"/>
                  <a:gd name="csY5" fmla="*/ 495826 h 1410226"/>
                  <a:gd name="csX6" fmla="*/ 1 w 1060699"/>
                  <a:gd name="csY6" fmla="*/ 495826 h 14102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60699" h="1410226">
                    <a:moveTo>
                      <a:pt x="530349" y="0"/>
                    </a:moveTo>
                    <a:lnTo>
                      <a:pt x="1060697" y="495826"/>
                    </a:lnTo>
                    <a:lnTo>
                      <a:pt x="1060699" y="495826"/>
                    </a:lnTo>
                    <a:lnTo>
                      <a:pt x="1060699" y="1410226"/>
                    </a:lnTo>
                    <a:lnTo>
                      <a:pt x="0" y="1410226"/>
                    </a:lnTo>
                    <a:lnTo>
                      <a:pt x="0" y="495826"/>
                    </a:lnTo>
                    <a:lnTo>
                      <a:pt x="1" y="495826"/>
                    </a:lnTo>
                    <a:close/>
                  </a:path>
                </a:pathLst>
              </a:cu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565512BD-5989-112A-C630-81B436148946}"/>
                  </a:ext>
                </a:extLst>
              </p:cNvPr>
              <p:cNvSpPr txBox="1"/>
              <p:nvPr/>
            </p:nvSpPr>
            <p:spPr>
              <a:xfrm>
                <a:off x="8012540" y="2059575"/>
                <a:ext cx="564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ADC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A4D29167-57E6-2A90-79E6-1AAEE66ABF84}"/>
                </a:ext>
              </a:extLst>
            </p:cNvPr>
            <p:cNvCxnSpPr>
              <a:cxnSpLocks/>
              <a:stCxn id="47" idx="3"/>
              <a:endCxn id="62" idx="0"/>
            </p:cNvCxnSpPr>
            <p:nvPr/>
          </p:nvCxnSpPr>
          <p:spPr>
            <a:xfrm>
              <a:off x="4141769" y="3553215"/>
              <a:ext cx="229447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5956A2BF-3D38-8BBA-BA3D-051EF3F81471}"/>
                </a:ext>
              </a:extLst>
            </p:cNvPr>
            <p:cNvCxnSpPr>
              <a:cxnSpLocks/>
              <a:stCxn id="41" idx="3"/>
              <a:endCxn id="58" idx="0"/>
            </p:cNvCxnSpPr>
            <p:nvPr/>
          </p:nvCxnSpPr>
          <p:spPr>
            <a:xfrm>
              <a:off x="4141769" y="2213464"/>
              <a:ext cx="229447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C1EB68BA-405A-C6DC-49E5-EA8C8586F305}"/>
                </a:ext>
              </a:extLst>
            </p:cNvPr>
            <p:cNvSpPr txBox="1"/>
            <p:nvPr/>
          </p:nvSpPr>
          <p:spPr>
            <a:xfrm>
              <a:off x="808993" y="2307679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LNA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81D78821-F7A2-5350-3044-9D4E3178A375}"/>
                </a:ext>
              </a:extLst>
            </p:cNvPr>
            <p:cNvSpPr txBox="1"/>
            <p:nvPr/>
          </p:nvSpPr>
          <p:spPr>
            <a:xfrm>
              <a:off x="1526516" y="2307679"/>
              <a:ext cx="534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BPF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593F84B8-ADFE-2EDF-B03D-8A37F87E911C}"/>
                </a:ext>
              </a:extLst>
            </p:cNvPr>
            <p:cNvSpPr txBox="1"/>
            <p:nvPr/>
          </p:nvSpPr>
          <p:spPr>
            <a:xfrm>
              <a:off x="3568897" y="1637897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LPF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0FD062C6-423A-DE61-FE2C-A43B2C396F33}"/>
                </a:ext>
              </a:extLst>
            </p:cNvPr>
            <p:cNvSpPr txBox="1"/>
            <p:nvPr/>
          </p:nvSpPr>
          <p:spPr>
            <a:xfrm>
              <a:off x="3568897" y="2723511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LPF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58C57065-45D8-89E5-AE5F-2925E3902290}"/>
                </a:ext>
              </a:extLst>
            </p:cNvPr>
            <p:cNvGrpSpPr/>
            <p:nvPr/>
          </p:nvGrpSpPr>
          <p:grpSpPr>
            <a:xfrm>
              <a:off x="3461256" y="4972190"/>
              <a:ext cx="392290" cy="392290"/>
              <a:chOff x="3444633" y="5424678"/>
              <a:chExt cx="495826" cy="495826"/>
            </a:xfrm>
          </p:grpSpPr>
          <p:sp>
            <p:nvSpPr>
              <p:cNvPr id="78" name="楕円 77">
                <a:extLst>
                  <a:ext uri="{FF2B5EF4-FFF2-40B4-BE49-F238E27FC236}">
                    <a16:creationId xmlns:a16="http://schemas.microsoft.com/office/drawing/2014/main" id="{432276EF-AAE4-522E-FC8F-1FFC9653B4E6}"/>
                  </a:ext>
                </a:extLst>
              </p:cNvPr>
              <p:cNvSpPr/>
              <p:nvPr/>
            </p:nvSpPr>
            <p:spPr>
              <a:xfrm>
                <a:off x="3444633" y="5424678"/>
                <a:ext cx="495826" cy="495826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84" name="フリーフォーム: 図形 83">
                <a:extLst>
                  <a:ext uri="{FF2B5EF4-FFF2-40B4-BE49-F238E27FC236}">
                    <a16:creationId xmlns:a16="http://schemas.microsoft.com/office/drawing/2014/main" id="{8587601D-5FA3-8B97-5AED-416A561A91D6}"/>
                  </a:ext>
                </a:extLst>
              </p:cNvPr>
              <p:cNvSpPr/>
              <p:nvPr/>
            </p:nvSpPr>
            <p:spPr>
              <a:xfrm>
                <a:off x="3528090" y="5544251"/>
                <a:ext cx="328912" cy="256681"/>
              </a:xfrm>
              <a:custGeom>
                <a:avLst/>
                <a:gdLst>
                  <a:gd name="csX0" fmla="*/ 0 w 178594"/>
                  <a:gd name="csY0" fmla="*/ 186706 h 331880"/>
                  <a:gd name="csX1" fmla="*/ 47625 w 178594"/>
                  <a:gd name="csY1" fmla="*/ 3350 h 331880"/>
                  <a:gd name="csX2" fmla="*/ 138113 w 178594"/>
                  <a:gd name="csY2" fmla="*/ 327200 h 331880"/>
                  <a:gd name="csX3" fmla="*/ 178594 w 178594"/>
                  <a:gd name="csY3" fmla="*/ 165275 h 331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8594" h="331880">
                    <a:moveTo>
                      <a:pt x="0" y="186706"/>
                    </a:moveTo>
                    <a:cubicBezTo>
                      <a:pt x="12303" y="83320"/>
                      <a:pt x="24606" y="-20066"/>
                      <a:pt x="47625" y="3350"/>
                    </a:cubicBezTo>
                    <a:cubicBezTo>
                      <a:pt x="70644" y="26766"/>
                      <a:pt x="116285" y="300213"/>
                      <a:pt x="138113" y="327200"/>
                    </a:cubicBezTo>
                    <a:cubicBezTo>
                      <a:pt x="159941" y="354187"/>
                      <a:pt x="169267" y="259731"/>
                      <a:pt x="178594" y="165275"/>
                    </a:cubicBezTo>
                  </a:path>
                </a:pathLst>
              </a:custGeom>
              <a:noFill/>
              <a:ln w="19050"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94" name="コネクタ: カギ線 93">
              <a:extLst>
                <a:ext uri="{FF2B5EF4-FFF2-40B4-BE49-F238E27FC236}">
                  <a16:creationId xmlns:a16="http://schemas.microsoft.com/office/drawing/2014/main" id="{1377E20B-2FED-A907-1F6D-F827031EA62B}"/>
                </a:ext>
              </a:extLst>
            </p:cNvPr>
            <p:cNvCxnSpPr>
              <a:cxnSpLocks/>
              <a:stCxn id="78" idx="2"/>
              <a:endCxn id="22" idx="3"/>
            </p:cNvCxnSpPr>
            <p:nvPr/>
          </p:nvCxnSpPr>
          <p:spPr>
            <a:xfrm rot="10800000">
              <a:off x="2878892" y="4510541"/>
              <a:ext cx="582364" cy="657794"/>
            </a:xfrm>
            <a:prstGeom prst="bentConnector2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FB1EE32C-37BA-2158-C192-7986F9551483}"/>
                </a:ext>
              </a:extLst>
            </p:cNvPr>
            <p:cNvGrpSpPr/>
            <p:nvPr/>
          </p:nvGrpSpPr>
          <p:grpSpPr>
            <a:xfrm>
              <a:off x="4119681" y="4972190"/>
              <a:ext cx="632460" cy="392290"/>
              <a:chOff x="4436940" y="4972190"/>
              <a:chExt cx="632460" cy="392290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C834A659-0BE9-C836-DC3C-404E3B8770C4}"/>
                  </a:ext>
                </a:extLst>
              </p:cNvPr>
              <p:cNvSpPr/>
              <p:nvPr/>
            </p:nvSpPr>
            <p:spPr>
              <a:xfrm>
                <a:off x="4436940" y="4972190"/>
                <a:ext cx="632460" cy="392290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151104C5-3477-B684-8B32-408BEBE2DF5D}"/>
                  </a:ext>
                </a:extLst>
              </p:cNvPr>
              <p:cNvSpPr txBox="1"/>
              <p:nvPr/>
            </p:nvSpPr>
            <p:spPr>
              <a:xfrm>
                <a:off x="4501338" y="5014447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PLL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楕円 96">
                <a:extLst>
                  <a:ext uri="{FF2B5EF4-FFF2-40B4-BE49-F238E27FC236}">
                    <a16:creationId xmlns:a16="http://schemas.microsoft.com/office/drawing/2014/main" id="{4B187FA5-0033-3FDC-ACFE-3EC8CDF0CFB2}"/>
                  </a:ext>
                </a:extLst>
              </p:cNvPr>
              <p:cNvSpPr/>
              <p:nvPr/>
            </p:nvSpPr>
            <p:spPr>
              <a:xfrm>
                <a:off x="5023680" y="5043934"/>
                <a:ext cx="45720" cy="457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8" name="楕円 97">
                <a:extLst>
                  <a:ext uri="{FF2B5EF4-FFF2-40B4-BE49-F238E27FC236}">
                    <a16:creationId xmlns:a16="http://schemas.microsoft.com/office/drawing/2014/main" id="{688BE338-92F8-3DDE-82AE-8A5BE80D5648}"/>
                  </a:ext>
                </a:extLst>
              </p:cNvPr>
              <p:cNvSpPr/>
              <p:nvPr/>
            </p:nvSpPr>
            <p:spPr>
              <a:xfrm>
                <a:off x="5023680" y="5247016"/>
                <a:ext cx="45720" cy="4572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99" name="コネクタ: カギ線 98">
              <a:extLst>
                <a:ext uri="{FF2B5EF4-FFF2-40B4-BE49-F238E27FC236}">
                  <a16:creationId xmlns:a16="http://schemas.microsoft.com/office/drawing/2014/main" id="{E13C3F42-D0D3-6CB0-1E39-E4BF9B640C53}"/>
                </a:ext>
              </a:extLst>
            </p:cNvPr>
            <p:cNvCxnSpPr>
              <a:cxnSpLocks/>
              <a:stCxn id="78" idx="2"/>
              <a:endCxn id="97" idx="6"/>
            </p:cNvCxnSpPr>
            <p:nvPr/>
          </p:nvCxnSpPr>
          <p:spPr>
            <a:xfrm rot="10800000" flipH="1">
              <a:off x="3461255" y="5066795"/>
              <a:ext cx="1290885" cy="101541"/>
            </a:xfrm>
            <a:prstGeom prst="bentConnector5">
              <a:avLst>
                <a:gd name="adj1" fmla="val -17709"/>
                <a:gd name="adj2" fmla="val 455821"/>
                <a:gd name="adj3" fmla="val 117709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直線矢印コネクタ 101">
              <a:extLst>
                <a:ext uri="{FF2B5EF4-FFF2-40B4-BE49-F238E27FC236}">
                  <a16:creationId xmlns:a16="http://schemas.microsoft.com/office/drawing/2014/main" id="{AE1A4611-F88F-D61F-4A02-5AA5CC53286E}"/>
                </a:ext>
              </a:extLst>
            </p:cNvPr>
            <p:cNvCxnSpPr>
              <a:cxnSpLocks/>
              <a:stCxn id="87" idx="1"/>
              <a:endCxn id="78" idx="6"/>
            </p:cNvCxnSpPr>
            <p:nvPr/>
          </p:nvCxnSpPr>
          <p:spPr>
            <a:xfrm flipH="1">
              <a:off x="3853546" y="5168335"/>
              <a:ext cx="266135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11160F5E-4F2B-FA97-57AA-A9867DE2A169}"/>
                </a:ext>
              </a:extLst>
            </p:cNvPr>
            <p:cNvSpPr txBox="1"/>
            <p:nvPr/>
          </p:nvSpPr>
          <p:spPr>
            <a:xfrm>
              <a:off x="63093" y="177214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ANT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E2169630-B974-8B32-3398-0A8E148C9067}"/>
                </a:ext>
              </a:extLst>
            </p:cNvPr>
            <p:cNvGrpSpPr/>
            <p:nvPr/>
          </p:nvGrpSpPr>
          <p:grpSpPr>
            <a:xfrm>
              <a:off x="6037265" y="6046136"/>
              <a:ext cx="1098776" cy="632482"/>
              <a:chOff x="3833813" y="6055659"/>
              <a:chExt cx="1098776" cy="632482"/>
            </a:xfrm>
          </p:grpSpPr>
          <p:sp>
            <p:nvSpPr>
              <p:cNvPr id="112" name="正方形/長方形 111">
                <a:extLst>
                  <a:ext uri="{FF2B5EF4-FFF2-40B4-BE49-F238E27FC236}">
                    <a16:creationId xmlns:a16="http://schemas.microsoft.com/office/drawing/2014/main" id="{6ADAC961-86D6-B91F-5A08-002F70D67095}"/>
                  </a:ext>
                </a:extLst>
              </p:cNvPr>
              <p:cNvSpPr/>
              <p:nvPr/>
            </p:nvSpPr>
            <p:spPr>
              <a:xfrm>
                <a:off x="3833813" y="6055659"/>
                <a:ext cx="1098776" cy="632482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29003711-6B15-6E8B-6217-B50950E4EB81}"/>
                  </a:ext>
                </a:extLst>
              </p:cNvPr>
              <p:cNvSpPr txBox="1"/>
              <p:nvPr/>
            </p:nvSpPr>
            <p:spPr>
              <a:xfrm>
                <a:off x="3878095" y="6110290"/>
                <a:ext cx="10102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Reference</a:t>
                </a:r>
                <a:b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Oscillator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17" name="コネクタ: カギ線 116">
              <a:extLst>
                <a:ext uri="{FF2B5EF4-FFF2-40B4-BE49-F238E27FC236}">
                  <a16:creationId xmlns:a16="http://schemas.microsoft.com/office/drawing/2014/main" id="{9F5E4D17-CA07-E529-9331-43B1D924AEB6}"/>
                </a:ext>
              </a:extLst>
            </p:cNvPr>
            <p:cNvCxnSpPr>
              <a:cxnSpLocks/>
              <a:stCxn id="112" idx="1"/>
              <a:endCxn id="98" idx="6"/>
            </p:cNvCxnSpPr>
            <p:nvPr/>
          </p:nvCxnSpPr>
          <p:spPr>
            <a:xfrm rot="10800000">
              <a:off x="4752141" y="5269877"/>
              <a:ext cx="1285124" cy="1092501"/>
            </a:xfrm>
            <a:prstGeom prst="bentConnector3">
              <a:avLst>
                <a:gd name="adj1" fmla="val 82730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DC7F5B8C-F4B5-83EF-672A-577A30360B58}"/>
                </a:ext>
              </a:extLst>
            </p:cNvPr>
            <p:cNvSpPr txBox="1"/>
            <p:nvPr/>
          </p:nvSpPr>
          <p:spPr>
            <a:xfrm>
              <a:off x="3395121" y="5346475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VCO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28" name="楕円 127">
              <a:extLst>
                <a:ext uri="{FF2B5EF4-FFF2-40B4-BE49-F238E27FC236}">
                  <a16:creationId xmlns:a16="http://schemas.microsoft.com/office/drawing/2014/main" id="{42BCC48A-75BB-99B8-C549-F649F9860BB5}"/>
                </a:ext>
              </a:extLst>
            </p:cNvPr>
            <p:cNvSpPr/>
            <p:nvPr/>
          </p:nvSpPr>
          <p:spPr>
            <a:xfrm>
              <a:off x="3180014" y="5111349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CE4FF484-D019-988C-D332-968C267B8630}"/>
                </a:ext>
              </a:extLst>
            </p:cNvPr>
            <p:cNvSpPr txBox="1"/>
            <p:nvPr/>
          </p:nvSpPr>
          <p:spPr>
            <a:xfrm>
              <a:off x="2267873" y="485724"/>
              <a:ext cx="17187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600" dirty="0">
                  <a:solidFill>
                    <a:schemeClr val="tx1">
                      <a:lumMod val="50000"/>
                    </a:schemeClr>
                  </a:solidFill>
                </a:rPr>
                <a:t>RF</a:t>
              </a:r>
              <a:r>
                <a:rPr kumimoji="1" lang="ja-JP" altLang="en-US" sz="1600" dirty="0">
                  <a:solidFill>
                    <a:schemeClr val="tx1">
                      <a:lumMod val="50000"/>
                    </a:schemeClr>
                  </a:solidFill>
                </a:rPr>
                <a:t>フロントエンド</a:t>
              </a:r>
              <a:endParaRPr kumimoji="1" lang="en-US" altLang="ja-JP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49" name="フローチャート: 和接合 148">
              <a:extLst>
                <a:ext uri="{FF2B5EF4-FFF2-40B4-BE49-F238E27FC236}">
                  <a16:creationId xmlns:a16="http://schemas.microsoft.com/office/drawing/2014/main" id="{45E6BB18-FD56-7214-DE35-5EFC5D11E220}"/>
                </a:ext>
              </a:extLst>
            </p:cNvPr>
            <p:cNvSpPr/>
            <p:nvPr/>
          </p:nvSpPr>
          <p:spPr>
            <a:xfrm>
              <a:off x="5666202" y="2053062"/>
              <a:ext cx="320802" cy="320802"/>
            </a:xfrm>
            <a:prstGeom prst="flowChartSummingJunction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フローチャート: 和接合 149">
              <a:extLst>
                <a:ext uri="{FF2B5EF4-FFF2-40B4-BE49-F238E27FC236}">
                  <a16:creationId xmlns:a16="http://schemas.microsoft.com/office/drawing/2014/main" id="{3FC6667A-748D-064E-ABC8-3F3EE9C5DE60}"/>
                </a:ext>
              </a:extLst>
            </p:cNvPr>
            <p:cNvSpPr/>
            <p:nvPr/>
          </p:nvSpPr>
          <p:spPr>
            <a:xfrm>
              <a:off x="6207222" y="3392814"/>
              <a:ext cx="320802" cy="320802"/>
            </a:xfrm>
            <a:prstGeom prst="flowChartSummingJunction">
              <a:avLst/>
            </a:prstGeom>
            <a:noFill/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1" name="直線矢印コネクタ 150">
              <a:extLst>
                <a:ext uri="{FF2B5EF4-FFF2-40B4-BE49-F238E27FC236}">
                  <a16:creationId xmlns:a16="http://schemas.microsoft.com/office/drawing/2014/main" id="{3625FCE4-9D51-A463-0EC9-D065A2ADF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6603" y="2373865"/>
              <a:ext cx="0" cy="163323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" name="直線矢印コネクタ 151">
              <a:extLst>
                <a:ext uri="{FF2B5EF4-FFF2-40B4-BE49-F238E27FC236}">
                  <a16:creationId xmlns:a16="http://schemas.microsoft.com/office/drawing/2014/main" id="{D467C88D-680C-C72D-DE43-9F6980FE389D}"/>
                </a:ext>
              </a:extLst>
            </p:cNvPr>
            <p:cNvCxnSpPr>
              <a:cxnSpLocks/>
              <a:stCxn id="157" idx="0"/>
              <a:endCxn id="150" idx="4"/>
            </p:cNvCxnSpPr>
            <p:nvPr/>
          </p:nvCxnSpPr>
          <p:spPr>
            <a:xfrm flipV="1">
              <a:off x="6367623" y="3713616"/>
              <a:ext cx="0" cy="29775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53" name="グループ化 152">
              <a:extLst>
                <a:ext uri="{FF2B5EF4-FFF2-40B4-BE49-F238E27FC236}">
                  <a16:creationId xmlns:a16="http://schemas.microsoft.com/office/drawing/2014/main" id="{C7E6EB56-E73A-33E4-FF3C-0201DC7378EB}"/>
                </a:ext>
              </a:extLst>
            </p:cNvPr>
            <p:cNvGrpSpPr/>
            <p:nvPr/>
          </p:nvGrpSpPr>
          <p:grpSpPr>
            <a:xfrm>
              <a:off x="5590383" y="4007095"/>
              <a:ext cx="1013460" cy="503446"/>
              <a:chOff x="5078984" y="4007095"/>
              <a:chExt cx="1013460" cy="503446"/>
            </a:xfrm>
          </p:grpSpPr>
          <p:sp>
            <p:nvSpPr>
              <p:cNvPr id="154" name="正方形/長方形 153">
                <a:extLst>
                  <a:ext uri="{FF2B5EF4-FFF2-40B4-BE49-F238E27FC236}">
                    <a16:creationId xmlns:a16="http://schemas.microsoft.com/office/drawing/2014/main" id="{F103F8C5-159C-A4D6-860C-DD63627F6559}"/>
                  </a:ext>
                </a:extLst>
              </p:cNvPr>
              <p:cNvSpPr/>
              <p:nvPr/>
            </p:nvSpPr>
            <p:spPr>
              <a:xfrm>
                <a:off x="5078984" y="4007095"/>
                <a:ext cx="1013460" cy="503446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5" name="二等辺三角形 154">
                <a:extLst>
                  <a:ext uri="{FF2B5EF4-FFF2-40B4-BE49-F238E27FC236}">
                    <a16:creationId xmlns:a16="http://schemas.microsoft.com/office/drawing/2014/main" id="{A2EBDE23-0478-166F-8D6C-30323DE05F5B}"/>
                  </a:ext>
                </a:extLst>
              </p:cNvPr>
              <p:cNvSpPr/>
              <p:nvPr/>
            </p:nvSpPr>
            <p:spPr>
              <a:xfrm>
                <a:off x="5078984" y="4007095"/>
                <a:ext cx="1013460" cy="503446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56" name="テキスト ボックス 155">
                <a:extLst>
                  <a:ext uri="{FF2B5EF4-FFF2-40B4-BE49-F238E27FC236}">
                    <a16:creationId xmlns:a16="http://schemas.microsoft.com/office/drawing/2014/main" id="{45C885AD-BDCE-1775-E61C-FFBE78C5DAC2}"/>
                  </a:ext>
                </a:extLst>
              </p:cNvPr>
              <p:cNvSpPr txBox="1"/>
              <p:nvPr/>
            </p:nvSpPr>
            <p:spPr>
              <a:xfrm>
                <a:off x="5173178" y="402089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0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テキスト ボックス 156">
                <a:extLst>
                  <a:ext uri="{FF2B5EF4-FFF2-40B4-BE49-F238E27FC236}">
                    <a16:creationId xmlns:a16="http://schemas.microsoft.com/office/drawing/2014/main" id="{5205BF62-5FE1-E6F3-15F9-985F71704B9C}"/>
                  </a:ext>
                </a:extLst>
              </p:cNvPr>
              <p:cNvSpPr txBox="1"/>
              <p:nvPr/>
            </p:nvSpPr>
            <p:spPr>
              <a:xfrm>
                <a:off x="5664505" y="4011366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90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60" name="直線矢印コネクタ 159">
              <a:extLst>
                <a:ext uri="{FF2B5EF4-FFF2-40B4-BE49-F238E27FC236}">
                  <a16:creationId xmlns:a16="http://schemas.microsoft.com/office/drawing/2014/main" id="{837E581F-3D91-D8F3-7C8D-EA98A2F0C696}"/>
                </a:ext>
              </a:extLst>
            </p:cNvPr>
            <p:cNvCxnSpPr>
              <a:cxnSpLocks/>
              <a:stCxn id="149" idx="6"/>
              <a:endCxn id="214" idx="2"/>
            </p:cNvCxnSpPr>
            <p:nvPr/>
          </p:nvCxnSpPr>
          <p:spPr>
            <a:xfrm flipV="1">
              <a:off x="5987004" y="2210396"/>
              <a:ext cx="1676715" cy="3067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直線矢印コネクタ 160">
              <a:extLst>
                <a:ext uri="{FF2B5EF4-FFF2-40B4-BE49-F238E27FC236}">
                  <a16:creationId xmlns:a16="http://schemas.microsoft.com/office/drawing/2014/main" id="{BC15A11A-08D5-D1DD-3CE9-68E33ED7EFDB}"/>
                </a:ext>
              </a:extLst>
            </p:cNvPr>
            <p:cNvCxnSpPr>
              <a:cxnSpLocks/>
              <a:stCxn id="150" idx="6"/>
              <a:endCxn id="219" idx="2"/>
            </p:cNvCxnSpPr>
            <p:nvPr/>
          </p:nvCxnSpPr>
          <p:spPr>
            <a:xfrm flipV="1">
              <a:off x="6528024" y="3548453"/>
              <a:ext cx="1135695" cy="4762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2" name="直線矢印コネクタ 161">
              <a:extLst>
                <a:ext uri="{FF2B5EF4-FFF2-40B4-BE49-F238E27FC236}">
                  <a16:creationId xmlns:a16="http://schemas.microsoft.com/office/drawing/2014/main" id="{74149D15-56C9-261C-DC8F-2969517AA215}"/>
                </a:ext>
              </a:extLst>
            </p:cNvPr>
            <p:cNvCxnSpPr>
              <a:cxnSpLocks/>
              <a:stCxn id="63" idx="3"/>
              <a:endCxn id="150" idx="2"/>
            </p:cNvCxnSpPr>
            <p:nvPr/>
          </p:nvCxnSpPr>
          <p:spPr>
            <a:xfrm>
              <a:off x="5228466" y="3553215"/>
              <a:ext cx="978756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3" name="直線矢印コネクタ 162">
              <a:extLst>
                <a:ext uri="{FF2B5EF4-FFF2-40B4-BE49-F238E27FC236}">
                  <a16:creationId xmlns:a16="http://schemas.microsoft.com/office/drawing/2014/main" id="{618FAEC4-9EB8-3E0B-B332-CCFB0481CA6E}"/>
                </a:ext>
              </a:extLst>
            </p:cNvPr>
            <p:cNvCxnSpPr>
              <a:cxnSpLocks/>
              <a:stCxn id="59" idx="3"/>
              <a:endCxn id="149" idx="2"/>
            </p:cNvCxnSpPr>
            <p:nvPr/>
          </p:nvCxnSpPr>
          <p:spPr>
            <a:xfrm flipV="1">
              <a:off x="5228466" y="2213463"/>
              <a:ext cx="437736" cy="1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72" name="グループ化 171">
              <a:extLst>
                <a:ext uri="{FF2B5EF4-FFF2-40B4-BE49-F238E27FC236}">
                  <a16:creationId xmlns:a16="http://schemas.microsoft.com/office/drawing/2014/main" id="{8ED97DA3-AAEC-95F0-0530-C64F186DBB51}"/>
                </a:ext>
              </a:extLst>
            </p:cNvPr>
            <p:cNvGrpSpPr/>
            <p:nvPr/>
          </p:nvGrpSpPr>
          <p:grpSpPr>
            <a:xfrm>
              <a:off x="6310464" y="5429897"/>
              <a:ext cx="1284050" cy="373225"/>
              <a:chOff x="3833813" y="6055659"/>
              <a:chExt cx="1284050" cy="373225"/>
            </a:xfrm>
          </p:grpSpPr>
          <p:sp>
            <p:nvSpPr>
              <p:cNvPr id="173" name="正方形/長方形 172">
                <a:extLst>
                  <a:ext uri="{FF2B5EF4-FFF2-40B4-BE49-F238E27FC236}">
                    <a16:creationId xmlns:a16="http://schemas.microsoft.com/office/drawing/2014/main" id="{093DAB4A-A7C6-A10E-4B7E-6C7DE59A4D1F}"/>
                  </a:ext>
                </a:extLst>
              </p:cNvPr>
              <p:cNvSpPr/>
              <p:nvPr/>
            </p:nvSpPr>
            <p:spPr>
              <a:xfrm>
                <a:off x="3833813" y="6055659"/>
                <a:ext cx="1284050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74" name="テキスト ボックス 173">
                <a:extLst>
                  <a:ext uri="{FF2B5EF4-FFF2-40B4-BE49-F238E27FC236}">
                    <a16:creationId xmlns:a16="http://schemas.microsoft.com/office/drawing/2014/main" id="{7E1A26F2-CD2A-24D9-D868-169E899F2A22}"/>
                  </a:ext>
                </a:extLst>
              </p:cNvPr>
              <p:cNvSpPr txBox="1"/>
              <p:nvPr/>
            </p:nvSpPr>
            <p:spPr>
              <a:xfrm>
                <a:off x="3885773" y="6088383"/>
                <a:ext cx="11801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Carrier</a:t>
                </a:r>
                <a:r>
                  <a:rPr lang="ja-JP" altLang="en-US" sz="14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NCO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78" name="コネクタ: カギ線 177">
              <a:extLst>
                <a:ext uri="{FF2B5EF4-FFF2-40B4-BE49-F238E27FC236}">
                  <a16:creationId xmlns:a16="http://schemas.microsoft.com/office/drawing/2014/main" id="{C78CE48B-C589-0562-A3B3-BD1D7EFFC8D0}"/>
                </a:ext>
              </a:extLst>
            </p:cNvPr>
            <p:cNvCxnSpPr>
              <a:cxnSpLocks/>
              <a:stCxn id="173" idx="1"/>
              <a:endCxn id="155" idx="3"/>
            </p:cNvCxnSpPr>
            <p:nvPr/>
          </p:nvCxnSpPr>
          <p:spPr>
            <a:xfrm rot="10800000">
              <a:off x="6097114" y="4510542"/>
              <a:ext cx="213351" cy="1105969"/>
            </a:xfrm>
            <a:prstGeom prst="bentConnector2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12" name="グループ化 211">
              <a:extLst>
                <a:ext uri="{FF2B5EF4-FFF2-40B4-BE49-F238E27FC236}">
                  <a16:creationId xmlns:a16="http://schemas.microsoft.com/office/drawing/2014/main" id="{A9E0C01E-D885-5F92-C2EA-12C4E5FE7A5D}"/>
                </a:ext>
              </a:extLst>
            </p:cNvPr>
            <p:cNvGrpSpPr/>
            <p:nvPr/>
          </p:nvGrpSpPr>
          <p:grpSpPr>
            <a:xfrm>
              <a:off x="7113311" y="1640135"/>
              <a:ext cx="1421618" cy="1140522"/>
              <a:chOff x="7584882" y="2974179"/>
              <a:chExt cx="1421618" cy="1140522"/>
            </a:xfrm>
          </p:grpSpPr>
          <p:sp>
            <p:nvSpPr>
              <p:cNvPr id="213" name="フローチャート: 和接合 212">
                <a:extLst>
                  <a:ext uri="{FF2B5EF4-FFF2-40B4-BE49-F238E27FC236}">
                    <a16:creationId xmlns:a16="http://schemas.microsoft.com/office/drawing/2014/main" id="{450A390C-562E-9D8A-5961-B0AD0EDB0DCD}"/>
                  </a:ext>
                </a:extLst>
              </p:cNvPr>
              <p:cNvSpPr/>
              <p:nvPr/>
            </p:nvSpPr>
            <p:spPr>
              <a:xfrm>
                <a:off x="8685698" y="297417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14" name="フローチャート: 和接合 213">
                <a:extLst>
                  <a:ext uri="{FF2B5EF4-FFF2-40B4-BE49-F238E27FC236}">
                    <a16:creationId xmlns:a16="http://schemas.microsoft.com/office/drawing/2014/main" id="{DCA0EDE0-18FD-BF44-8F18-33CB7A17DEFB}"/>
                  </a:ext>
                </a:extLst>
              </p:cNvPr>
              <p:cNvSpPr/>
              <p:nvPr/>
            </p:nvSpPr>
            <p:spPr>
              <a:xfrm>
                <a:off x="8135290" y="338403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15" name="フローチャート: 和接合 214">
                <a:extLst>
                  <a:ext uri="{FF2B5EF4-FFF2-40B4-BE49-F238E27FC236}">
                    <a16:creationId xmlns:a16="http://schemas.microsoft.com/office/drawing/2014/main" id="{7FA36DF3-425A-60E9-31D6-2ECA4D7B94F6}"/>
                  </a:ext>
                </a:extLst>
              </p:cNvPr>
              <p:cNvSpPr/>
              <p:nvPr/>
            </p:nvSpPr>
            <p:spPr>
              <a:xfrm>
                <a:off x="7584882" y="379389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7" name="グループ化 216">
              <a:extLst>
                <a:ext uri="{FF2B5EF4-FFF2-40B4-BE49-F238E27FC236}">
                  <a16:creationId xmlns:a16="http://schemas.microsoft.com/office/drawing/2014/main" id="{776BFA35-56B0-1527-0400-DB583D8449B4}"/>
                </a:ext>
              </a:extLst>
            </p:cNvPr>
            <p:cNvGrpSpPr/>
            <p:nvPr/>
          </p:nvGrpSpPr>
          <p:grpSpPr>
            <a:xfrm>
              <a:off x="7147914" y="2978192"/>
              <a:ext cx="1387015" cy="1140522"/>
              <a:chOff x="7619485" y="2974179"/>
              <a:chExt cx="1387015" cy="1140522"/>
            </a:xfrm>
          </p:grpSpPr>
          <p:sp>
            <p:nvSpPr>
              <p:cNvPr id="218" name="フローチャート: 和接合 217">
                <a:extLst>
                  <a:ext uri="{FF2B5EF4-FFF2-40B4-BE49-F238E27FC236}">
                    <a16:creationId xmlns:a16="http://schemas.microsoft.com/office/drawing/2014/main" id="{4B02F332-091A-4AC2-3C0C-79197E235FC8}"/>
                  </a:ext>
                </a:extLst>
              </p:cNvPr>
              <p:cNvSpPr/>
              <p:nvPr/>
            </p:nvSpPr>
            <p:spPr>
              <a:xfrm>
                <a:off x="8685698" y="297417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19" name="フローチャート: 和接合 218">
                <a:extLst>
                  <a:ext uri="{FF2B5EF4-FFF2-40B4-BE49-F238E27FC236}">
                    <a16:creationId xmlns:a16="http://schemas.microsoft.com/office/drawing/2014/main" id="{05EC9179-F5C7-19B7-BD18-EF5FC9F75337}"/>
                  </a:ext>
                </a:extLst>
              </p:cNvPr>
              <p:cNvSpPr/>
              <p:nvPr/>
            </p:nvSpPr>
            <p:spPr>
              <a:xfrm>
                <a:off x="8135290" y="338403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20" name="フローチャート: 和接合 219">
                <a:extLst>
                  <a:ext uri="{FF2B5EF4-FFF2-40B4-BE49-F238E27FC236}">
                    <a16:creationId xmlns:a16="http://schemas.microsoft.com/office/drawing/2014/main" id="{72EB620D-AE6A-ACDF-4D94-939DFC721961}"/>
                  </a:ext>
                </a:extLst>
              </p:cNvPr>
              <p:cNvSpPr/>
              <p:nvPr/>
            </p:nvSpPr>
            <p:spPr>
              <a:xfrm>
                <a:off x="7619485" y="3793899"/>
                <a:ext cx="320802" cy="320802"/>
              </a:xfrm>
              <a:prstGeom prst="flowChartSummingJunction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23" name="コネクタ: カギ線 222">
              <a:extLst>
                <a:ext uri="{FF2B5EF4-FFF2-40B4-BE49-F238E27FC236}">
                  <a16:creationId xmlns:a16="http://schemas.microsoft.com/office/drawing/2014/main" id="{4373E921-81D9-DE8F-B797-90E921210E7A}"/>
                </a:ext>
              </a:extLst>
            </p:cNvPr>
            <p:cNvCxnSpPr>
              <a:cxnSpLocks/>
              <a:stCxn id="150" idx="6"/>
              <a:endCxn id="220" idx="2"/>
            </p:cNvCxnSpPr>
            <p:nvPr/>
          </p:nvCxnSpPr>
          <p:spPr>
            <a:xfrm>
              <a:off x="6528024" y="3553215"/>
              <a:ext cx="619890" cy="40509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6" name="コネクタ: カギ線 225">
              <a:extLst>
                <a:ext uri="{FF2B5EF4-FFF2-40B4-BE49-F238E27FC236}">
                  <a16:creationId xmlns:a16="http://schemas.microsoft.com/office/drawing/2014/main" id="{6D6C2180-F281-F761-7C73-38881357BB8F}"/>
                </a:ext>
              </a:extLst>
            </p:cNvPr>
            <p:cNvCxnSpPr>
              <a:cxnSpLocks/>
              <a:stCxn id="150" idx="6"/>
              <a:endCxn id="218" idx="2"/>
            </p:cNvCxnSpPr>
            <p:nvPr/>
          </p:nvCxnSpPr>
          <p:spPr>
            <a:xfrm flipV="1">
              <a:off x="6528024" y="3138593"/>
              <a:ext cx="1686103" cy="414622"/>
            </a:xfrm>
            <a:prstGeom prst="bentConnector3">
              <a:avLst>
                <a:gd name="adj1" fmla="val 18478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0" name="コネクタ: カギ線 229">
              <a:extLst>
                <a:ext uri="{FF2B5EF4-FFF2-40B4-BE49-F238E27FC236}">
                  <a16:creationId xmlns:a16="http://schemas.microsoft.com/office/drawing/2014/main" id="{491E6C92-3240-EE6B-629A-4693F73DF043}"/>
                </a:ext>
              </a:extLst>
            </p:cNvPr>
            <p:cNvCxnSpPr>
              <a:cxnSpLocks/>
              <a:stCxn id="149" idx="6"/>
              <a:endCxn id="213" idx="2"/>
            </p:cNvCxnSpPr>
            <p:nvPr/>
          </p:nvCxnSpPr>
          <p:spPr>
            <a:xfrm flipV="1">
              <a:off x="5987004" y="1800536"/>
              <a:ext cx="2227123" cy="412927"/>
            </a:xfrm>
            <a:prstGeom prst="bentConnector3">
              <a:avLst>
                <a:gd name="adj1" fmla="val 25023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5" name="コネクタ: カギ線 234">
              <a:extLst>
                <a:ext uri="{FF2B5EF4-FFF2-40B4-BE49-F238E27FC236}">
                  <a16:creationId xmlns:a16="http://schemas.microsoft.com/office/drawing/2014/main" id="{C37DCE16-FB8B-D9F6-D238-77C329D9BBE8}"/>
                </a:ext>
              </a:extLst>
            </p:cNvPr>
            <p:cNvCxnSpPr>
              <a:cxnSpLocks/>
              <a:stCxn id="149" idx="6"/>
              <a:endCxn id="215" idx="2"/>
            </p:cNvCxnSpPr>
            <p:nvPr/>
          </p:nvCxnSpPr>
          <p:spPr>
            <a:xfrm>
              <a:off x="5987004" y="2213463"/>
              <a:ext cx="1126307" cy="406793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0" name="楕円 239">
              <a:extLst>
                <a:ext uri="{FF2B5EF4-FFF2-40B4-BE49-F238E27FC236}">
                  <a16:creationId xmlns:a16="http://schemas.microsoft.com/office/drawing/2014/main" id="{CC8F62A7-15C7-14F2-5BD2-1E83E69B5C27}"/>
                </a:ext>
              </a:extLst>
            </p:cNvPr>
            <p:cNvSpPr/>
            <p:nvPr/>
          </p:nvSpPr>
          <p:spPr>
            <a:xfrm>
              <a:off x="6491408" y="2155027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楕円 240">
              <a:extLst>
                <a:ext uri="{FF2B5EF4-FFF2-40B4-BE49-F238E27FC236}">
                  <a16:creationId xmlns:a16="http://schemas.microsoft.com/office/drawing/2014/main" id="{4083FB60-D2EC-82DA-F53B-8A25153F3584}"/>
                </a:ext>
              </a:extLst>
            </p:cNvPr>
            <p:cNvSpPr/>
            <p:nvPr/>
          </p:nvSpPr>
          <p:spPr>
            <a:xfrm>
              <a:off x="6778877" y="3497160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5" name="直線矢印コネクタ 244">
              <a:extLst>
                <a:ext uri="{FF2B5EF4-FFF2-40B4-BE49-F238E27FC236}">
                  <a16:creationId xmlns:a16="http://schemas.microsoft.com/office/drawing/2014/main" id="{F9102B07-AE7E-92C2-852E-1A9F3B319E5B}"/>
                </a:ext>
              </a:extLst>
            </p:cNvPr>
            <p:cNvCxnSpPr>
              <a:cxnSpLocks/>
              <a:stCxn id="248" idx="0"/>
              <a:endCxn id="220" idx="4"/>
            </p:cNvCxnSpPr>
            <p:nvPr/>
          </p:nvCxnSpPr>
          <p:spPr>
            <a:xfrm flipH="1" flipV="1">
              <a:off x="7308315" y="4118714"/>
              <a:ext cx="3878" cy="542974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64" name="グループ化 263">
              <a:extLst>
                <a:ext uri="{FF2B5EF4-FFF2-40B4-BE49-F238E27FC236}">
                  <a16:creationId xmlns:a16="http://schemas.microsoft.com/office/drawing/2014/main" id="{21C853BA-E4C5-B599-B5AA-7773F4A95194}"/>
                </a:ext>
              </a:extLst>
            </p:cNvPr>
            <p:cNvGrpSpPr/>
            <p:nvPr/>
          </p:nvGrpSpPr>
          <p:grpSpPr>
            <a:xfrm>
              <a:off x="7121817" y="4661688"/>
              <a:ext cx="1408850" cy="589088"/>
              <a:chOff x="7944701" y="4515307"/>
              <a:chExt cx="1408850" cy="589088"/>
            </a:xfrm>
          </p:grpSpPr>
          <p:grpSp>
            <p:nvGrpSpPr>
              <p:cNvPr id="242" name="グループ化 241">
                <a:extLst>
                  <a:ext uri="{FF2B5EF4-FFF2-40B4-BE49-F238E27FC236}">
                    <a16:creationId xmlns:a16="http://schemas.microsoft.com/office/drawing/2014/main" id="{F791FFE6-B3CF-1BA9-AF9D-67431D310149}"/>
                  </a:ext>
                </a:extLst>
              </p:cNvPr>
              <p:cNvGrpSpPr/>
              <p:nvPr/>
            </p:nvGrpSpPr>
            <p:grpSpPr>
              <a:xfrm>
                <a:off x="7944701" y="4516885"/>
                <a:ext cx="1408850" cy="587510"/>
                <a:chOff x="3730607" y="6055659"/>
                <a:chExt cx="1408850" cy="587510"/>
              </a:xfrm>
            </p:grpSpPr>
            <p:sp>
              <p:nvSpPr>
                <p:cNvPr id="243" name="正方形/長方形 242">
                  <a:extLst>
                    <a:ext uri="{FF2B5EF4-FFF2-40B4-BE49-F238E27FC236}">
                      <a16:creationId xmlns:a16="http://schemas.microsoft.com/office/drawing/2014/main" id="{097E01E8-7EFF-3E61-D297-C4FD0D5A51F9}"/>
                    </a:ext>
                  </a:extLst>
                </p:cNvPr>
                <p:cNvSpPr/>
                <p:nvPr/>
              </p:nvSpPr>
              <p:spPr>
                <a:xfrm>
                  <a:off x="3730607" y="6055659"/>
                  <a:ext cx="1408850" cy="587510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tx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244" name="テキスト ボックス 243">
                  <a:extLst>
                    <a:ext uri="{FF2B5EF4-FFF2-40B4-BE49-F238E27FC236}">
                      <a16:creationId xmlns:a16="http://schemas.microsoft.com/office/drawing/2014/main" id="{1750B11A-8990-A342-E4AA-15BEF904FDE8}"/>
                    </a:ext>
                  </a:extLst>
                </p:cNvPr>
                <p:cNvSpPr txBox="1"/>
                <p:nvPr/>
              </p:nvSpPr>
              <p:spPr>
                <a:xfrm>
                  <a:off x="3960383" y="6087804"/>
                  <a:ext cx="94929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C/A</a:t>
                  </a:r>
                  <a:r>
                    <a:rPr lang="ja-JP" altLang="en-US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code</a:t>
                  </a:r>
                  <a:br>
                    <a:rPr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</a:br>
                  <a:r>
                    <a:rPr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generator</a:t>
                  </a:r>
                  <a:endPara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248" name="楕円 247">
                <a:extLst>
                  <a:ext uri="{FF2B5EF4-FFF2-40B4-BE49-F238E27FC236}">
                    <a16:creationId xmlns:a16="http://schemas.microsoft.com/office/drawing/2014/main" id="{EB2E3126-F4FE-4B39-8BE1-8D2CCFDBBEEE}"/>
                  </a:ext>
                </a:extLst>
              </p:cNvPr>
              <p:cNvSpPr/>
              <p:nvPr/>
            </p:nvSpPr>
            <p:spPr>
              <a:xfrm>
                <a:off x="8069605" y="4515307"/>
                <a:ext cx="130944" cy="130944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4" name="楕円 253">
                <a:extLst>
                  <a:ext uri="{FF2B5EF4-FFF2-40B4-BE49-F238E27FC236}">
                    <a16:creationId xmlns:a16="http://schemas.microsoft.com/office/drawing/2014/main" id="{DE169F92-C47C-F282-D661-9C76A33B7D1A}"/>
                  </a:ext>
                </a:extLst>
              </p:cNvPr>
              <p:cNvSpPr/>
              <p:nvPr/>
            </p:nvSpPr>
            <p:spPr>
              <a:xfrm>
                <a:off x="8581532" y="4515307"/>
                <a:ext cx="130944" cy="130944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5" name="楕円 254">
                <a:extLst>
                  <a:ext uri="{FF2B5EF4-FFF2-40B4-BE49-F238E27FC236}">
                    <a16:creationId xmlns:a16="http://schemas.microsoft.com/office/drawing/2014/main" id="{F460D15E-405A-3041-6DA3-FD2B03FE040D}"/>
                  </a:ext>
                </a:extLst>
              </p:cNvPr>
              <p:cNvSpPr/>
              <p:nvPr/>
            </p:nvSpPr>
            <p:spPr>
              <a:xfrm>
                <a:off x="9131940" y="4515307"/>
                <a:ext cx="130944" cy="130944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56" name="直線矢印コネクタ 255">
              <a:extLst>
                <a:ext uri="{FF2B5EF4-FFF2-40B4-BE49-F238E27FC236}">
                  <a16:creationId xmlns:a16="http://schemas.microsoft.com/office/drawing/2014/main" id="{85E1FBCC-6DC7-243E-49D8-90F7E24EA4BE}"/>
                </a:ext>
              </a:extLst>
            </p:cNvPr>
            <p:cNvCxnSpPr>
              <a:cxnSpLocks/>
              <a:stCxn id="254" idx="0"/>
              <a:endCxn id="219" idx="4"/>
            </p:cNvCxnSpPr>
            <p:nvPr/>
          </p:nvCxnSpPr>
          <p:spPr>
            <a:xfrm flipV="1">
              <a:off x="7824120" y="3708854"/>
              <a:ext cx="0" cy="952834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0" name="直線矢印コネクタ 259">
              <a:extLst>
                <a:ext uri="{FF2B5EF4-FFF2-40B4-BE49-F238E27FC236}">
                  <a16:creationId xmlns:a16="http://schemas.microsoft.com/office/drawing/2014/main" id="{447D899A-D72A-012A-1ABD-8DA590BA0C14}"/>
                </a:ext>
              </a:extLst>
            </p:cNvPr>
            <p:cNvCxnSpPr>
              <a:cxnSpLocks/>
              <a:stCxn id="255" idx="0"/>
              <a:endCxn id="218" idx="4"/>
            </p:cNvCxnSpPr>
            <p:nvPr/>
          </p:nvCxnSpPr>
          <p:spPr>
            <a:xfrm flipV="1">
              <a:off x="8374528" y="3298994"/>
              <a:ext cx="0" cy="1362694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6" name="コネクタ: カギ線 275">
              <a:extLst>
                <a:ext uri="{FF2B5EF4-FFF2-40B4-BE49-F238E27FC236}">
                  <a16:creationId xmlns:a16="http://schemas.microsoft.com/office/drawing/2014/main" id="{655E2344-CAD3-2E83-51D2-EC817FAC0364}"/>
                </a:ext>
              </a:extLst>
            </p:cNvPr>
            <p:cNvCxnSpPr>
              <a:cxnSpLocks/>
              <a:stCxn id="279" idx="6"/>
              <a:endCxn id="215" idx="4"/>
            </p:cNvCxnSpPr>
            <p:nvPr/>
          </p:nvCxnSpPr>
          <p:spPr>
            <a:xfrm flipH="1" flipV="1">
              <a:off x="7273712" y="2780657"/>
              <a:ext cx="90658" cy="1550732"/>
            </a:xfrm>
            <a:prstGeom prst="bentConnector4">
              <a:avLst>
                <a:gd name="adj1" fmla="val -182113"/>
                <a:gd name="adj2" fmla="val 40669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79" name="楕円 278">
              <a:extLst>
                <a:ext uri="{FF2B5EF4-FFF2-40B4-BE49-F238E27FC236}">
                  <a16:creationId xmlns:a16="http://schemas.microsoft.com/office/drawing/2014/main" id="{A4DD0945-C3C2-1A47-2058-B7D5ED791946}"/>
                </a:ext>
              </a:extLst>
            </p:cNvPr>
            <p:cNvSpPr/>
            <p:nvPr/>
          </p:nvSpPr>
          <p:spPr>
            <a:xfrm>
              <a:off x="7252260" y="4275334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楕円 279">
              <a:extLst>
                <a:ext uri="{FF2B5EF4-FFF2-40B4-BE49-F238E27FC236}">
                  <a16:creationId xmlns:a16="http://schemas.microsoft.com/office/drawing/2014/main" id="{6422A230-D93B-1EAD-59B4-136FB7724E60}"/>
                </a:ext>
              </a:extLst>
            </p:cNvPr>
            <p:cNvSpPr/>
            <p:nvPr/>
          </p:nvSpPr>
          <p:spPr>
            <a:xfrm>
              <a:off x="7761309" y="4275334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1" name="楕円 280">
              <a:extLst>
                <a:ext uri="{FF2B5EF4-FFF2-40B4-BE49-F238E27FC236}">
                  <a16:creationId xmlns:a16="http://schemas.microsoft.com/office/drawing/2014/main" id="{E1440694-A666-322A-33EF-B8BC52DA043C}"/>
                </a:ext>
              </a:extLst>
            </p:cNvPr>
            <p:cNvSpPr/>
            <p:nvPr/>
          </p:nvSpPr>
          <p:spPr>
            <a:xfrm>
              <a:off x="8310043" y="4275334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86" name="コネクタ: カギ線 285">
              <a:extLst>
                <a:ext uri="{FF2B5EF4-FFF2-40B4-BE49-F238E27FC236}">
                  <a16:creationId xmlns:a16="http://schemas.microsoft.com/office/drawing/2014/main" id="{23C450BB-66B6-6D26-53CB-D405F0225E02}"/>
                </a:ext>
              </a:extLst>
            </p:cNvPr>
            <p:cNvCxnSpPr>
              <a:cxnSpLocks/>
              <a:stCxn id="280" idx="6"/>
              <a:endCxn id="214" idx="4"/>
            </p:cNvCxnSpPr>
            <p:nvPr/>
          </p:nvCxnSpPr>
          <p:spPr>
            <a:xfrm flipH="1" flipV="1">
              <a:off x="7824120" y="2370797"/>
              <a:ext cx="49299" cy="1960592"/>
            </a:xfrm>
            <a:prstGeom prst="bentConnector4">
              <a:avLst>
                <a:gd name="adj1" fmla="val -463701"/>
                <a:gd name="adj2" fmla="val 51430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0" name="コネクタ: カギ線 289">
              <a:extLst>
                <a:ext uri="{FF2B5EF4-FFF2-40B4-BE49-F238E27FC236}">
                  <a16:creationId xmlns:a16="http://schemas.microsoft.com/office/drawing/2014/main" id="{A3268393-D9DB-8391-42EE-60AE6D423E80}"/>
                </a:ext>
              </a:extLst>
            </p:cNvPr>
            <p:cNvCxnSpPr>
              <a:cxnSpLocks/>
              <a:stCxn id="281" idx="6"/>
              <a:endCxn id="213" idx="4"/>
            </p:cNvCxnSpPr>
            <p:nvPr/>
          </p:nvCxnSpPr>
          <p:spPr>
            <a:xfrm flipH="1" flipV="1">
              <a:off x="8374528" y="1960937"/>
              <a:ext cx="47625" cy="2370452"/>
            </a:xfrm>
            <a:prstGeom prst="bentConnector4">
              <a:avLst>
                <a:gd name="adj1" fmla="val -480000"/>
                <a:gd name="adj2" fmla="val 61147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94" name="グループ化 293">
              <a:extLst>
                <a:ext uri="{FF2B5EF4-FFF2-40B4-BE49-F238E27FC236}">
                  <a16:creationId xmlns:a16="http://schemas.microsoft.com/office/drawing/2014/main" id="{18D3D404-4521-4707-7950-28F779B8AF54}"/>
                </a:ext>
              </a:extLst>
            </p:cNvPr>
            <p:cNvGrpSpPr/>
            <p:nvPr/>
          </p:nvGrpSpPr>
          <p:grpSpPr>
            <a:xfrm>
              <a:off x="8945002" y="1613923"/>
              <a:ext cx="407447" cy="373225"/>
              <a:chOff x="3843782" y="6070075"/>
              <a:chExt cx="407447" cy="373225"/>
            </a:xfrm>
          </p:grpSpPr>
          <p:sp>
            <p:nvSpPr>
              <p:cNvPr id="295" name="正方形/長方形 294">
                <a:extLst>
                  <a:ext uri="{FF2B5EF4-FFF2-40B4-BE49-F238E27FC236}">
                    <a16:creationId xmlns:a16="http://schemas.microsoft.com/office/drawing/2014/main" id="{87EF0A80-6903-2B25-AB8B-51B4AAE5823C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6" name="テキスト ボックス 295">
                    <a:extLst>
                      <a:ext uri="{FF2B5EF4-FFF2-40B4-BE49-F238E27FC236}">
                        <a16:creationId xmlns:a16="http://schemas.microsoft.com/office/drawing/2014/main" id="{9D315FAA-F1DA-CF22-6FFB-4113EDF72C2F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96" name="テキスト ボックス 295">
                    <a:extLst>
                      <a:ext uri="{FF2B5EF4-FFF2-40B4-BE49-F238E27FC236}">
                        <a16:creationId xmlns:a16="http://schemas.microsoft.com/office/drawing/2014/main" id="{9D315FAA-F1DA-CF22-6FFB-4113EDF72C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7" name="直線矢印コネクタ 296">
              <a:extLst>
                <a:ext uri="{FF2B5EF4-FFF2-40B4-BE49-F238E27FC236}">
                  <a16:creationId xmlns:a16="http://schemas.microsoft.com/office/drawing/2014/main" id="{6C92B84C-0CC5-BB29-AACE-139559E93856}"/>
                </a:ext>
              </a:extLst>
            </p:cNvPr>
            <p:cNvCxnSpPr>
              <a:cxnSpLocks/>
              <a:stCxn id="213" idx="6"/>
              <a:endCxn id="295" idx="1"/>
            </p:cNvCxnSpPr>
            <p:nvPr/>
          </p:nvCxnSpPr>
          <p:spPr>
            <a:xfrm>
              <a:off x="8534929" y="1800536"/>
              <a:ext cx="410073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00" name="グループ化 299">
              <a:extLst>
                <a:ext uri="{FF2B5EF4-FFF2-40B4-BE49-F238E27FC236}">
                  <a16:creationId xmlns:a16="http://schemas.microsoft.com/office/drawing/2014/main" id="{5D39D909-C908-BA39-E90F-7FF06693989A}"/>
                </a:ext>
              </a:extLst>
            </p:cNvPr>
            <p:cNvGrpSpPr/>
            <p:nvPr/>
          </p:nvGrpSpPr>
          <p:grpSpPr>
            <a:xfrm>
              <a:off x="8945002" y="2023783"/>
              <a:ext cx="407447" cy="373225"/>
              <a:chOff x="3843782" y="6070075"/>
              <a:chExt cx="407447" cy="373225"/>
            </a:xfrm>
          </p:grpSpPr>
          <p:sp>
            <p:nvSpPr>
              <p:cNvPr id="301" name="正方形/長方形 300">
                <a:extLst>
                  <a:ext uri="{FF2B5EF4-FFF2-40B4-BE49-F238E27FC236}">
                    <a16:creationId xmlns:a16="http://schemas.microsoft.com/office/drawing/2014/main" id="{EA26CBB4-1BD3-E333-25D8-7E18AD5D5BF8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テキスト ボックス 301">
                    <a:extLst>
                      <a:ext uri="{FF2B5EF4-FFF2-40B4-BE49-F238E27FC236}">
                        <a16:creationId xmlns:a16="http://schemas.microsoft.com/office/drawing/2014/main" id="{A3105D0B-DF41-ECD9-ACDC-DE7483675AF0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02" name="テキスト ボックス 301">
                    <a:extLst>
                      <a:ext uri="{FF2B5EF4-FFF2-40B4-BE49-F238E27FC236}">
                        <a16:creationId xmlns:a16="http://schemas.microsoft.com/office/drawing/2014/main" id="{A3105D0B-DF41-ECD9-ACDC-DE7483675A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9" name="グループ化 308">
              <a:extLst>
                <a:ext uri="{FF2B5EF4-FFF2-40B4-BE49-F238E27FC236}">
                  <a16:creationId xmlns:a16="http://schemas.microsoft.com/office/drawing/2014/main" id="{C881C986-22C7-7711-7E90-DCBFF6851C2B}"/>
                </a:ext>
              </a:extLst>
            </p:cNvPr>
            <p:cNvGrpSpPr/>
            <p:nvPr/>
          </p:nvGrpSpPr>
          <p:grpSpPr>
            <a:xfrm>
              <a:off x="8945002" y="2433358"/>
              <a:ext cx="407447" cy="373225"/>
              <a:chOff x="3843782" y="6070075"/>
              <a:chExt cx="407447" cy="373225"/>
            </a:xfrm>
          </p:grpSpPr>
          <p:sp>
            <p:nvSpPr>
              <p:cNvPr id="310" name="正方形/長方形 309">
                <a:extLst>
                  <a:ext uri="{FF2B5EF4-FFF2-40B4-BE49-F238E27FC236}">
                    <a16:creationId xmlns:a16="http://schemas.microsoft.com/office/drawing/2014/main" id="{3DAC618E-6E28-F5A1-6837-75B227497F42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1" name="テキスト ボックス 310">
                    <a:extLst>
                      <a:ext uri="{FF2B5EF4-FFF2-40B4-BE49-F238E27FC236}">
                        <a16:creationId xmlns:a16="http://schemas.microsoft.com/office/drawing/2014/main" id="{A24DCFE3-15A0-A730-B501-F1A61994F063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11" name="テキスト ボックス 310">
                    <a:extLst>
                      <a:ext uri="{FF2B5EF4-FFF2-40B4-BE49-F238E27FC236}">
                        <a16:creationId xmlns:a16="http://schemas.microsoft.com/office/drawing/2014/main" id="{A24DCFE3-15A0-A730-B501-F1A61994F0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5" name="直線矢印コネクタ 314">
              <a:extLst>
                <a:ext uri="{FF2B5EF4-FFF2-40B4-BE49-F238E27FC236}">
                  <a16:creationId xmlns:a16="http://schemas.microsoft.com/office/drawing/2014/main" id="{E8BB7CC1-45A4-6F9F-B901-0B9758C5269B}"/>
                </a:ext>
              </a:extLst>
            </p:cNvPr>
            <p:cNvCxnSpPr>
              <a:cxnSpLocks/>
              <a:stCxn id="214" idx="6"/>
              <a:endCxn id="301" idx="1"/>
            </p:cNvCxnSpPr>
            <p:nvPr/>
          </p:nvCxnSpPr>
          <p:spPr>
            <a:xfrm>
              <a:off x="7984521" y="2210396"/>
              <a:ext cx="960481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9" name="直線矢印コネクタ 318">
              <a:extLst>
                <a:ext uri="{FF2B5EF4-FFF2-40B4-BE49-F238E27FC236}">
                  <a16:creationId xmlns:a16="http://schemas.microsoft.com/office/drawing/2014/main" id="{644458D7-EDF0-585E-0E4C-ADB45C42C7F8}"/>
                </a:ext>
              </a:extLst>
            </p:cNvPr>
            <p:cNvCxnSpPr>
              <a:cxnSpLocks/>
              <a:stCxn id="215" idx="6"/>
              <a:endCxn id="310" idx="1"/>
            </p:cNvCxnSpPr>
            <p:nvPr/>
          </p:nvCxnSpPr>
          <p:spPr>
            <a:xfrm flipV="1">
              <a:off x="7434113" y="2619971"/>
              <a:ext cx="1510889" cy="285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23" name="グループ化 322">
              <a:extLst>
                <a:ext uri="{FF2B5EF4-FFF2-40B4-BE49-F238E27FC236}">
                  <a16:creationId xmlns:a16="http://schemas.microsoft.com/office/drawing/2014/main" id="{CE589C91-D853-AF5A-238E-D0DC154E157B}"/>
                </a:ext>
              </a:extLst>
            </p:cNvPr>
            <p:cNvGrpSpPr/>
            <p:nvPr/>
          </p:nvGrpSpPr>
          <p:grpSpPr>
            <a:xfrm>
              <a:off x="8945002" y="2953328"/>
              <a:ext cx="407447" cy="373225"/>
              <a:chOff x="3843782" y="6070075"/>
              <a:chExt cx="407447" cy="373225"/>
            </a:xfrm>
          </p:grpSpPr>
          <p:sp>
            <p:nvSpPr>
              <p:cNvPr id="324" name="正方形/長方形 323">
                <a:extLst>
                  <a:ext uri="{FF2B5EF4-FFF2-40B4-BE49-F238E27FC236}">
                    <a16:creationId xmlns:a16="http://schemas.microsoft.com/office/drawing/2014/main" id="{BFB9FE43-5C2C-9736-467F-16507461F8CA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5" name="テキスト ボックス 324">
                    <a:extLst>
                      <a:ext uri="{FF2B5EF4-FFF2-40B4-BE49-F238E27FC236}">
                        <a16:creationId xmlns:a16="http://schemas.microsoft.com/office/drawing/2014/main" id="{32E70D74-C0F3-E18B-A483-AC90E0B6F31C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25" name="テキスト ボックス 324">
                    <a:extLst>
                      <a:ext uri="{FF2B5EF4-FFF2-40B4-BE49-F238E27FC236}">
                        <a16:creationId xmlns:a16="http://schemas.microsoft.com/office/drawing/2014/main" id="{32E70D74-C0F3-E18B-A483-AC90E0B6F3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6" name="グループ化 325">
              <a:extLst>
                <a:ext uri="{FF2B5EF4-FFF2-40B4-BE49-F238E27FC236}">
                  <a16:creationId xmlns:a16="http://schemas.microsoft.com/office/drawing/2014/main" id="{CADC03F3-D9B7-0124-C377-B7EE29997B1D}"/>
                </a:ext>
              </a:extLst>
            </p:cNvPr>
            <p:cNvGrpSpPr/>
            <p:nvPr/>
          </p:nvGrpSpPr>
          <p:grpSpPr>
            <a:xfrm>
              <a:off x="8945002" y="3363188"/>
              <a:ext cx="407447" cy="373225"/>
              <a:chOff x="3843782" y="6070075"/>
              <a:chExt cx="407447" cy="373225"/>
            </a:xfrm>
          </p:grpSpPr>
          <p:sp>
            <p:nvSpPr>
              <p:cNvPr id="327" name="正方形/長方形 326">
                <a:extLst>
                  <a:ext uri="{FF2B5EF4-FFF2-40B4-BE49-F238E27FC236}">
                    <a16:creationId xmlns:a16="http://schemas.microsoft.com/office/drawing/2014/main" id="{6222F264-F4D4-82E5-D13A-642BE2068312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8" name="テキスト ボックス 327">
                    <a:extLst>
                      <a:ext uri="{FF2B5EF4-FFF2-40B4-BE49-F238E27FC236}">
                        <a16:creationId xmlns:a16="http://schemas.microsoft.com/office/drawing/2014/main" id="{69BAE28C-771E-5C83-ACB0-8BA496AFA25B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28" name="テキスト ボックス 327">
                    <a:extLst>
                      <a:ext uri="{FF2B5EF4-FFF2-40B4-BE49-F238E27FC236}">
                        <a16:creationId xmlns:a16="http://schemas.microsoft.com/office/drawing/2014/main" id="{69BAE28C-771E-5C83-ACB0-8BA496AFA2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9" name="グループ化 328">
              <a:extLst>
                <a:ext uri="{FF2B5EF4-FFF2-40B4-BE49-F238E27FC236}">
                  <a16:creationId xmlns:a16="http://schemas.microsoft.com/office/drawing/2014/main" id="{CBE73579-4649-2935-9B88-25627AC5F826}"/>
                </a:ext>
              </a:extLst>
            </p:cNvPr>
            <p:cNvGrpSpPr/>
            <p:nvPr/>
          </p:nvGrpSpPr>
          <p:grpSpPr>
            <a:xfrm>
              <a:off x="8945002" y="3772763"/>
              <a:ext cx="407447" cy="373225"/>
              <a:chOff x="3843782" y="6070075"/>
              <a:chExt cx="407447" cy="373225"/>
            </a:xfrm>
          </p:grpSpPr>
          <p:sp>
            <p:nvSpPr>
              <p:cNvPr id="330" name="正方形/長方形 329">
                <a:extLst>
                  <a:ext uri="{FF2B5EF4-FFF2-40B4-BE49-F238E27FC236}">
                    <a16:creationId xmlns:a16="http://schemas.microsoft.com/office/drawing/2014/main" id="{D5DBAB59-1028-0739-BFE5-404B6D965C98}"/>
                  </a:ext>
                </a:extLst>
              </p:cNvPr>
              <p:cNvSpPr/>
              <p:nvPr/>
            </p:nvSpPr>
            <p:spPr>
              <a:xfrm>
                <a:off x="3843782" y="6070075"/>
                <a:ext cx="407447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1" name="テキスト ボックス 330">
                    <a:extLst>
                      <a:ext uri="{FF2B5EF4-FFF2-40B4-BE49-F238E27FC236}">
                        <a16:creationId xmlns:a16="http://schemas.microsoft.com/office/drawing/2014/main" id="{026C3991-4A31-5C12-F960-D850590BD96F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31" name="テキスト ボックス 330">
                    <a:extLst>
                      <a:ext uri="{FF2B5EF4-FFF2-40B4-BE49-F238E27FC236}">
                        <a16:creationId xmlns:a16="http://schemas.microsoft.com/office/drawing/2014/main" id="{026C3991-4A31-5C12-F960-D850590BD9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9793" y="6072021"/>
                    <a:ext cx="37542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2" name="直線矢印コネクタ 331">
              <a:extLst>
                <a:ext uri="{FF2B5EF4-FFF2-40B4-BE49-F238E27FC236}">
                  <a16:creationId xmlns:a16="http://schemas.microsoft.com/office/drawing/2014/main" id="{BFDFAE76-11C5-9828-E4F2-755D514086F9}"/>
                </a:ext>
              </a:extLst>
            </p:cNvPr>
            <p:cNvCxnSpPr>
              <a:cxnSpLocks/>
              <a:stCxn id="218" idx="6"/>
              <a:endCxn id="324" idx="1"/>
            </p:cNvCxnSpPr>
            <p:nvPr/>
          </p:nvCxnSpPr>
          <p:spPr>
            <a:xfrm>
              <a:off x="8534929" y="3138593"/>
              <a:ext cx="410073" cy="1348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5" name="直線矢印コネクタ 334">
              <a:extLst>
                <a:ext uri="{FF2B5EF4-FFF2-40B4-BE49-F238E27FC236}">
                  <a16:creationId xmlns:a16="http://schemas.microsoft.com/office/drawing/2014/main" id="{3375AA18-F3DD-3CF2-7AD1-1D50BCD5F15F}"/>
                </a:ext>
              </a:extLst>
            </p:cNvPr>
            <p:cNvCxnSpPr>
              <a:cxnSpLocks/>
              <a:stCxn id="219" idx="6"/>
              <a:endCxn id="327" idx="1"/>
            </p:cNvCxnSpPr>
            <p:nvPr/>
          </p:nvCxnSpPr>
          <p:spPr>
            <a:xfrm>
              <a:off x="7984521" y="3548453"/>
              <a:ext cx="960481" cy="1348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8" name="直線矢印コネクタ 337">
              <a:extLst>
                <a:ext uri="{FF2B5EF4-FFF2-40B4-BE49-F238E27FC236}">
                  <a16:creationId xmlns:a16="http://schemas.microsoft.com/office/drawing/2014/main" id="{46C2435E-0E41-6484-9446-47FDB4BADEE2}"/>
                </a:ext>
              </a:extLst>
            </p:cNvPr>
            <p:cNvCxnSpPr>
              <a:cxnSpLocks/>
              <a:stCxn id="220" idx="6"/>
              <a:endCxn id="330" idx="1"/>
            </p:cNvCxnSpPr>
            <p:nvPr/>
          </p:nvCxnSpPr>
          <p:spPr>
            <a:xfrm>
              <a:off x="7468716" y="3958313"/>
              <a:ext cx="1476286" cy="1063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2" name="直線矢印コネクタ 361">
              <a:extLst>
                <a:ext uri="{FF2B5EF4-FFF2-40B4-BE49-F238E27FC236}">
                  <a16:creationId xmlns:a16="http://schemas.microsoft.com/office/drawing/2014/main" id="{4A1BA959-2559-D37E-F738-7D16BB662673}"/>
                </a:ext>
              </a:extLst>
            </p:cNvPr>
            <p:cNvCxnSpPr>
              <a:cxnSpLocks/>
              <a:stCxn id="350" idx="1"/>
              <a:endCxn id="173" idx="3"/>
            </p:cNvCxnSpPr>
            <p:nvPr/>
          </p:nvCxnSpPr>
          <p:spPr>
            <a:xfrm flipH="1">
              <a:off x="7594514" y="5616510"/>
              <a:ext cx="343740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8" name="コネクタ: カギ線 367">
              <a:extLst>
                <a:ext uri="{FF2B5EF4-FFF2-40B4-BE49-F238E27FC236}">
                  <a16:creationId xmlns:a16="http://schemas.microsoft.com/office/drawing/2014/main" id="{4251C7A6-4AA9-4EF3-B97E-16B1EAB2E483}"/>
                </a:ext>
              </a:extLst>
            </p:cNvPr>
            <p:cNvCxnSpPr>
              <a:cxnSpLocks/>
              <a:stCxn id="327" idx="3"/>
              <a:endCxn id="373" idx="6"/>
            </p:cNvCxnSpPr>
            <p:nvPr/>
          </p:nvCxnSpPr>
          <p:spPr>
            <a:xfrm flipH="1">
              <a:off x="9222303" y="3549801"/>
              <a:ext cx="130146" cy="2162107"/>
            </a:xfrm>
            <a:prstGeom prst="bentConnector3">
              <a:avLst>
                <a:gd name="adj1" fmla="val -368863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84" name="グループ化 383">
              <a:extLst>
                <a:ext uri="{FF2B5EF4-FFF2-40B4-BE49-F238E27FC236}">
                  <a16:creationId xmlns:a16="http://schemas.microsoft.com/office/drawing/2014/main" id="{F63EDA7A-2EE8-9D09-533A-58EE5CC748C2}"/>
                </a:ext>
              </a:extLst>
            </p:cNvPr>
            <p:cNvGrpSpPr/>
            <p:nvPr/>
          </p:nvGrpSpPr>
          <p:grpSpPr>
            <a:xfrm>
              <a:off x="7938254" y="5429897"/>
              <a:ext cx="1284050" cy="373225"/>
              <a:chOff x="8400716" y="5257889"/>
              <a:chExt cx="1284050" cy="373225"/>
            </a:xfrm>
          </p:grpSpPr>
          <p:grpSp>
            <p:nvGrpSpPr>
              <p:cNvPr id="349" name="グループ化 348">
                <a:extLst>
                  <a:ext uri="{FF2B5EF4-FFF2-40B4-BE49-F238E27FC236}">
                    <a16:creationId xmlns:a16="http://schemas.microsoft.com/office/drawing/2014/main" id="{76D5DEDF-F25B-BF77-436C-692A8C1E95FE}"/>
                  </a:ext>
                </a:extLst>
              </p:cNvPr>
              <p:cNvGrpSpPr/>
              <p:nvPr/>
            </p:nvGrpSpPr>
            <p:grpSpPr>
              <a:xfrm>
                <a:off x="8400716" y="5257889"/>
                <a:ext cx="1284050" cy="373225"/>
                <a:chOff x="3833813" y="6055659"/>
                <a:chExt cx="1284050" cy="373225"/>
              </a:xfrm>
            </p:grpSpPr>
            <p:sp>
              <p:nvSpPr>
                <p:cNvPr id="350" name="正方形/長方形 349">
                  <a:extLst>
                    <a:ext uri="{FF2B5EF4-FFF2-40B4-BE49-F238E27FC236}">
                      <a16:creationId xmlns:a16="http://schemas.microsoft.com/office/drawing/2014/main" id="{83313787-6B1B-0AC5-DB9B-09752F201269}"/>
                    </a:ext>
                  </a:extLst>
                </p:cNvPr>
                <p:cNvSpPr/>
                <p:nvPr/>
              </p:nvSpPr>
              <p:spPr>
                <a:xfrm>
                  <a:off x="3833813" y="6055659"/>
                  <a:ext cx="1284050" cy="373225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tx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51" name="テキスト ボックス 350">
                  <a:extLst>
                    <a:ext uri="{FF2B5EF4-FFF2-40B4-BE49-F238E27FC236}">
                      <a16:creationId xmlns:a16="http://schemas.microsoft.com/office/drawing/2014/main" id="{6014453B-7A12-6221-68BF-8D264E6EB629}"/>
                    </a:ext>
                  </a:extLst>
                </p:cNvPr>
                <p:cNvSpPr txBox="1"/>
                <p:nvPr/>
              </p:nvSpPr>
              <p:spPr>
                <a:xfrm>
                  <a:off x="3944411" y="6088383"/>
                  <a:ext cx="10628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FLL or PLL</a:t>
                  </a:r>
                  <a:endParaRPr kumimoji="1" lang="ja-JP" altLang="en-US" sz="1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72" name="楕円 371">
                <a:extLst>
                  <a:ext uri="{FF2B5EF4-FFF2-40B4-BE49-F238E27FC236}">
                    <a16:creationId xmlns:a16="http://schemas.microsoft.com/office/drawing/2014/main" id="{D5B72E7E-ED08-B4DA-F211-09B924C31BCB}"/>
                  </a:ext>
                </a:extLst>
              </p:cNvPr>
              <p:cNvSpPr/>
              <p:nvPr/>
            </p:nvSpPr>
            <p:spPr>
              <a:xfrm>
                <a:off x="9625997" y="5317091"/>
                <a:ext cx="58768" cy="5876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3" name="楕円 372">
                <a:extLst>
                  <a:ext uri="{FF2B5EF4-FFF2-40B4-BE49-F238E27FC236}">
                    <a16:creationId xmlns:a16="http://schemas.microsoft.com/office/drawing/2014/main" id="{E3693131-BBBC-9D8E-0A0F-E9730C5B3430}"/>
                  </a:ext>
                </a:extLst>
              </p:cNvPr>
              <p:cNvSpPr/>
              <p:nvPr/>
            </p:nvSpPr>
            <p:spPr>
              <a:xfrm>
                <a:off x="9625997" y="5510516"/>
                <a:ext cx="58768" cy="5876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376" name="コネクタ: カギ線 375">
              <a:extLst>
                <a:ext uri="{FF2B5EF4-FFF2-40B4-BE49-F238E27FC236}">
                  <a16:creationId xmlns:a16="http://schemas.microsoft.com/office/drawing/2014/main" id="{EB1C8460-CEE1-B894-5F4C-3749F7B5C887}"/>
                </a:ext>
              </a:extLst>
            </p:cNvPr>
            <p:cNvCxnSpPr>
              <a:cxnSpLocks/>
              <a:stCxn id="301" idx="3"/>
              <a:endCxn id="372" idx="6"/>
            </p:cNvCxnSpPr>
            <p:nvPr/>
          </p:nvCxnSpPr>
          <p:spPr>
            <a:xfrm flipH="1">
              <a:off x="9222303" y="2210396"/>
              <a:ext cx="130146" cy="3308087"/>
            </a:xfrm>
            <a:prstGeom prst="bentConnector3">
              <a:avLst>
                <a:gd name="adj1" fmla="val -196141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09" name="グループ化 408">
              <a:extLst>
                <a:ext uri="{FF2B5EF4-FFF2-40B4-BE49-F238E27FC236}">
                  <a16:creationId xmlns:a16="http://schemas.microsoft.com/office/drawing/2014/main" id="{F5181F3E-0FFE-2EF3-B335-AC47A921AA24}"/>
                </a:ext>
              </a:extLst>
            </p:cNvPr>
            <p:cNvGrpSpPr/>
            <p:nvPr/>
          </p:nvGrpSpPr>
          <p:grpSpPr>
            <a:xfrm>
              <a:off x="10184211" y="2233265"/>
              <a:ext cx="373225" cy="1288267"/>
              <a:chOff x="10823858" y="2464582"/>
              <a:chExt cx="373225" cy="1288267"/>
            </a:xfrm>
          </p:grpSpPr>
          <p:grpSp>
            <p:nvGrpSpPr>
              <p:cNvPr id="359" name="グループ化 358">
                <a:extLst>
                  <a:ext uri="{FF2B5EF4-FFF2-40B4-BE49-F238E27FC236}">
                    <a16:creationId xmlns:a16="http://schemas.microsoft.com/office/drawing/2014/main" id="{3D9E48F6-7A98-9DAB-0423-2E2F7ED304D7}"/>
                  </a:ext>
                </a:extLst>
              </p:cNvPr>
              <p:cNvGrpSpPr/>
              <p:nvPr/>
            </p:nvGrpSpPr>
            <p:grpSpPr>
              <a:xfrm rot="16200000">
                <a:off x="10366337" y="2922103"/>
                <a:ext cx="1288267" cy="373225"/>
                <a:chOff x="3530039" y="6055660"/>
                <a:chExt cx="1288267" cy="373225"/>
              </a:xfrm>
            </p:grpSpPr>
            <p:sp>
              <p:nvSpPr>
                <p:cNvPr id="360" name="正方形/長方形 359">
                  <a:extLst>
                    <a:ext uri="{FF2B5EF4-FFF2-40B4-BE49-F238E27FC236}">
                      <a16:creationId xmlns:a16="http://schemas.microsoft.com/office/drawing/2014/main" id="{93B49304-EF6D-1D77-9306-0CA9C98D41F0}"/>
                    </a:ext>
                  </a:extLst>
                </p:cNvPr>
                <p:cNvSpPr/>
                <p:nvPr/>
              </p:nvSpPr>
              <p:spPr>
                <a:xfrm>
                  <a:off x="3530039" y="6055660"/>
                  <a:ext cx="1288267" cy="373225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chemeClr val="tx1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61" name="テキスト ボックス 360">
                  <a:extLst>
                    <a:ext uri="{FF2B5EF4-FFF2-40B4-BE49-F238E27FC236}">
                      <a16:creationId xmlns:a16="http://schemas.microsoft.com/office/drawing/2014/main" id="{68070D98-FAAF-0D08-685C-CD66B1186A6E}"/>
                    </a:ext>
                  </a:extLst>
                </p:cNvPr>
                <p:cNvSpPr txBox="1"/>
                <p:nvPr/>
              </p:nvSpPr>
              <p:spPr>
                <a:xfrm>
                  <a:off x="3917532" y="6088385"/>
                  <a:ext cx="5132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ja-JP" sz="1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DLL</a:t>
                  </a:r>
                  <a:endParaRPr kumimoji="1" lang="ja-JP" altLang="en-US" sz="1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08" name="グループ化 407">
                <a:extLst>
                  <a:ext uri="{FF2B5EF4-FFF2-40B4-BE49-F238E27FC236}">
                    <a16:creationId xmlns:a16="http://schemas.microsoft.com/office/drawing/2014/main" id="{1A9DD54F-CBB9-C481-B509-C719B16042C3}"/>
                  </a:ext>
                </a:extLst>
              </p:cNvPr>
              <p:cNvGrpSpPr/>
              <p:nvPr/>
            </p:nvGrpSpPr>
            <p:grpSpPr>
              <a:xfrm>
                <a:off x="10825061" y="2494848"/>
                <a:ext cx="134688" cy="1227735"/>
                <a:chOff x="10825061" y="2479245"/>
                <a:chExt cx="134688" cy="1227735"/>
              </a:xfrm>
              <a:noFill/>
            </p:grpSpPr>
            <p:sp>
              <p:nvSpPr>
                <p:cNvPr id="402" name="楕円 401">
                  <a:extLst>
                    <a:ext uri="{FF2B5EF4-FFF2-40B4-BE49-F238E27FC236}">
                      <a16:creationId xmlns:a16="http://schemas.microsoft.com/office/drawing/2014/main" id="{28616CFC-B0C7-2B04-B67E-7D013432091D}"/>
                    </a:ext>
                  </a:extLst>
                </p:cNvPr>
                <p:cNvSpPr/>
                <p:nvPr/>
              </p:nvSpPr>
              <p:spPr>
                <a:xfrm>
                  <a:off x="10825061" y="2479245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3" name="楕円 402">
                  <a:extLst>
                    <a:ext uri="{FF2B5EF4-FFF2-40B4-BE49-F238E27FC236}">
                      <a16:creationId xmlns:a16="http://schemas.microsoft.com/office/drawing/2014/main" id="{C33832F8-4271-232C-F1BD-29449238A7C1}"/>
                    </a:ext>
                  </a:extLst>
                </p:cNvPr>
                <p:cNvSpPr/>
                <p:nvPr/>
              </p:nvSpPr>
              <p:spPr>
                <a:xfrm>
                  <a:off x="10825061" y="2697854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4" name="楕円 403">
                  <a:extLst>
                    <a:ext uri="{FF2B5EF4-FFF2-40B4-BE49-F238E27FC236}">
                      <a16:creationId xmlns:a16="http://schemas.microsoft.com/office/drawing/2014/main" id="{573B0B62-B1DA-F752-FA55-1BFD2CE4717F}"/>
                    </a:ext>
                  </a:extLst>
                </p:cNvPr>
                <p:cNvSpPr/>
                <p:nvPr/>
              </p:nvSpPr>
              <p:spPr>
                <a:xfrm>
                  <a:off x="10825061" y="2916463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5" name="楕円 404">
                  <a:extLst>
                    <a:ext uri="{FF2B5EF4-FFF2-40B4-BE49-F238E27FC236}">
                      <a16:creationId xmlns:a16="http://schemas.microsoft.com/office/drawing/2014/main" id="{6EFCB549-1D9F-48EE-B8E4-468F283F3197}"/>
                    </a:ext>
                  </a:extLst>
                </p:cNvPr>
                <p:cNvSpPr/>
                <p:nvPr/>
              </p:nvSpPr>
              <p:spPr>
                <a:xfrm>
                  <a:off x="10825061" y="3135072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6" name="楕円 405">
                  <a:extLst>
                    <a:ext uri="{FF2B5EF4-FFF2-40B4-BE49-F238E27FC236}">
                      <a16:creationId xmlns:a16="http://schemas.microsoft.com/office/drawing/2014/main" id="{2A171536-1B7A-29C2-4B68-C09BCE0DF70D}"/>
                    </a:ext>
                  </a:extLst>
                </p:cNvPr>
                <p:cNvSpPr/>
                <p:nvPr/>
              </p:nvSpPr>
              <p:spPr>
                <a:xfrm>
                  <a:off x="10825061" y="3353681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7" name="楕円 406">
                  <a:extLst>
                    <a:ext uri="{FF2B5EF4-FFF2-40B4-BE49-F238E27FC236}">
                      <a16:creationId xmlns:a16="http://schemas.microsoft.com/office/drawing/2014/main" id="{1DC98FA4-19DE-1F67-E582-0B2E4A003C54}"/>
                    </a:ext>
                  </a:extLst>
                </p:cNvPr>
                <p:cNvSpPr/>
                <p:nvPr/>
              </p:nvSpPr>
              <p:spPr>
                <a:xfrm>
                  <a:off x="10825061" y="3572292"/>
                  <a:ext cx="134688" cy="1346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cxnSp>
          <p:nvCxnSpPr>
            <p:cNvPr id="410" name="コネクタ: カギ線 409">
              <a:extLst>
                <a:ext uri="{FF2B5EF4-FFF2-40B4-BE49-F238E27FC236}">
                  <a16:creationId xmlns:a16="http://schemas.microsoft.com/office/drawing/2014/main" id="{BDD9E421-F440-205B-6E84-345F6FBFD9E5}"/>
                </a:ext>
              </a:extLst>
            </p:cNvPr>
            <p:cNvCxnSpPr>
              <a:cxnSpLocks/>
              <a:stCxn id="295" idx="3"/>
              <a:endCxn id="402" idx="2"/>
            </p:cNvCxnSpPr>
            <p:nvPr/>
          </p:nvCxnSpPr>
          <p:spPr>
            <a:xfrm>
              <a:off x="9352449" y="1800536"/>
              <a:ext cx="832965" cy="530339"/>
            </a:xfrm>
            <a:prstGeom prst="bentConnector3">
              <a:avLst>
                <a:gd name="adj1" fmla="val 76529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5" name="コネクタ: カギ線 414">
              <a:extLst>
                <a:ext uri="{FF2B5EF4-FFF2-40B4-BE49-F238E27FC236}">
                  <a16:creationId xmlns:a16="http://schemas.microsoft.com/office/drawing/2014/main" id="{11D5A222-9257-FCE3-4EE1-CBEB00DF0A78}"/>
                </a:ext>
              </a:extLst>
            </p:cNvPr>
            <p:cNvCxnSpPr>
              <a:cxnSpLocks/>
              <a:stCxn id="301" idx="3"/>
              <a:endCxn id="403" idx="2"/>
            </p:cNvCxnSpPr>
            <p:nvPr/>
          </p:nvCxnSpPr>
          <p:spPr>
            <a:xfrm>
              <a:off x="9352449" y="2210396"/>
              <a:ext cx="832965" cy="339088"/>
            </a:xfrm>
            <a:prstGeom prst="bentConnector3">
              <a:avLst>
                <a:gd name="adj1" fmla="val 64256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0" name="コネクタ: カギ線 419">
              <a:extLst>
                <a:ext uri="{FF2B5EF4-FFF2-40B4-BE49-F238E27FC236}">
                  <a16:creationId xmlns:a16="http://schemas.microsoft.com/office/drawing/2014/main" id="{85545F87-31B0-7764-889B-A1206FA63136}"/>
                </a:ext>
              </a:extLst>
            </p:cNvPr>
            <p:cNvCxnSpPr>
              <a:cxnSpLocks/>
              <a:stCxn id="310" idx="3"/>
              <a:endCxn id="404" idx="2"/>
            </p:cNvCxnSpPr>
            <p:nvPr/>
          </p:nvCxnSpPr>
          <p:spPr>
            <a:xfrm>
              <a:off x="9352449" y="2619971"/>
              <a:ext cx="832965" cy="148122"/>
            </a:xfrm>
            <a:prstGeom prst="bentConnector3">
              <a:avLst>
                <a:gd name="adj1" fmla="val 56632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3" name="コネクタ: カギ線 422">
              <a:extLst>
                <a:ext uri="{FF2B5EF4-FFF2-40B4-BE49-F238E27FC236}">
                  <a16:creationId xmlns:a16="http://schemas.microsoft.com/office/drawing/2014/main" id="{51ABC667-9DC0-3026-6947-DA1888882946}"/>
                </a:ext>
              </a:extLst>
            </p:cNvPr>
            <p:cNvCxnSpPr>
              <a:cxnSpLocks/>
              <a:stCxn id="324" idx="3"/>
              <a:endCxn id="405" idx="2"/>
            </p:cNvCxnSpPr>
            <p:nvPr/>
          </p:nvCxnSpPr>
          <p:spPr>
            <a:xfrm flipV="1">
              <a:off x="9352449" y="2986702"/>
              <a:ext cx="832965" cy="153239"/>
            </a:xfrm>
            <a:prstGeom prst="bentConnector3">
              <a:avLst>
                <a:gd name="adj1" fmla="val 56404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6" name="コネクタ: カギ線 425">
              <a:extLst>
                <a:ext uri="{FF2B5EF4-FFF2-40B4-BE49-F238E27FC236}">
                  <a16:creationId xmlns:a16="http://schemas.microsoft.com/office/drawing/2014/main" id="{18B4A277-CD5D-3308-3BFC-22CF9B483A88}"/>
                </a:ext>
              </a:extLst>
            </p:cNvPr>
            <p:cNvCxnSpPr>
              <a:cxnSpLocks/>
              <a:stCxn id="327" idx="3"/>
              <a:endCxn id="406" idx="2"/>
            </p:cNvCxnSpPr>
            <p:nvPr/>
          </p:nvCxnSpPr>
          <p:spPr>
            <a:xfrm flipV="1">
              <a:off x="9352449" y="3205311"/>
              <a:ext cx="832965" cy="344490"/>
            </a:xfrm>
            <a:prstGeom prst="bentConnector3">
              <a:avLst>
                <a:gd name="adj1" fmla="val 57775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0" name="コネクタ: カギ線 429">
              <a:extLst>
                <a:ext uri="{FF2B5EF4-FFF2-40B4-BE49-F238E27FC236}">
                  <a16:creationId xmlns:a16="http://schemas.microsoft.com/office/drawing/2014/main" id="{597F2C2D-91D3-32E6-50DF-CDA63BF448A7}"/>
                </a:ext>
              </a:extLst>
            </p:cNvPr>
            <p:cNvCxnSpPr>
              <a:cxnSpLocks/>
              <a:stCxn id="330" idx="3"/>
              <a:endCxn id="407" idx="2"/>
            </p:cNvCxnSpPr>
            <p:nvPr/>
          </p:nvCxnSpPr>
          <p:spPr>
            <a:xfrm flipV="1">
              <a:off x="9352449" y="3423922"/>
              <a:ext cx="832965" cy="535454"/>
            </a:xfrm>
            <a:prstGeom prst="bentConnector3">
              <a:avLst>
                <a:gd name="adj1" fmla="val 76987"/>
              </a:avLst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3" name="コネクタ: カギ線 432">
              <a:extLst>
                <a:ext uri="{FF2B5EF4-FFF2-40B4-BE49-F238E27FC236}">
                  <a16:creationId xmlns:a16="http://schemas.microsoft.com/office/drawing/2014/main" id="{73A0291E-1BB7-7996-4B89-53CF68BEBD40}"/>
                </a:ext>
              </a:extLst>
            </p:cNvPr>
            <p:cNvCxnSpPr>
              <a:cxnSpLocks/>
              <a:stCxn id="360" idx="1"/>
              <a:endCxn id="243" idx="3"/>
            </p:cNvCxnSpPr>
            <p:nvPr/>
          </p:nvCxnSpPr>
          <p:spPr>
            <a:xfrm rot="5400000">
              <a:off x="8733002" y="3319198"/>
              <a:ext cx="1435489" cy="1840157"/>
            </a:xfrm>
            <a:prstGeom prst="bentConnector2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45" name="楕円 444">
              <a:extLst>
                <a:ext uri="{FF2B5EF4-FFF2-40B4-BE49-F238E27FC236}">
                  <a16:creationId xmlns:a16="http://schemas.microsoft.com/office/drawing/2014/main" id="{581A783E-814A-FA7F-75BC-D59A941E4521}"/>
                </a:ext>
              </a:extLst>
            </p:cNvPr>
            <p:cNvSpPr/>
            <p:nvPr/>
          </p:nvSpPr>
          <p:spPr>
            <a:xfrm>
              <a:off x="9560475" y="2162969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7" name="楕円 446">
              <a:extLst>
                <a:ext uri="{FF2B5EF4-FFF2-40B4-BE49-F238E27FC236}">
                  <a16:creationId xmlns:a16="http://schemas.microsoft.com/office/drawing/2014/main" id="{ED0D83ED-BC09-3D48-A80D-61E2E515F716}"/>
                </a:ext>
              </a:extLst>
            </p:cNvPr>
            <p:cNvSpPr/>
            <p:nvPr/>
          </p:nvSpPr>
          <p:spPr>
            <a:xfrm>
              <a:off x="9768931" y="3497160"/>
              <a:ext cx="112110" cy="1121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9" name="グループ化 448">
              <a:extLst>
                <a:ext uri="{FF2B5EF4-FFF2-40B4-BE49-F238E27FC236}">
                  <a16:creationId xmlns:a16="http://schemas.microsoft.com/office/drawing/2014/main" id="{BD658A10-9591-B7BE-098E-087768DA0C50}"/>
                </a:ext>
              </a:extLst>
            </p:cNvPr>
            <p:cNvGrpSpPr/>
            <p:nvPr/>
          </p:nvGrpSpPr>
          <p:grpSpPr>
            <a:xfrm>
              <a:off x="8898186" y="1075080"/>
              <a:ext cx="1436688" cy="373225"/>
              <a:chOff x="3758867" y="6055660"/>
              <a:chExt cx="1436688" cy="373225"/>
            </a:xfrm>
          </p:grpSpPr>
          <p:sp>
            <p:nvSpPr>
              <p:cNvPr id="457" name="正方形/長方形 456">
                <a:extLst>
                  <a:ext uri="{FF2B5EF4-FFF2-40B4-BE49-F238E27FC236}">
                    <a16:creationId xmlns:a16="http://schemas.microsoft.com/office/drawing/2014/main" id="{48CF7EF2-CA98-5514-DD71-EDED9014539D}"/>
                  </a:ext>
                </a:extLst>
              </p:cNvPr>
              <p:cNvSpPr/>
              <p:nvPr/>
            </p:nvSpPr>
            <p:spPr>
              <a:xfrm>
                <a:off x="3758867" y="6055660"/>
                <a:ext cx="1436688" cy="37322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458" name="テキスト ボックス 457">
                <a:extLst>
                  <a:ext uri="{FF2B5EF4-FFF2-40B4-BE49-F238E27FC236}">
                    <a16:creationId xmlns:a16="http://schemas.microsoft.com/office/drawing/2014/main" id="{6B203672-BC86-7DC7-E68A-CBB2544A6A7F}"/>
                  </a:ext>
                </a:extLst>
              </p:cNvPr>
              <p:cNvSpPr txBox="1"/>
              <p:nvPr/>
            </p:nvSpPr>
            <p:spPr>
              <a:xfrm>
                <a:off x="3762913" y="6088385"/>
                <a:ext cx="14285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Navigation data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59" name="コネクタ: カギ線 458">
              <a:extLst>
                <a:ext uri="{FF2B5EF4-FFF2-40B4-BE49-F238E27FC236}">
                  <a16:creationId xmlns:a16="http://schemas.microsoft.com/office/drawing/2014/main" id="{FB6804EF-8A1D-6B75-3E28-656EE48911AE}"/>
                </a:ext>
              </a:extLst>
            </p:cNvPr>
            <p:cNvCxnSpPr>
              <a:cxnSpLocks/>
              <a:stCxn id="301" idx="3"/>
              <a:endCxn id="457" idx="2"/>
            </p:cNvCxnSpPr>
            <p:nvPr/>
          </p:nvCxnSpPr>
          <p:spPr>
            <a:xfrm flipV="1">
              <a:off x="9352449" y="1448305"/>
              <a:ext cx="264081" cy="762091"/>
            </a:xfrm>
            <a:prstGeom prst="bentConnector2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65" name="テキスト ボックス 464">
              <a:extLst>
                <a:ext uri="{FF2B5EF4-FFF2-40B4-BE49-F238E27FC236}">
                  <a16:creationId xmlns:a16="http://schemas.microsoft.com/office/drawing/2014/main" id="{11BAB6E4-E30D-5AE2-3C1D-E608FFC315CD}"/>
                </a:ext>
              </a:extLst>
            </p:cNvPr>
            <p:cNvSpPr txBox="1"/>
            <p:nvPr/>
          </p:nvSpPr>
          <p:spPr>
            <a:xfrm>
              <a:off x="7011769" y="485724"/>
              <a:ext cx="22894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ja-JP" altLang="en-US" sz="1600" dirty="0">
                  <a:solidFill>
                    <a:schemeClr val="tx1">
                      <a:lumMod val="50000"/>
                    </a:schemeClr>
                  </a:solidFill>
                </a:rPr>
                <a:t>ベースバンドプロセッサ</a:t>
              </a:r>
              <a:endParaRPr kumimoji="1" lang="en-US" altLang="ja-JP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471" name="直線矢印コネクタ 470">
              <a:extLst>
                <a:ext uri="{FF2B5EF4-FFF2-40B4-BE49-F238E27FC236}">
                  <a16:creationId xmlns:a16="http://schemas.microsoft.com/office/drawing/2014/main" id="{070A092C-1A5C-68E2-7330-0609B927F83D}"/>
                </a:ext>
              </a:extLst>
            </p:cNvPr>
            <p:cNvCxnSpPr>
              <a:cxnSpLocks/>
              <a:stCxn id="458" idx="3"/>
            </p:cNvCxnSpPr>
            <p:nvPr/>
          </p:nvCxnSpPr>
          <p:spPr>
            <a:xfrm>
              <a:off x="10330828" y="1261694"/>
              <a:ext cx="746544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4" name="直線矢印コネクタ 473">
              <a:extLst>
                <a:ext uri="{FF2B5EF4-FFF2-40B4-BE49-F238E27FC236}">
                  <a16:creationId xmlns:a16="http://schemas.microsoft.com/office/drawing/2014/main" id="{773C22E3-FFE3-FE0D-26D3-241CB9F4E02B}"/>
                </a:ext>
              </a:extLst>
            </p:cNvPr>
            <p:cNvCxnSpPr>
              <a:cxnSpLocks/>
              <a:stCxn id="360" idx="2"/>
            </p:cNvCxnSpPr>
            <p:nvPr/>
          </p:nvCxnSpPr>
          <p:spPr>
            <a:xfrm>
              <a:off x="10557436" y="2877398"/>
              <a:ext cx="519936" cy="0"/>
            </a:xfrm>
            <a:prstGeom prst="straightConnector1">
              <a:avLst/>
            </a:prstGeom>
            <a:ln w="19050" cap="flat" cmpd="sng" algn="ctr">
              <a:solidFill>
                <a:schemeClr val="tx1">
                  <a:lumMod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80" name="グループ化 479">
              <a:extLst>
                <a:ext uri="{FF2B5EF4-FFF2-40B4-BE49-F238E27FC236}">
                  <a16:creationId xmlns:a16="http://schemas.microsoft.com/office/drawing/2014/main" id="{59F360ED-A011-BA64-5C8F-EFF973EE00AC}"/>
                </a:ext>
              </a:extLst>
            </p:cNvPr>
            <p:cNvGrpSpPr/>
            <p:nvPr/>
          </p:nvGrpSpPr>
          <p:grpSpPr>
            <a:xfrm>
              <a:off x="11077372" y="879386"/>
              <a:ext cx="945747" cy="5059680"/>
              <a:chOff x="11077372" y="879386"/>
              <a:chExt cx="945747" cy="5059680"/>
            </a:xfrm>
          </p:grpSpPr>
          <p:sp>
            <p:nvSpPr>
              <p:cNvPr id="470" name="正方形/長方形 469">
                <a:extLst>
                  <a:ext uri="{FF2B5EF4-FFF2-40B4-BE49-F238E27FC236}">
                    <a16:creationId xmlns:a16="http://schemas.microsoft.com/office/drawing/2014/main" id="{A9DA6975-1E87-50D9-BF09-363366FCA75E}"/>
                  </a:ext>
                </a:extLst>
              </p:cNvPr>
              <p:cNvSpPr/>
              <p:nvPr/>
            </p:nvSpPr>
            <p:spPr>
              <a:xfrm>
                <a:off x="11077372" y="879386"/>
                <a:ext cx="945747" cy="50596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79" name="テキスト ボックス 478">
                <a:extLst>
                  <a:ext uri="{FF2B5EF4-FFF2-40B4-BE49-F238E27FC236}">
                    <a16:creationId xmlns:a16="http://schemas.microsoft.com/office/drawing/2014/main" id="{F8DFE56C-800F-37B1-B9FA-EE2FE4757433}"/>
                  </a:ext>
                </a:extLst>
              </p:cNvPr>
              <p:cNvSpPr txBox="1"/>
              <p:nvPr/>
            </p:nvSpPr>
            <p:spPr>
              <a:xfrm rot="16200000">
                <a:off x="10180062" y="3255338"/>
                <a:ext cx="27403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1400" dirty="0">
                    <a:solidFill>
                      <a:schemeClr val="tx1">
                        <a:lumMod val="50000"/>
                      </a:schemeClr>
                    </a:solidFill>
                  </a:rPr>
                  <a:t>Position, Velocity, Timing engine</a:t>
                </a:r>
                <a:endParaRPr kumimoji="1" lang="ja-JP" altLang="en-US" sz="1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82" name="テキスト ボックス 481">
              <a:extLst>
                <a:ext uri="{FF2B5EF4-FFF2-40B4-BE49-F238E27FC236}">
                  <a16:creationId xmlns:a16="http://schemas.microsoft.com/office/drawing/2014/main" id="{18D4412C-B0A5-0FB1-DCDB-4D1DF028E86D}"/>
                </a:ext>
              </a:extLst>
            </p:cNvPr>
            <p:cNvSpPr txBox="1"/>
            <p:nvPr/>
          </p:nvSpPr>
          <p:spPr>
            <a:xfrm>
              <a:off x="7019793" y="4372655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E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6" name="テキスト ボックス 485">
              <a:extLst>
                <a:ext uri="{FF2B5EF4-FFF2-40B4-BE49-F238E27FC236}">
                  <a16:creationId xmlns:a16="http://schemas.microsoft.com/office/drawing/2014/main" id="{AE0325E4-7ACD-BC16-669D-86036F5AE7B7}"/>
                </a:ext>
              </a:extLst>
            </p:cNvPr>
            <p:cNvSpPr txBox="1"/>
            <p:nvPr/>
          </p:nvSpPr>
          <p:spPr>
            <a:xfrm>
              <a:off x="7545020" y="4372655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P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7" name="テキスト ボックス 486">
              <a:extLst>
                <a:ext uri="{FF2B5EF4-FFF2-40B4-BE49-F238E27FC236}">
                  <a16:creationId xmlns:a16="http://schemas.microsoft.com/office/drawing/2014/main" id="{D637730E-D6F9-2DC0-8BEC-8AD25AFF3488}"/>
                </a:ext>
              </a:extLst>
            </p:cNvPr>
            <p:cNvSpPr txBox="1"/>
            <p:nvPr/>
          </p:nvSpPr>
          <p:spPr>
            <a:xfrm>
              <a:off x="8092880" y="437265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chemeClr val="tx1">
                      <a:lumMod val="50000"/>
                    </a:schemeClr>
                  </a:solidFill>
                </a:rPr>
                <a:t>L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0" name="テキスト ボックス 489">
              <a:extLst>
                <a:ext uri="{FF2B5EF4-FFF2-40B4-BE49-F238E27FC236}">
                  <a16:creationId xmlns:a16="http://schemas.microsoft.com/office/drawing/2014/main" id="{507DC4DD-A06E-565D-5BE1-C9742659B0E2}"/>
                </a:ext>
              </a:extLst>
            </p:cNvPr>
            <p:cNvSpPr txBox="1"/>
            <p:nvPr/>
          </p:nvSpPr>
          <p:spPr>
            <a:xfrm>
              <a:off x="4821963" y="164664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I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91" name="テキスト ボックス 490">
              <a:extLst>
                <a:ext uri="{FF2B5EF4-FFF2-40B4-BE49-F238E27FC236}">
                  <a16:creationId xmlns:a16="http://schemas.microsoft.com/office/drawing/2014/main" id="{A02A0666-8347-6E33-15F4-790780628469}"/>
                </a:ext>
              </a:extLst>
            </p:cNvPr>
            <p:cNvSpPr txBox="1"/>
            <p:nvPr/>
          </p:nvSpPr>
          <p:spPr>
            <a:xfrm>
              <a:off x="4821963" y="298069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Q</a:t>
              </a:r>
              <a:endParaRPr kumimoji="1" lang="ja-JP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3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5445812-E1DE-059B-06A0-52E7A2A3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190" name="図 189">
            <a:extLst>
              <a:ext uri="{FF2B5EF4-FFF2-40B4-BE49-F238E27FC236}">
                <a16:creationId xmlns:a16="http://schemas.microsoft.com/office/drawing/2014/main" id="{666E5E20-4777-AF78-0BE5-B70CB3F2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4" y="310625"/>
            <a:ext cx="11991871" cy="62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2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C5BE121-FCC5-DA0C-D700-A2D2F283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11</a:t>
            </a:fld>
            <a:endParaRPr kumimoji="1" lang="ja-JP" altLang="en-US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1ABDB4C3-6702-138A-E2BC-3EBF04237E1E}"/>
              </a:ext>
            </a:extLst>
          </p:cNvPr>
          <p:cNvGrpSpPr/>
          <p:nvPr/>
        </p:nvGrpSpPr>
        <p:grpSpPr>
          <a:xfrm>
            <a:off x="-3052892" y="40433"/>
            <a:ext cx="18015210" cy="18504050"/>
            <a:chOff x="-3052892" y="40433"/>
            <a:chExt cx="18015210" cy="18504050"/>
          </a:xfrm>
        </p:grpSpPr>
        <p:sp>
          <p:nvSpPr>
            <p:cNvPr id="19" name="円弧 18">
              <a:extLst>
                <a:ext uri="{FF2B5EF4-FFF2-40B4-BE49-F238E27FC236}">
                  <a16:creationId xmlns:a16="http://schemas.microsoft.com/office/drawing/2014/main" id="{B49B4D22-E9E4-558E-CD91-A4653743DA01}"/>
                </a:ext>
              </a:extLst>
            </p:cNvPr>
            <p:cNvSpPr/>
            <p:nvPr/>
          </p:nvSpPr>
          <p:spPr>
            <a:xfrm>
              <a:off x="-3052892" y="528873"/>
              <a:ext cx="18015210" cy="18015610"/>
            </a:xfrm>
            <a:prstGeom prst="arc">
              <a:avLst>
                <a:gd name="adj1" fmla="val 14186532"/>
                <a:gd name="adj2" fmla="val 18438107"/>
              </a:avLst>
            </a:prstGeom>
            <a:ln w="19050">
              <a:solidFill>
                <a:schemeClr val="tx1">
                  <a:lumMod val="50000"/>
                </a:schemeClr>
              </a:solidFill>
              <a:headEnd type="none" w="med" len="med"/>
              <a:tailEnd type="arrow" w="med" len="med"/>
              <a:extLst>
                <a:ext uri="{C807C97D-BFC1-408E-A445-0C87EB9F89A2}">
                  <ask:lineSketchStyleProps xmlns:ask="http://schemas.microsoft.com/office/drawing/2018/sketchyshapes" sd="103940048">
                    <a:custGeom>
                      <a:avLst/>
                      <a:gdLst>
                        <a:gd name="csX0" fmla="*/ 619294 w 10086975"/>
                        <a:gd name="csY0" fmla="*/ 2039032 h 7844064"/>
                        <a:gd name="csX1" fmla="*/ 4992964 w 10086975"/>
                        <a:gd name="csY1" fmla="*/ 197 h 7844064"/>
                        <a:gd name="csX2" fmla="*/ 9393200 w 10086975"/>
                        <a:gd name="csY2" fmla="*/ 1936868 h 7844064"/>
                        <a:gd name="csX3" fmla="*/ 5043488 w 10086975"/>
                        <a:gd name="csY3" fmla="*/ 3922032 h 7844064"/>
                        <a:gd name="csX4" fmla="*/ 619294 w 10086975"/>
                        <a:gd name="csY4" fmla="*/ 2039032 h 7844064"/>
                        <a:gd name="csX0" fmla="*/ 619294 w 10086975"/>
                        <a:gd name="csY0" fmla="*/ 2039032 h 7844064"/>
                        <a:gd name="csX1" fmla="*/ 4992964 w 10086975"/>
                        <a:gd name="csY1" fmla="*/ 197 h 7844064"/>
                        <a:gd name="csX2" fmla="*/ 9393200 w 10086975"/>
                        <a:gd name="csY2" fmla="*/ 1936868 h 7844064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</a:cxnLst>
                      <a:rect l="l" t="t" r="r" b="b"/>
                      <a:pathLst>
                        <a:path w="10086975" h="7844064" stroke="0" extrusionOk="0">
                          <a:moveTo>
                            <a:pt x="619294" y="2039032"/>
                          </a:moveTo>
                          <a:cubicBezTo>
                            <a:pt x="1696132" y="661171"/>
                            <a:pt x="3070663" y="35490"/>
                            <a:pt x="4992964" y="197"/>
                          </a:cubicBezTo>
                          <a:cubicBezTo>
                            <a:pt x="6889355" y="182160"/>
                            <a:pt x="8546262" y="750446"/>
                            <a:pt x="9393200" y="1936868"/>
                          </a:cubicBezTo>
                          <a:cubicBezTo>
                            <a:pt x="8186079" y="2488319"/>
                            <a:pt x="6840870" y="3079914"/>
                            <a:pt x="5043488" y="3922032"/>
                          </a:cubicBezTo>
                          <a:cubicBezTo>
                            <a:pt x="4268850" y="3663212"/>
                            <a:pt x="1153914" y="2177740"/>
                            <a:pt x="619294" y="2039032"/>
                          </a:cubicBezTo>
                          <a:close/>
                        </a:path>
                        <a:path w="10086975" h="7844064" fill="none" extrusionOk="0">
                          <a:moveTo>
                            <a:pt x="619294" y="2039032"/>
                          </a:moveTo>
                          <a:cubicBezTo>
                            <a:pt x="1547730" y="650481"/>
                            <a:pt x="3118960" y="-207382"/>
                            <a:pt x="4992964" y="197"/>
                          </a:cubicBezTo>
                          <a:cubicBezTo>
                            <a:pt x="6921758" y="-134160"/>
                            <a:pt x="8312140" y="658015"/>
                            <a:pt x="9393200" y="1936868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772ACC0D-888F-1653-A046-C825A4FFBC88}"/>
                </a:ext>
              </a:extLst>
            </p:cNvPr>
            <p:cNvGrpSpPr/>
            <p:nvPr/>
          </p:nvGrpSpPr>
          <p:grpSpPr>
            <a:xfrm>
              <a:off x="-105977" y="40433"/>
              <a:ext cx="11191006" cy="14539845"/>
              <a:chOff x="-105977" y="40433"/>
              <a:chExt cx="11191006" cy="14539845"/>
            </a:xfrm>
          </p:grpSpPr>
          <p:sp>
            <p:nvSpPr>
              <p:cNvPr id="3" name="円弧 2">
                <a:extLst>
                  <a:ext uri="{FF2B5EF4-FFF2-40B4-BE49-F238E27FC236}">
                    <a16:creationId xmlns:a16="http://schemas.microsoft.com/office/drawing/2014/main" id="{251466FE-EABB-C3C0-C71F-D6417C7700D0}"/>
                  </a:ext>
                </a:extLst>
              </p:cNvPr>
              <p:cNvSpPr/>
              <p:nvPr/>
            </p:nvSpPr>
            <p:spPr>
              <a:xfrm>
                <a:off x="911225" y="4493078"/>
                <a:ext cx="10086975" cy="10087200"/>
              </a:xfrm>
              <a:prstGeom prst="arc">
                <a:avLst>
                  <a:gd name="adj1" fmla="val 12793759"/>
                  <a:gd name="adj2" fmla="val 19726987"/>
                </a:avLst>
              </a:prstGeom>
              <a:ln w="76200">
                <a:solidFill>
                  <a:schemeClr val="tx1">
                    <a:lumMod val="50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03940048">
                      <a:custGeom>
                        <a:avLst/>
                        <a:gdLst>
                          <a:gd name="csX0" fmla="*/ 619294 w 10086975"/>
                          <a:gd name="csY0" fmla="*/ 2039032 h 7844064"/>
                          <a:gd name="csX1" fmla="*/ 4992964 w 10086975"/>
                          <a:gd name="csY1" fmla="*/ 197 h 7844064"/>
                          <a:gd name="csX2" fmla="*/ 9393200 w 10086975"/>
                          <a:gd name="csY2" fmla="*/ 1936868 h 7844064"/>
                          <a:gd name="csX3" fmla="*/ 5043488 w 10086975"/>
                          <a:gd name="csY3" fmla="*/ 3922032 h 7844064"/>
                          <a:gd name="csX4" fmla="*/ 619294 w 10086975"/>
                          <a:gd name="csY4" fmla="*/ 2039032 h 7844064"/>
                          <a:gd name="csX0" fmla="*/ 619294 w 10086975"/>
                          <a:gd name="csY0" fmla="*/ 2039032 h 7844064"/>
                          <a:gd name="csX1" fmla="*/ 4992964 w 10086975"/>
                          <a:gd name="csY1" fmla="*/ 197 h 7844064"/>
                          <a:gd name="csX2" fmla="*/ 9393200 w 10086975"/>
                          <a:gd name="csY2" fmla="*/ 1936868 h 7844064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</a:cxnLst>
                        <a:rect l="l" t="t" r="r" b="b"/>
                        <a:pathLst>
                          <a:path w="10086975" h="7844064" stroke="0" extrusionOk="0">
                            <a:moveTo>
                              <a:pt x="619294" y="2039032"/>
                            </a:moveTo>
                            <a:cubicBezTo>
                              <a:pt x="1696132" y="661171"/>
                              <a:pt x="3070663" y="35490"/>
                              <a:pt x="4992964" y="197"/>
                            </a:cubicBezTo>
                            <a:cubicBezTo>
                              <a:pt x="6889355" y="182160"/>
                              <a:pt x="8546262" y="750446"/>
                              <a:pt x="9393200" y="1936868"/>
                            </a:cubicBezTo>
                            <a:cubicBezTo>
                              <a:pt x="8186079" y="2488319"/>
                              <a:pt x="6840870" y="3079914"/>
                              <a:pt x="5043488" y="3922032"/>
                            </a:cubicBezTo>
                            <a:cubicBezTo>
                              <a:pt x="4268850" y="3663212"/>
                              <a:pt x="1153914" y="2177740"/>
                              <a:pt x="619294" y="2039032"/>
                            </a:cubicBezTo>
                            <a:close/>
                          </a:path>
                          <a:path w="10086975" h="7844064" fill="none" extrusionOk="0">
                            <a:moveTo>
                              <a:pt x="619294" y="2039032"/>
                            </a:moveTo>
                            <a:cubicBezTo>
                              <a:pt x="1547730" y="650481"/>
                              <a:pt x="3118960" y="-207382"/>
                              <a:pt x="4992964" y="197"/>
                            </a:cubicBezTo>
                            <a:cubicBezTo>
                              <a:pt x="6921758" y="-134160"/>
                              <a:pt x="8312140" y="658015"/>
                              <a:pt x="9393200" y="1936868"/>
                            </a:cubicBez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157B1F4B-A41A-9803-01B3-8A68D89B8103}"/>
                  </a:ext>
                </a:extLst>
              </p:cNvPr>
              <p:cNvGrpSpPr/>
              <p:nvPr/>
            </p:nvGrpSpPr>
            <p:grpSpPr>
              <a:xfrm>
                <a:off x="-105977" y="40433"/>
                <a:ext cx="11191006" cy="6376644"/>
                <a:chOff x="-105977" y="40433"/>
                <a:chExt cx="11191006" cy="6376644"/>
              </a:xfrm>
            </p:grpSpPr>
            <p:pic>
              <p:nvPicPr>
                <p:cNvPr id="4" name="グラフィックス 3" descr="衛星 枠線">
                  <a:extLst>
                    <a:ext uri="{FF2B5EF4-FFF2-40B4-BE49-F238E27FC236}">
                      <a16:creationId xmlns:a16="http://schemas.microsoft.com/office/drawing/2014/main" id="{B3B18F85-0E9C-8A63-5345-F2C17D8EE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05977" y="2148016"/>
                  <a:ext cx="1187548" cy="1187548"/>
                </a:xfrm>
                <a:prstGeom prst="rect">
                  <a:avLst/>
                </a:prstGeom>
              </p:spPr>
            </p:pic>
            <p:pic>
              <p:nvPicPr>
                <p:cNvPr id="7" name="グラフィックス 6" descr="混乱した人 枠線">
                  <a:extLst>
                    <a:ext uri="{FF2B5EF4-FFF2-40B4-BE49-F238E27FC236}">
                      <a16:creationId xmlns:a16="http://schemas.microsoft.com/office/drawing/2014/main" id="{BEC8A636-0E3E-4E3F-3600-954EFBEDF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0" y="342900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9" name="グラフィックス 8" descr="スマート フォン 単色塗りつぶし">
                  <a:extLst>
                    <a:ext uri="{FF2B5EF4-FFF2-40B4-BE49-F238E27FC236}">
                      <a16:creationId xmlns:a16="http://schemas.microsoft.com/office/drawing/2014/main" id="{36C370AA-C43B-C5A1-67E2-4F8DD3FF9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0200" y="3279322"/>
                  <a:ext cx="457200" cy="457200"/>
                </a:xfrm>
                <a:prstGeom prst="rect">
                  <a:avLst/>
                </a:prstGeom>
              </p:spPr>
            </p:pic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3C57A21D-0F82-5050-161B-DCDA6435B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3800" y="2902857"/>
                  <a:ext cx="4089400" cy="833665"/>
                </a:xfrm>
                <a:prstGeom prst="line">
                  <a:avLst/>
                </a:prstGeom>
                <a:ln w="19050" cap="flat" cmpd="sng" algn="ctr">
                  <a:solidFill>
                    <a:schemeClr val="accent6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線コネクタ 11">
                  <a:extLst>
                    <a:ext uri="{FF2B5EF4-FFF2-40B4-BE49-F238E27FC236}">
                      <a16:creationId xmlns:a16="http://schemas.microsoft.com/office/drawing/2014/main" id="{82542D2E-4DE6-D427-121D-2302214BCF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70600" y="644980"/>
                  <a:ext cx="25400" cy="2641138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96D40D2E-2464-9C3B-07AA-F110293F35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96100" y="2593752"/>
                  <a:ext cx="4188929" cy="1091739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2CF278CC-B81A-F244-121B-0DF1D4F8C3E2}"/>
                    </a:ext>
                  </a:extLst>
                </p:cNvPr>
                <p:cNvSpPr txBox="1"/>
                <p:nvPr/>
              </p:nvSpPr>
              <p:spPr>
                <a:xfrm>
                  <a:off x="5683190" y="5955412"/>
                  <a:ext cx="80021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2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地球</a:t>
                  </a:r>
                  <a:endParaRPr kumimoji="1" lang="ja-JP" altLang="en-US" sz="2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B66BFE79-325C-ADA3-CA74-0571F6FD84AD}"/>
                    </a:ext>
                  </a:extLst>
                </p:cNvPr>
                <p:cNvSpPr txBox="1"/>
                <p:nvPr/>
              </p:nvSpPr>
              <p:spPr>
                <a:xfrm rot="605385">
                  <a:off x="2564463" y="2842543"/>
                  <a:ext cx="10615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2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近づく</a:t>
                  </a:r>
                  <a:endParaRPr kumimoji="1" lang="ja-JP" altLang="en-US" sz="2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1384BEA2-449C-80D7-1A95-C5D3D2849282}"/>
                    </a:ext>
                  </a:extLst>
                </p:cNvPr>
                <p:cNvSpPr txBox="1"/>
                <p:nvPr/>
              </p:nvSpPr>
              <p:spPr>
                <a:xfrm rot="20700000">
                  <a:off x="8224131" y="2651179"/>
                  <a:ext cx="139974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2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遠ざかる</a:t>
                  </a:r>
                  <a:endParaRPr kumimoji="1" lang="ja-JP" altLang="en-US" sz="2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F33974F5-2CE7-2450-2739-114453643089}"/>
                    </a:ext>
                  </a:extLst>
                </p:cNvPr>
                <p:cNvSpPr txBox="1"/>
                <p:nvPr/>
              </p:nvSpPr>
              <p:spPr>
                <a:xfrm>
                  <a:off x="5169781" y="40433"/>
                  <a:ext cx="19656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2400" dirty="0">
                      <a:solidFill>
                        <a:schemeClr val="tx1">
                          <a:lumMod val="50000"/>
                        </a:schemeClr>
                      </a:solidFill>
                    </a:rPr>
                    <a:t>一番近くなる</a:t>
                  </a:r>
                  <a:endParaRPr kumimoji="1" lang="ja-JP" altLang="en-US" sz="2400" dirty="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527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FC75326-E72B-110E-DD6F-B5D3EA80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D103E-743F-4B05-B1B2-74D6FB9408BE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7A3408-EC54-DFB2-A306-84B77BB0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69" y="0"/>
            <a:ext cx="11301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68315"/>
      </p:ext>
    </p:extLst>
  </p:cSld>
  <p:clrMapOvr>
    <a:masterClrMapping/>
  </p:clrMapOvr>
</p:sld>
</file>

<file path=ppt/theme/theme1.xml><?xml version="1.0" encoding="utf-8"?>
<a:theme xmlns:a="http://schemas.openxmlformats.org/drawingml/2006/main" name="16-9最新版">
  <a:themeElements>
    <a:clrScheme name="なんかきれいなやつ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EB500"/>
      </a:accent2>
      <a:accent3>
        <a:srgbClr val="3D9435"/>
      </a:accent3>
      <a:accent4>
        <a:srgbClr val="138BAE"/>
      </a:accent4>
      <a:accent5>
        <a:srgbClr val="A54675"/>
      </a:accent5>
      <a:accent6>
        <a:srgbClr val="C00000"/>
      </a:accent6>
      <a:hlink>
        <a:srgbClr val="0563C1"/>
      </a:hlink>
      <a:folHlink>
        <a:srgbClr val="954F72"/>
      </a:folHlink>
    </a:clrScheme>
    <a:fontScheme name="きれいめなやつ">
      <a:majorFont>
        <a:latin typeface="BIZ UDPゴシック"/>
        <a:ea typeface="BIZ UDPゴシック"/>
        <a:cs typeface=""/>
      </a:majorFont>
      <a:minorFont>
        <a:latin typeface="Arial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400" dirty="0" smtClean="0">
            <a:solidFill>
              <a:schemeClr val="tx1">
                <a:lumMod val="90000"/>
                <a:lumOff val="1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最新版" id="{2ED9092A-2A38-4AC0-8AFC-20B0C8052310}" vid="{5456DF83-85F4-471B-98D7-5F45DAB4FF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16-9最新版</Template>
  <TotalTime>565</TotalTime>
  <Words>232</Words>
  <Application>Microsoft Office PowerPoint</Application>
  <PresentationFormat>ワイド画面</PresentationFormat>
  <Paragraphs>120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UDPゴシック</vt:lpstr>
      <vt:lpstr>Arial</vt:lpstr>
      <vt:lpstr>Cambria Math</vt:lpstr>
      <vt:lpstr>Consolas</vt:lpstr>
      <vt:lpstr>Segoe UI</vt:lpstr>
      <vt:lpstr>16-9最新版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政大 福岡</dc:creator>
  <cp:lastModifiedBy>政大 福岡</cp:lastModifiedBy>
  <cp:revision>6</cp:revision>
  <dcterms:created xsi:type="dcterms:W3CDTF">2025-12-19T17:13:00Z</dcterms:created>
  <dcterms:modified xsi:type="dcterms:W3CDTF">2025-12-20T20:33:30Z</dcterms:modified>
</cp:coreProperties>
</file>